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(3)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직접 내 컴퓨터에서 모델을 돌려봅니다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· 크기 사다리 · 양자화 · KV 캐시 실측 · 기기 사양서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실습의 지도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 (Ollama)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 한 줄 뒤로 숨긴 로컬 실행 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작은 모델부터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 사다리 · --verbose · eval rate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① 크기 사다리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질문, 크기만 바꿔 관찰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② 정밀도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4비트 vs 8비트 vs 16비트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③ 컨텍스트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 캐시가 메모리를 먹는 순간 실측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기기 사양서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기기의 한계선을 기록으로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20624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420624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끝나면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워크로드는 내 기기에서 돌릴 수 있는가, 없다면 왜인가"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직접 판단할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🔌 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돌려봐야 할까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거짓말을 안 하지만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전부를 말하지도 않습니다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속도 체감·품질 저하는 손으로 만져봐야 압니다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이번엔 인터넷을 끊어도 돌아가고,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청구서도 없고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입력 문장이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회사 서버에도 닿지 않는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상태를 만듭니다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34946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234946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실습 방식: 코드를 통째로 받아 실행하는 게 아니라,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목적·조건이 적힌 프롬프트를 코딩 에이전트에게 건네고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에이전트가 내 환경에 맞춰 명령을 만들게 합니다. (OS·GPU·메모리가 다 달라 정답 스크립트가 없음)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설치는 십 분이면 끝납니다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— 로컬 실행을 한 줄로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0892" y="54864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50892" y="548640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· 명령어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🛠️ Ollama가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뒤로 숨긴 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내려받고 · 하드웨어에 맞는 추론 엔진을 붙이고 · 채팅 인터페이스와 HTTP API까지 한 번에. 원래는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버전 맞추기 · GGUF 경로 지정 · 컴파일 옵션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이던 일을 명령어 뒤로 숨겼습니다.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87118"/>
            <a:ext cx="11091672" cy="1787652"/>
          </a:xfrm>
          <a:prstGeom prst="roundRect">
            <a:avLst>
              <a:gd name="adj" fmla="val 255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87118"/>
            <a:ext cx="54864" cy="178765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178558"/>
            <a:ext cx="10707624" cy="16047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pull &lt;모델&gt;   # 모델 가중치를 내려받기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run  &lt;모델&gt;   # 대화 시작 (없으면 알아서 받음)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list          # 받아둔 모델 목록 (ls)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ps            # 지금 메모리에 올라간 모델과 크기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stop &lt;모델&gt;   # 메모리에서 내리기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show &lt;모델&gt;   # 구조와 최대 컨텍스트 보기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rm   &lt;모델&gt;   # 모델 삭제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02107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402107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02107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ollama ps는 나중에 아주 중요해집니다 — 모델이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 온전히 올라갔는지, 일부가 CPU로 밀려났는지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알려주는 유일한 창구입니다.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대화 중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슬래시 명령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(전체는 /?)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2011680"/>
          </a:xfrm>
          <a:prstGeom prst="roundRect">
            <a:avLst>
              <a:gd name="adj" fmla="val 2273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2011680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1828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 system &lt;문장&gt;           이 세션의 시스템 메시지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 parameter num_ctx &lt;수&gt;   컨텍스트 크기 변경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 think | /set nothink     생각 과정 켜기/끄기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 verbose | /set quiet      응답마다 속도 통계 표시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 format json              JSON으로만 답하기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/show info                    모델 정보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                        대화 맥락 비우기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/bye                          나가기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52958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줄 입력은 """로 감싸기 · 프롬프트에 파일 경로를 적으면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이미지(.jpg/.png)·오디오(.wav)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첨부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멈춤 Ctrl+c · 편집기에서 긴 프롬프트 작성 Ctrl+g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[코딩 에이전트 프롬프트]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설치에서 막히는 지점은 거의 항상 환경 문제(드라이버·권한·디스크·보안 정책)입니다. 이 부분은 에이전트에게 맡기는 게 정확합니다.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그대로 복사해 붙여 넣으세요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288286"/>
            <a:ext cx="11091672" cy="2459736"/>
          </a:xfrm>
          <a:prstGeom prst="roundRect">
            <a:avLst>
              <a:gd name="adj" fmla="val 1859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288286"/>
            <a:ext cx="54864" cy="2459736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379726"/>
            <a:ext cx="10707624" cy="227685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목표: 이 컴퓨터에 Ollama를 설치하고, 정상 동작하는지까지 확인한다.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먼저 이 머신의 OS, CPU, GPU 모델과 VRAM 용량, 전체 RAM, 디스크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여유 공간을 조사해 표로 보여줄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공식 배포 경로(https://ollama.com/download 또는 각 OS의 공식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패키지 매니저)만 사용할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설치 후 `ollama --version`과 `ollama ls`가 정상 실행되는 것까지 확인할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GPU 가속이 실제로 활성화되는 환경인지 판정하고, 아니라면 그 이유를 알려줄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각 명령을 실행하기 전에 무엇을 왜 하는지 한 줄로 먼저 설명할 것.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작은 모델부터 올려봅니다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 사다리와 속도 읽는 법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18788" y="5486400"/>
            <a:ext cx="415137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18788" y="5486400"/>
            <a:ext cx="41513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· eval rate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🪜 공개 모델 라이브러리와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 사다리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ollama.com 라이브러리엔 Gemma·Qwen·Llama·gpt-oss·DeepSeek 등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가중치가 공개된 모델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크기별 태그로 올라와 있습니다. (태그 이름은 몇 달마다 바뀌니 실습 당일 라이브러리에서 확인)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87118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qwen3.5:0.8b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노트북에서도. 품질 기대는 낮게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qwen3.5:2b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2.7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요약·분류 같은 단순 작업의 하한선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qwen3.5:4b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8GB 메모리 기기의 현실적 상한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qwen3.5:9b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6.6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12GB VRAM 카드에서 쾌적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qwen3.5:27b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24GB 카드 또는 통합 메모리 넉넉한 Mac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3771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453771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453771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 사다리가 촘촘해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크기만 바꿔 비교하는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오늘 실험에 알맞습니다. 첫 상대는 아래쪽이되 맨 밑은 아닌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4b(3.4GB)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📥 받고 →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확인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실행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Apple Silicon 맥에서는 같은 태그라도 그 기기에 맞는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변종(mlx)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저장될 수 있습니다. 실제로 4b가 4b-mlx(4.0GB)로 받아지기도 하니,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받아진 실제 이름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실행해야 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87118"/>
            <a:ext cx="11091672" cy="891540"/>
          </a:xfrm>
          <a:prstGeom prst="roundRect">
            <a:avLst>
              <a:gd name="adj" fmla="val 512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87118"/>
            <a:ext cx="54864" cy="891540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178558"/>
            <a:ext cx="10707624" cy="7086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pull qwen3.5:4b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list          # 여기 찍힌 이름을 그대로 쓴다 (mlx 꼬리표가 붙을 수 있음)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run &lt;확인한 이름&gt; --verbose --think=false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124962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124962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124962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맨 아래 0.8b로 시작하지 않는 이유: 1GB 모델은 지시를 자주 흘리고 형식을 못 지켜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"로컬 모델은 못 쓰겠구나"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첫 경험이 끝납니다. (0.8b는 뒤 비교 실험의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다시 만남)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🚩 두 플래그와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출력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--think=false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등호를 꼭 붙이세요.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값 생략이 가능한 형태라 --think false처럼 띄우면 false가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프롬프트로 넘어가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버립니다. (생각 과정을 끔)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응답이 끝날 때마다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통계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함께 출력합니다.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1339596"/>
          </a:xfrm>
          <a:prstGeom prst="roundRect">
            <a:avLst>
              <a:gd name="adj" fmla="val 3413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1339596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706624"/>
            <a:ext cx="10707624" cy="11567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duration:     ...            전체 소요 시간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 duration:      ...            모델을 메모리에 올린 시간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eval rate:   ... tokens/s   입력을 읽는 속도 (프리필)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 count:         N token(s)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 rate:          ... tokens/s   답변을 생성하는 속도  ← 핵심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프리필 vs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 rate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무엇을 볼까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eval (프리필)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521665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전체를 한 번 훑어  K·V를 만드는 준비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911596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32220" y="1481328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 (생성)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50508" y="1773936"/>
            <a:ext cx="521665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한 토큰씩  이어 쓰는 시간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2615184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프리필은 입력을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처리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대체로 빠름 ·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체감 속도는 eval rate가 정함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읽는 속도 ≈ 초당 5~10토큰 → eval rate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15↑면 쾌적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5↓면 답답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load duration은 첫 실행에서만 큼(디스크→메모리) →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응답은 버리고 두 번째부터 기록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818763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818763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18763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앞으로 계속 들여다볼 숫자는 마지막 줄의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 rate (tokens/s)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① 크기 사다리를 올라가며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질문, 크기만 바꿔 관찰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변수는 하나만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네 종류의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①사실 확인형짧고 정답 분명. 작은 모델도 맞혀 크기 효과 안 보임 ②다단계 추론형조건 3개 동시 만족. 여기서 크기가 갈림 ③지시 준수형출력 형식 엄격. 작은 모델은 형식을 흘림 — 에이전트에 가장 중요 ④지구력형긴 입력+긴 출력. 프리필 시간·후반 품질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237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237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지시 준수형이 에이전트를 만들 사람에게 가장 중요합니다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한 글자가 어긋나면 파이프라인 전체가 멈추기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때문.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[프롬프트]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 비교 실험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38928"/>
          </a:xfrm>
          <a:prstGeom prst="roundRect">
            <a:avLst>
              <a:gd name="adj" fmla="val 89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513892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4956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목표: 같은 프롬프트를 크기가 다른 로컬 모델 여러 개에 넣고, 속도와 품질이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어떻게 달라지는지 측정해 하나의 비교표로 만든다.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Ollama 공식 라이브러리에서 지금 실제로 존재하는 태그만 고를 것. 같은 계열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안에서 크기가 다른 3~4개를 사다리처럼 고를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사다리 맨 아래 칸(1GB 안팎)을 반드시 포함. 잘하는 모습이 아니라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"어디서부터 무너지는지"를 보려는 대조군이다.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고르기 전 이 기기의 VRAM/RAM을 확인하고, 다 올라가지 못할 크기는 뺄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테스트 프롬프트 4개(그대로 사용):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(1) 사실 확인: HTTP 429의 뜻과 클라이언트의 올바른 대응을 두 문장으로.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(2) 다단계 추론: 5명 회의 가능 요일 문제(A 월/수, B 화/수/목, C 수/금,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 월/화/수, E 수/목) — 가능한 요일과 근거를 단계별로.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(3) 지시 준수: 문장에서 person/org/amount를 JSON 객체 하나로만 출력.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코드블록·설명 금지.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(4) 지구력: 앞 교안 서너 문단을 붙이고 "핵심 주장·근거 3·반론 1을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소제목 붙여 800자 이상으로".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각 모델×4프롬프트, 매번 두 번 돌려 두 번째 수치만 기록(첫 실행 버림).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`--verbose`의 eval rate와 eval count를 기록.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결과 표: 모델 / 용량 / eval rate / (1)정답 / (2)정답 /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(3)순수 JSON 여부 / (4)prompt eval rate·후반 품질.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(3)은 눈이 아니라 실제 JSON 파서로 판정할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끝에 "이 기기에서 형식을 안정적으로 지키는 가장 작은 모델"을 한 줄 결론.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👀 표가 나오면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볼까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관찰 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대체로 이렇게 나옵니다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크기와 속도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커질수록 토큰당 읽을 가중치↑ → 메모리 대역폭에 비례해 느려짐 (MoE는 덜 느림)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크기와 정답률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(1)은 작은 모델도 맞힘. 값어치는 (2)에서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 준수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모델은 설명·백틱을 덧붙임 → 파이프라인이 먼저 무너지는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토큰까지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입력이 길수록 프리필↑ → "말 시작"까지 오래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지구력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모델은 길어질수록 같은 말 반복·앞 조건 망각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🪤 오해 —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"큰 모델은 무조건 느리다"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맞지는 않습니다.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MoE(Mixture-of-Experts)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전체 파라미터가 수백억 개여도 토큰 하나를 만들 때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전문가만 깨웁니다.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549021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76247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gpt-oss:120b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내려받는 용량은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65GB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지만, 토큰당 깨어나는 파라미터는 전체의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1/20에도 못 미침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메모리에만 올릴 수 있다면 용량이 짐작하는 것보다 훨씬 빠름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25268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25268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메모리에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들어가느냐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전체 파라미터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빠르냐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활성 파라미터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② 같은 모델을 다른 정밀도로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양자화를 눈으로 확인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10812" y="5486400"/>
            <a:ext cx="376732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10812" y="5486400"/>
            <a:ext cx="3767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4비트 vs 8비트 vs 16비트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📐 Gemma 4 12B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정밀도별 용량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가중치당 비트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gemma4:12b-it-q4_K_M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7.6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4비트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gemma4:12b-it-q8_0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8비트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gemma4:12b-it-bf16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16비트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3054096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119억 × 4.8비트 ≈ 7.1GB ≈ 실제 7.6GB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4206240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4206240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206240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4비트 칸이 6GB가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7.6GB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건 계산 오류가 아닙니다. q4_K_M은 민감한 두 자리를 6비트로 남겨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실효 ~4.8비트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여기에 블록 스케일 값이 더해집니다.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비트로 어림한 값은 하한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실제 파일은 늘 그보다 조금 위.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🎛️ 프롬프트에 걸 두 조건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· seed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(temperature)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토큰 뽑기를 얼마나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과감하게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할지. 높이면 표현 다양,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0에 가까우면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매번 최고 확률만 골라 답이 거의 굳음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무작위의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숫자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같은 seed면 같은 무작위 순서가 되풀이됨 →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두 조건을 거는 이유는 하나 — 4비트와 8비트의 답이 갈렸을 때 그게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 때문인지 뽑기 운 때문인지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가르기 위해서. (온도 0 + 같은 seed로 고정)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[프롬프트]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 비교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3355848"/>
          </a:xfrm>
          <a:prstGeom prst="roundRect">
            <a:avLst>
              <a:gd name="adj" fmla="val 136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33558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31729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목표: 같은 모델의 4비트와 8비트 버전을 나란히 돌려, 용량/속도/품질의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교환 관계를 실제 수치로 확인한다.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같은 모델의 q4_K_M 태그와 q8_0 태그가 모두 존재하는 것을 하나 고를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두 파일 다 받아도 디스크·메모리가 감당되는 크기여야 함. 안 되면 더 작은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파라미터로 내려갈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두 태그를 받고 `ollama ls`로 실제 디스크 점유량이 페이지 표시와 맞는지 대조.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동일 프롬프트 5개(사실 확인 2, 다단계 추론 2, JSON 출력 1)를 두 버전에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각각 넣고 eval rate와 응답을 모두 저장.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온도는 두 버전 모두 0, 같은 seed 사용(무작위성 오해 방지).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두 버전 응답을 나란히 놓은 비교표를 만들고, 갈린 항목만 따로 모을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결론: (a) 속도 차이 몇 배 (b) 품질 차이가 감지됐는지, 어떤 유형에서.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판정은 "느낌"이 아니라 저장된 응답을 인용하며 쓸 것.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대개 이렇게 나옵니다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용량·속도는 예상대로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배가량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벌어짐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차이는 짧은 질문에서 거의 안 보임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차이가 드러나는 곳: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길고 조건 많은 추론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드문 고유명사·숫자를 정확히 기억해야 하는 자리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575179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실무의 기본값은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4비트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8비트는 "이 작업에서 4비트가 실제로 틀리는 걸 확인했을 때" 올리는 선택지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635883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635883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635883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파라미터가 작을수록 양자화 손상이 상대적으로 크게 나타남 →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3B 이하에서는 조금 더 후한 정밀도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안전.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③ 컨텍스트를 늘려본다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메모리가 어디로 가는지 — 가장 중요한 실험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0892" y="54864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50892" y="548640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 실측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VRAM 예산은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채우는 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C8A1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컨텍스트에 비례 ↑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GPU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한계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61518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61518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261518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💥 넘쳐서 CPU 쪽으로 밀려나면 — 계산은 되지만 GPU가 CPU 메모리 데이터를 가져오느라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병목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걸려 속도가 급락합니다.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갑자기 답이 한 글자씩 나오기 시작하면 십중팔구 이 상황.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31108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Ollama 기본 컨텍스트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가용 메모리 &lt; 24GiB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 ~ 48GiB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256K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48GiB 이상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 컨텍스트를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박아 넣은 파생 모델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컨텍스트를 바꾸는 길은 여럿이고 실행 방식에 따라 먹히기도 안 먹히기도 합니다. 그래서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어디서든 똑같이 적용되는 하나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씁니다 — 원하는 길이를 박은 파생 모델 만들기.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787652"/>
          </a:xfrm>
          <a:prstGeom prst="roundRect">
            <a:avLst>
              <a:gd name="adj" fmla="val 255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9943"/>
            <a:ext cx="54864" cy="178765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921383"/>
            <a:ext cx="10707624" cy="16047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이 모델의 최대 길이부터 확인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show qwen3.5:4b-mlx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그 길이를 박은 파생 모델 만들기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 'FROM qwen3.5:4b-mlx\nPARAMETER num_ctx 262144\n' &gt; Modelfile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create qwen3.5-256k:4b -f Modelfile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run qwen3.5-256k:4b --verbose --think=false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76389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76389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76389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Modelfile은 두 줄짜리 텍스트 파일입니다. Windows·PowerShell에 printf가 없으면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메모장에 두 줄을 적어 확장자 없이 Modelfile로 저장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후 ollama create만 실행. 원본과 레이어를 공유해 디스크는 거의 안 늘어남.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📟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ps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PROCESSOR 열 = 답안지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GPU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GPU에 올라감 ✅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48%/52% CPU/GPU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계산의 48%가 CPU로 밀려남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38658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8658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우리가 찾는 건 이 값이 절반을 넘는 순간이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처음으로 0을 벗어나는 순간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1%만 밀려나도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층은 매 토큰마다 시스템 메모리를 왕복해 속도가 이미 꺾입니다. → 손으로 계산한 KV 캐시 값이 맞았는지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검증해 주는 답안지.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🪟 창 크기 vs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입력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어느 게 변수?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num_ctx만 키우고 짧은 문장을 넣어도 아무 일이 없는 기기가 있습니다.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창을 넓게 열었을 뿐 채운 게 없기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때문. (아래는 Apple Silicon MLX 변종 실측)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92024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num_ctx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넣은 입력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ollama ps SIZE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4,096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짧은 문장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32,768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짧은 문장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131,072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짧은 문장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262,144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짧은 문장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896487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896487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896487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단,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기본 실행 엔진은 다릅니다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num_ctx만큼 KV 캐시 자리를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잡아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두어, 창을 크게 열면 짧은 문장만 넣어도 그만큼 물고 있습니다.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기기가 어느 쪽인지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num_ctx만 바꿔 SIZE가 따라 움직이면 '미리 잡는' 쪽 → 창을 필요한 만큼만.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📈 실측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메모리보다 시간이 먼저 아프다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M4 Pro 26GB 맥, qwen3.5:4b-mlx, 입력 길이를 변수로 (토큰당 약 40KB)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92024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입력 토큰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ps SIZE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 뺀 캐시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프리필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거의 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5,612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8.0초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22,412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33.3초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70,014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2.7 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141.7초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89648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89648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89648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토큰당 40KB로 정직하게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그리고 7만 토큰을 넣으면 답을 한 글자 쓰기 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20초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기다립니다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문서를 통째로 붙여 넣는 습관의 값이 여기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[프롬프트]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· 한계선 찾기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입력은 파일로: ollama run &lt;모델&gt; --verbose &lt; long.txt · ollama ps는 창을 하나 더 열어 응답 직후에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3803904"/>
          </a:xfrm>
          <a:prstGeom prst="roundRect">
            <a:avLst>
              <a:gd name="adj" fmla="val 120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9943"/>
            <a:ext cx="54864" cy="380390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921383"/>
            <a:ext cx="10707624" cy="36210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목표: 실제로 밀어 넣는 입력 길이를 늘려 가며 메모리 점유량과 속도가 어떻게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변하는지 측정하고, 이 기기의 실제 한계선을 찾는다.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모델은 이 기기에서 GPU에 온전히 올라가는 것 중 가장 큰 것으로 하나 고정.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num_ctx는 먼저 값만 바꿔 `ollama ps` SIZE가 변하는지 확인. 변하면 SIZE가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GPU 메모리에 들어오는 가장 큰 값으로, 안 변하면 모델 최대값으로 열고 고정.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변수는 실제 입력 토큰 수. 500 → 5000 → 20000 → 70000 순으로. 매 단계 전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`ollama stop`으로 내렸다 다시 올릴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각 단계: (a) ps의 SIZE와 PROCESSOR 열 (b) prompt eval count·rate, eval rate.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PROCESSOR가 100% GPU에서 벗어나는 첫 지점을 명시. 그 전후 eval rate가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몇 배 차이 나는지 계산. 끝까지 안 벗어나면 그렇다고 쓸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측정값에서 "토큰 1개당 KV 캐시 바이트"를 역산하고, 레이어 수·헤드 구성으로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이론값을 계산해 둘을 비교(`ollama show`로 구조 확인).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이론값과 실측값이 어긋나면 가능한 이유를 제시.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결과를 표 하나와 세 줄 요약으로.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기기의 한계선을 기록으로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사양서 · 작은 기기 · 클라우드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78908" y="5486400"/>
            <a:ext cx="223113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78908" y="5486400"/>
            <a:ext cx="22311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 실습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내 기기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072384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방법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GPU/통합 메모리 총량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 정보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 GPU로 도는 가장 큰 모델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ollama ps PROCESSOR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모델의 eval rate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--verbose 마지막 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답답하지 않은 최소 eval rate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써보며 체감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JSON을 안정적으로 지키는 최소 모델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①의 (3)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밖으로 밀려나기 시작하는 컨텍스트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③의 전환점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지점을 넘겼을 때 속도 저하 배율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전환점 전후 eval rate 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590288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590288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4590288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마지막 두 줄이 특히 값어치 있습니다. 문서를 통째로 넣는 에이전트를 만들고 싶은데 그 문서가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기기의 전환점을 넘는 길이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라면, 설계를 바꾸든 실행 위치를 바꾸든 해야 합니다.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판단이 다음 섹션.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기기가 작으면 &amp;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-cloud의 함정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8GB 노트북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사다리 칸 높이만 낮추면 됨(0.8b/2b/4b). 오히려 작은 구간이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준수 실패를 더 선명히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보여줌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없음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Google Colab의 GPU 런타임에서 재현(단 "데이터가 안 나간다"는 장점은 사라짐)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클라우드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태그 뒤 -cloud → 명령·인터페이스는 그대로, 연산만 Ollama 데이터센터에서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눈여겨볼 건: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도구로 알던 그 명령어에 똑같은 모양으로 원격 경로가 딸려 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점. 무심코 -cloud를 고르는 순간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기기를 벗어납니다.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70123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270123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270123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🔎 알아채는 법: 클라우드 모델은 ollama signin 로그인이 필요 →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로그인을 묻는다면 밖으로 나가는 길.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 보관 안 한다는 약속도 문서가 아니라 블로그에 한 줄뿐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약속이 어디 적혔는지도 판단의 재료.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7문장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69571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69571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계산이 못 알려주는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 체감·품질 저하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직접 돌려봐야 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69879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6785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6785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69879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pull·run·list·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·stop·show·rm. ps는 GPU/CPU 배치를 보는 창구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68158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66129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66129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68158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 rate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본다(15↑ 쾌적, 5↓ 답답).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응답은 버리고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번째부터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66437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644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644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66437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"큰 모델=느리다"는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MoE에선 틀림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메모리=총 파라미터, 속도=활성 파라미터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64715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62687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62687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64715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기본값은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4비트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8비트는 필요할 때만. 작은 모델일수록 양자화 손상 큼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62994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6096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6096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62994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캐시는 입력에 비례. ollama ps가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GPU에서 0을 벗어나는 순간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한계선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961273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505924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" y="505924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5568" y="4961273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-cloud·로그인 요구 =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기기를 벗어나는 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업무 문서면 먼저 확인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계산으로 다 되는데 왜 굳이 직접 돌려봐야 하나? 로컬 실행의 세 가지 이점은?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6658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6658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6658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 rate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란? 대략 어느 값이면 쾌적/답답한가? 속도를 잴 때 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응답을 버리나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1715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1715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1715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--think=false에서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등호를 꼭 붙여야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하는 이유는?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16773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16773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16773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"큰 모델은 무조건 느리다"가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MoE에서 틀리는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이유는? 두 개의 숫자로 설명하면?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1830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1830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1830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q4_K_M 12B가 왜 6GB가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7.6GB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인가?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46888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46888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46888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ollama ps PROCESSOR에서 우리가 찾는 '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전환점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'은 정확히 언제이고, 왜 1%도 중요한가?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" y="4461945"/>
            <a:ext cx="11027664" cy="432762"/>
          </a:xfrm>
          <a:prstGeom prst="roundRect">
            <a:avLst>
              <a:gd name="adj" fmla="val 1901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461945"/>
            <a:ext cx="64008" cy="43276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461945"/>
            <a:ext cx="10707624" cy="43276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Q7.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-cloud 모델을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알아채는 방법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과, 왜 주의해야 하나?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 (1/2)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41579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속도 체감·양자화 품질 저하는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만져봐야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알기 때문. 이점: ①오프라인 동작 ②청구서 없음 ③데이터가 외부 서버에 안 감.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5475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5475"/>
            <a:ext cx="64008" cy="441579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5475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답을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토큰씩 생성하는 속도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(tokens/s).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15↑ 쾌적, 5↓ 답답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첫 응답엔 디스크→메모리 로딩 시간(load duration)이 섞이므로 버린다.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9350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9350"/>
            <a:ext cx="64008" cy="441579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9350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값 생략이 가능한 플래그라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띄어 쓰면 false가 프롬프트로 넘어가기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때문. --think=false로 붙여야 함.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43225"/>
            <a:ext cx="11027664" cy="441579"/>
          </a:xfrm>
          <a:prstGeom prst="roundRect">
            <a:avLst>
              <a:gd name="adj" fmla="val 186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43225"/>
            <a:ext cx="64008" cy="441579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43225"/>
            <a:ext cx="10707624" cy="44157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MoE는 토큰당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전문가만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깨움.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메모리에 들어가느냐=전체 파라미터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빠르냐=활성 파라미터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(gpt-oss:120b는 65GB지만 활성 1/20 미만)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 (2/2)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q4_K_M은 민감한 두 자리를 6비트로 남겨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실효 ~4.8비트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블록 스케일 값이 더해짐. 정수 비트 어림값은 하한이고 실제 파일은 늘 조금 위(119억×4.8비트≈7.1GB).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902333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902333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902333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PROCESSOR가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GPU에서 처음 0을 벗어나는 순간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1%만 밀려도 그 층은 매 토큰 시스템 메모리를 왕복해 속도가 그 지점에서 꺾이기 때문.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33066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33066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33066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A7.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클라우드 모델은 ollama signin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로그인을 요구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로그인을 묻는다면 밖으로 나가는 길. 명령어가 로컬과 똑같아 무심코 고르면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기기를 벗어남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vs 클라우드 API, 데이터·비용·의존도로 결정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