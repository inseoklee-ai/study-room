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5 · 이미지 생성 (1)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모델인데 결과가 갈립니다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문제는 모델이 아니라, 비어 있는 칸이다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고정,  문장만 바꾸기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적으면  모델이 채운다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→ 만들기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모델·시드를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고정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프롬프트만 바꿔 본다 — 무엇이 바뀔까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한 장엔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정해져야 할 여섯 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있고, 안 적으면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대신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프롬프트 =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길게 쓴 것이 아니라 빈 칸이 없는 것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오늘부터는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 내기가 아니라 만들어 내기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책임이 새로 붙는다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프롬프트는 모델에게 건네는 주문서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비운 칸은 여러분 의도가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데이터의 최빈값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채워진다.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🌙 수요일 저녁, 표지가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 점검 라인 사진 한 장이면 되는데 쓸 만한 게 없어, 이미지 생성 도구를 열고 이렇게 적습니다.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factory worker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33447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만들고 싶은 것을 적어 넣는 이 문장을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부른다 — 모델에게 건네는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사람이 구석에 작게, 정체 모를 기계가 잔뜩, 누런 형광등, 어정쩡한 구도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번 반복 →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모델이 별로인가 보다. 더 좋은 걸 써야겠다."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3702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63702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거의 언제나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결론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입니다모델을 바꾸기 전에, 확인해 볼 수 있는 방법이 있습니다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그대로 두고 문장만 바꿔 봤습니다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모델·시드·스텝을 고정하면, 달라진 건 프롬프트뿐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8908" y="54864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908" y="54864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통제된 실험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프롬프트를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단계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52755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6318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단어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6318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게으르게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factory worker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18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피사체·장소만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factory worker in a safety helmet standing at an inspection line 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18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여섯 칸을 다 채워서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Medium shot, 50mm lens. A worker leans over a stainless inspection line … soft morning light from tall windows … shallow depth of field. Photorealistic documentary 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4545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04545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04545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모델도,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 시드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도, 계산 스텝 수도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고정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바뀐 것은 오직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프롬프트의 빈 칸을 채웠다는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뿐입니다.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 실제로 돌려 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인물이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정중앙에서 카메라를 정면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본다. 아무도 시키지 않았지만 "공장 노동자"만 듣고 그릴 수 있는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흔한 그림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16단어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안전모·점검 라인이 생겼다. 그런데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여전히 카메라를 본다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시선을 어디 두라 안 적었으니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또 채웠다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67단어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몸을 숙여 손을 난간에, 왼쪽 창빛이 상판을 따라 길게 반사, 뒤쪽은 초점에서 풀림.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적은 대로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한 번도 바뀌지 않았습니다.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시드도 그대로. 바뀐 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있던 칸을 채웠다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것뿐입니다.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적은 것은 모델이 대신 정합니다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한 장이 성립하려면 정해져야 하는 것들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칸 · 빈 칸 없음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그림 한 장이 성립하려면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있는가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피사체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92452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458212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3076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하는가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31364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67784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2648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보는가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40936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77356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2220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빛이 어디서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50508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86928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1792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어디이고 언제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60080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730740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0096500" y="1371600"/>
            <a:ext cx="154381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51364" y="1481328"/>
            <a:ext cx="1434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느낌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169652" y="1773936"/>
            <a:ext cx="139750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비워 두면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대신 정합니다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여러분의 의도가 아니라, 학습 데이터에서 가장 흔했던 값으로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좋은 프롬프트란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길게 쓴 것이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칸이 없는 것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넣는 게 목표가 아니다 — 여섯 칸 중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있는 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찾아 채우는 것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채우지 않은 칸은 반드시 채워진다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내 의도와 무관하게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구분이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하루를 관통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63588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63588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63588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"모델이 별로다"가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"어느 칸을 안 적었지?"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먼저 묻는 것 — 이것이 활용가의 첫 습관입니다.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 내는 일과 만들어 내는 일은 다릅니다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있던 세계에서, 정답이 없는 세계로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설계 · 책임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 읽어 내기 vs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 내기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읽어 내기 (지금까지)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문서에서 글자, 사진에서 위치를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꺼낸다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있다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3,200만 원이면 3,200만 원. 그래서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🎨 만들어 내기 (오늘부터)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없던 것을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없다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같은 문장도 매번 다른 그림, 어느 것도 틀렸다 말할 수 없다.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 내는 쪽에는 읽어 내는 쪽에 없던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새로 붙습니다 — 다음 장에서.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🆕 만들기에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붙는 두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859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859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적었느냐가 결과를 거의 다 좌우한다.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읽기는 입력이 정해져 있었지만, 만들기는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입력을 내가 쓴다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0253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168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168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0253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 낸 것에는 책임이 남는다.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읽은 게 틀리면 오류지만,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것이 실제와 혼동되면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다른 종류의 문제다.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68833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68833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장면을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 것처럼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보이게 만들었을 때, 그 그림을 어디에 어떻게 쓸 수 있는지는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기술이 아니라 판단의 영역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오늘은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만드는 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것을 어떻게 다룰지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다룹니다.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🔮 먼저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보세요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맞히는 게 목적이 아니라, 하루가 끝날 때 무엇이 바뀌었는지 스스로 확인하려는 것입니다. 마지막에 이 표로 돌아옵니다.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내 생각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그림이 마음에 안 들 때, 모델 교체 vs 프롬프트 수정 — 어느 쪽이 더 크게 바뀔까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오픈소스로 공개된 이미지 생성 모델은 회사 업무에 그대로 써도 될까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노트북에 그래픽카드가 없어도 이미지 생성을 직접 돌려 볼 수 있을까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만든 그림에 "AI로 만들었다"고 밝혀야 하는 경우가 있을까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🚶 앞으로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걸어갈 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어떻게 여기까지 왔나. 왜 스텝 수를 4로, 왜 어떤 모델은 가이던스를 0으로 끄는지가 여기서 나온다.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🖐️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설치·결제 없이 브라우저로 첫 장 → 코드로 자동화 → 무료 GPU에서 직접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무엇으로 만들지 고르는 잣대, 그리고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움직이는 것(영상)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마지막엔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포즈로 한 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만드는 도구를 직접 만든다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개념(빈 칸 채우기) → 역사 → 실습(브라우저·코드·GPU) → 판단(무엇을·어떻게 쓸지)의 순서로 갑니다.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모델에게 건네는 주문서. 그림이 별로일 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의심할 건 모델이 아니라 프롬프트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모델·시드를 고정하고 문장만 바꿔 보면,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차이는 순수하게 프롬프트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온다.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그림엔 여섯 칸(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피사체·동작·카메라·조명·환경·스타일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)이 있고, 안 적으면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최빈값으로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채운다.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프롬프트는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길게 쓴 게 아니라 빈 칸이 없는 것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읽기(정답 있음)와 달리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만들기는 정답이 없고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입력 설계와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새로 붙는다.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"프롬프트"란 무엇이며, 그림이 별로일 때 먼저 의심할 것은?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모델·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고정한 채 문장만 바꾸는 실험이 증명하는 것은?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그림 한 장이 성립하는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 안 적으면 어떻게 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"좋은 프롬프트 = 긴 프롬프트"가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이유는?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읽어 내기와 달리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 내기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새로 붙는 두 가지는?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만들고 싶은 것을 적어 넣는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문장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그림이 별로면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모델보다 프롬프트(빈 칸)를 먼저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의심한다.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시드=출발 잡음을 정하는 숫자. 같은 시드면 출발점이 같으니,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차이는 오직 프롬프트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때문임이 증명된다.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피사체·동작·카메라·조명·환경·스타일.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 적으면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학습 데이터의 최빈값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(내 의도와 무관)으로 대신 정한다.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중요한 건 길이가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칸에 빈 칸이 없는지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빈 칸만 없으면 짧아도 좋은 프롬프트.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적었느냐가 결과를 좌우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(입력을 내가 씀) ②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것에 책임이 남음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(실제와 혼동되면 판단의 문제).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문제는 모델이 아니라 빈 칸 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모델인데 결과가 갈립니다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2026-08-07T00:00:39Z</dcterms:created>
  <dcterms:modified xsi:type="dcterms:W3CDTF">2026-08-07T00:00:39Z</dcterms:modified>
</cp:coreProperties>
</file>