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(①)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갈래와 네 개의 발상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이야기 밖에서 · 같은 주에 다른 데서 벌어진 일들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가져갈 것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갈래의 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 갈래에서 열어 볼 것 하나씩 — 둘은 끝까지 돌리고, 여섯은 주소·사양·막히는 자리가 손에 남는다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밑에 깔린 발상은 넷뿐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내년에 새 분야가 열려도 어느 뼈대 위에 섰는지 보고 무엇을 기대할지 짐작한다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두 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기존보다 나은지 재는 자(기준선)와, 오늘 내 일에 쓸 수 있는지 가리는 자(라이선스)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이름을 알아 진입로를 열고 무엇을 기대할지 가늠했더라도,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못 대면 그 도구는 아직 손에 들어온 것이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검색으로 못 마주치나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이유는 하나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분야를 부르는 이름을 모르면 검색창에 넣을 말이 없다.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이름을 모르면 에이전트에게 시킬 수도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"단백질 좀 만들어 줘"는 에이전트도 헤맨다.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"RFdiffusion으로 백본을 생성하고 ProteinMPNN으로 서열을 설계해 줘"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바로 붙는다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= 검색어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던질 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백본 = 사슬이 지나간 뼈대. 낱말 하나가 진입로를 연다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여덟이라 부르지만 안에서 다시 갈라진다 — 단백질은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모양을 맞히는 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것을 짓는 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짓는 쪽은 다시 약이 되는 분자와 새 물질로.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이름 여덟이 뼈대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갈라지는 자리는 그 자리에서 만나면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🖐️ 눈금 하나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딸려 오는 조건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Teachable Machine을 열어 Class 1에 편 손, Class 2에 주먹을 5초씩 찍고 학습을 누른다. 그 몇 초 동안 안에서 일어나는 일 하나 — 뜻 없던 숫자 뭉치(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답이 어긋나는 만큼 조금씩 고친다. 그 숫자가 몇 개인지가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매개변수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딸려 오는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손으로 겪는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자료로 학습을 시켜야 시작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사진을 한 장도 안 찍으면 학습 버튼이 아예 안 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적으면 흔들린다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반마다 두세 장만 찍고 조명·배경을 바꾸면 금세 헷갈린다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일이 바뀌면 처음부터 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 모양 대신 컵·병을 가르려면 버리고 새로 찍어야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6961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6961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76961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볼 여덟 갈래는 이 조건을 하나씩 무너뜨린다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학습 단계를 건너뛰고, 스무 줄로도 안 무너지고, 한 모델이 표든 세포든 원자든 받는다. 그 셋을 한꺼번에 푼 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밑에 깔린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발상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남의 자료를 엄청 많이 미리 배워 두고, 내 자료는 학습 없이 그냥 보여 주면 즉석에서 답 (제로샷 · 맥락 내 학습)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깨끗한 것을 잡음으로 망가뜨렸다가, 뿌린 잡음을 알아맞히는 법을 배워 거꾸로 걷어 내며 없던 것을 꺼낸다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신경망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점과 선(간선)으로 보고, 각 점이 이웃 정보를 받아 자기 상태를 고치기를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가능한 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채점하는 대신 기계가 정답 여부를 확인할 수 있는 문제에만 보상 — 채점이 자동이면 무한히 돌린다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뼈대가 분야를 갈아타며 되풀이된다 — 확산은 그림에서 시작해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 뼈대·약물 분자·결정 구조·로봇 동작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그대로 옮겨 갔다.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밑에 깔린 발상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주로 어느 발상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표를 읽는 기반모델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없이 표·시계열을 읽는다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유전체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세포 상태를 문장처럼 읽는다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단백질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모양을 맞히고 없던 것을 짓는다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기반+확산·그래프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분자와 재료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약이 될 분자·새 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원자와 기상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힘과 날씨를 계산 대신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세포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경계를 자동으로 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로봇의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넷이 한자리에 겹친다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기반+확산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채점되는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채점이 자동이면 보상을 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가능한 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74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974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974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여덟을 전부 손으로 돌리지 않는다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둘은 끝까지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(표·서열), 나머지 여섯도 혼자 열 수 있게 주소·사양·막히는 자리가 함께 있다. 단백질·기상·로봇 팔은 그 여섯 쪽.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이 여덟만 남은 이유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거기서 걸린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설치가 단순한가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RFdiffusion2 — 별도 컨테이너 실행 환경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 자원에서 도나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Cosmos — 가장 작은 등급도 26GB 넘게(무료 T4는 약 15GB)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 문제가 없나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AlphaFold3 가중치 — 비상업 한정, 공유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유지보수되고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FourCastNet — 옛 저장소가 2023 이후 정체(집을 옮긴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빠르게 결과 확인되나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검증에 실험실이 필요한 것들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셋은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장비·시간을 더 쓰면 넘는다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뒤의 둘은 아니다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라이선스는 돈으로도 못 넘고, 유지보수는 기다린다고 나아지지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둘이 가장 자주 발목을 잡는다.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초록 배지는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하나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첫 화면의 초록색 라이선스 배지는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대한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 파일(가중치)은 대개 다른 곳에 올라가고 조건도 따로다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라이선스 쪽이 오늘 가장 자주 발목을 잡는다. 실습에서 쓰려던 도구 하나가 정확히 이것 때문에 빠진다(TabPFN)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공개되었다는 말 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내가 쓸 수 있다는 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코드·가중치·기반 모델·학습 자료가 각각 다른 조건 — 마지막 덱에서 4계단으로 푼다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= 진입로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 이름을 알아야 검색도 에이전트 지시도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조건 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 필요·적으면 흔들림·바뀌면 처음부터 — 여덟 갈래가 이걸 무너뜨린다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발상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기반 모델·확산·그래프·검증 가능한 보상 — 가장 오래 남을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손에 잡히느냐로 추림 — 앞 셋은 장비·시간, 뒤 둘(라이선스·유지보수)은 못 넘기도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 두 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기준선(나은지)과 라이선스(쓸 수 있는지)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Teachable Machine에서 겪는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딸려 오는 조건 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밑에 깔린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발상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이름과 각 한 줄 설명은?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분야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아는 것이 검색·에이전트 지시에서 중요한가?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조건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장비·시간으로 못 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둘은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저장소 첫 화면의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배지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말하는 것과, 놓치기 쉬운 것은?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자료로 학습시켜야 시작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적으면 흔들림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일이 바뀌면 처음부터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여덟 갈래가 이 셋을 하나씩 무너뜨린다.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(미리 배우고 학습 없이)·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(잡음에서 거꾸로 걷어내며 만들기)·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신경망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(점과 선, 이웃끼리 주고받기)·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(채점되는 문제에만 보상).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모르면 검색창에 넣을 말이 없고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에이전트도 헤맨다. 정확한 이름이 그대로 검색어이자 지시문 낱말.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(돈으로도 못 넘음)와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(기다린다고 나아지지 않음). 앞의 셋(설치·자원·확인 속도)은 장비·시간으로 넘는다.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초록 배지는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조건. 가중치·기반 모델·학습 자료는 각각 다른 곳에 다른 조건으로 놓여, 배지만 보면 못 쓸 것을 쓸 수 있다고 착각한다.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갈래, 네 발상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새로 연 곳들 — 여덟 갈래와 네 발상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