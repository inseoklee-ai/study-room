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7 · 공간을 다루는 AI (③④)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찍어서 점으로, 점을 알갱이로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 영상 → 3차원 점 320만 개 → 스플랫 .ply 파일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걸음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 영상  15~20초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코랩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 320만 개  + 카메라 24개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62칸 채우기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스플랫 .ply  217.5MB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거리를 되찾아 위치 3칸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채우고, ④는 나머지 칸을 규칙으로 채운다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코드는 에이전트가 쓴다 — 우리는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 낱말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숫자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쥔다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걸어 다니며 찍어야 시차가 쌓이고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나온 것은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열기 전에 숫자로 먼저 판정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방을 찍어 점으로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시차 · 코랩 · MapAnything · 판정 숫자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78908" y="5486400"/>
            <a:ext cx="223113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78908" y="548640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실습 1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에이전트에게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 전체를 먼저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쥐여 준다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https://github.com/SunCreation/room-3d-demo.git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.claude/skills &amp;&amp; cp -r room-3d-demo/skills/room-3d .claude/skills/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지시문만 한 줄씩 던지면 에이전트는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갈림길마다 혼자 정해 버린다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 결정을 한참 뒤에 발견한다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 묶음이 하는 일 셋 — 길 전체를 순서대로 쥐여 주고,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조용히 실패하는 자리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(fp16·sys.path·SparkRenderer·pcsogszip·100MiB)를 미리 알려 주고,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갈림길에서 되묻게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324987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324987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324987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푸는 막힘과 못 푸는 막힘이 다르다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잘못 시킨 코드는 풀리지만,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그래픽 장치가 붙은 기계를 못 받으면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지침으로도 안 된다. 그땐 데모 주소를 화면 삼아 읽으며 넘어가면 된다.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🚶 걸어 다니며 15~20초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시차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근거다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 안을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걸어 다니며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찍으면 같은 물건이 장마다 조금씩 다른 곳에 찍힌다. 두 장에서 그 어긋난 양이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시차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두 눈이 같은 물건을 좌우로 다르게 보는 것과 같은데, 여기선 렌즈 하나가 자리를 옮겨 그 어긋남을 만든다.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87118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가까운 물건은 많이 밀리고, 먼 물건은 조금 밀린다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차창 밖 — 가까운 가로수는 휙휙, 먼 산은 거의 안 움직임. 밀린 양에서 거리가 나온다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8404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38404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38404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제자리에서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몸만 돌리면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렌즈가 안 움직여 이 어긋남이 안 생긴다 — 화면은 바뀌는데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단서가 하나도 안 쌓인다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사진 한 장에서 눌려 사라진 거리가 두 장 사이의 어긋남으로 되살아난다.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 찍을 때 지킬 것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걸어 다니며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자리를 옮겨야 시차가 쌓인다 (제자리 회전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15~20초면 충분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 길어도 뒤에서 24장만 고르게 뽑아 쓴다. 너무 길면 장 사이가 멀어진다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천천히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빨리 휘두르면 번지고, 번진 사진에선 같은 지점을 못 찾는다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1080p로 낮추기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4K면 100MB 넘어 올리는 데만 한참 (예시 영상은 5.9MB)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방이라서 좋은 이유 — 시차를 재려면 두 사진에서 같은 지점을 알아볼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있어야 하는데,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방엔 이미 넘친다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(벽지 이음매·액자 모서리·책등·콘센트).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안 된 방이 오히려 잘 나온다.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찍기 전에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방에 있는 것을 전부 찍는다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물건 하나를 겨눌 때와 달리 카메라가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벽·책상·문간을 차례로 훑는다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화면에 띄운 문서, 벽의 명패, 책상 위 우편물, 지나가는 사람이 그 짧은 시간에 다 들어온다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이 결과는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마지막에 공개 주소로 나간다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3494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찍기 전에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바퀴 눈으로 훑고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걸리는 것은 치우거나, 그쪽을 안 찍는 쪽으로 돈다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☁️ 코랩을 붙잡을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노트북에 따라 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노트북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붙잡는 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그래픽 장치는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macOS · 리눅스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Colab CLI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빌리는 명령에 --gpu T4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Windows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Colab MCP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브라우저에서 직접 T4로 바꾼다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2670048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2761488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tool install google-colab-cli     # macOS·리눅스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colab new -s room --gpu T4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colab status -s room                 # T4가 찍히면 기계를 받은 것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370789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70789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370789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구글이 만든 것이고 하는 일은 같다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남의 기계를 빌려 계산을 돌리게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방을 점으로 푸는 계산은 노트북에선 안 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쪽이 안 붙어도 손으로 셀에 옮겨 붙이면 결과는 같다.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⏱️ 시간의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3분의 2가 모델 내려받기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걸음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설치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24.6초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파이토치 안 건드림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준비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173~194초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4.91GB 내려받기 · 처음 한 번만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 24장 뽑기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10.9초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복원 24장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10.6초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그래픽 메모리 6.74GB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튄 점 걸러내기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 약 4분(영상 올리기 제외)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준비를 영상 올리기보다 앞에 둔다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4.91GB를 받는 동안 다음 대목을 읽으면 기다림이 사라진다.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없앨 수 있는 기다림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(모델 받기, 다시 돌리면 없음)과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없어지는 기다림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(복원 10.6초)이 섞여 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지시문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 만들기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907792"/>
          </a:xfrm>
          <a:prstGeom prst="roundRect">
            <a:avLst>
              <a:gd name="adj" fmla="val 157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9077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24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폰 영상 하나에서 방의 3차원 점과 카메라 위치를 얻는 코드를 짜서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코랩(무료 T4)에서 돌려 주세요.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맨 앞에 그래픽 장치 이름·메모리·계산 능력을 찍기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모델은 facebook/map-anything-apache. 설치 직후 import가 실패하니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새로 깐 자리를 찾을 목록에 끼워 넣어 런타임 재시작 없이 넘어가기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모델 내려받기를 영상 올리기보다 앞에 두기(4.91GB 받는 동안 읽게)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영상에서 24장을 고르게 뽑고 긴 변을 줄이기. 번진 것 없나 몇 장 띄우기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계산 정밀도를 fp16으로 지정(bf16은 이 카드에서 메모리가 터짐)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복원 시간과 최대 그래픽 메모리를 찍기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각 축 위아래 0.5% 밖으로 튄 점은 버리기(창밖·거울에서 날아간 점)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카메라가 퍼진 범위 ÷ 장면 대각선을 찍고, 0.1보다 작으면 다시 찍으라고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남은 점 개수를 찍고, 점 좌표·색·카메라 위치를 파일 하나로 저장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4256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4256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44256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정밀도 줄을 빼면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실행에서 바로 멈춘다.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이 모델은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 지도를 겹친다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쓰는 것은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MapAnything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(메타, 2025) — 사진 여러 장을 한 번에 받아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장의 깊이 + 그 사진이 찍힌 위치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속을 열면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사진마다 깊이 지도 하나씩 뽑고, 각 카메라 위치에 맞춰 하나의 좌표계 위로 겹친다.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 320만 개 = 겹쳐진 깊이 지도 24장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787146"/>
          </a:xfrm>
          <a:prstGeom prst="roundRect">
            <a:avLst>
              <a:gd name="adj" fmla="val 1045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81250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 추정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 눈을 감아도 무엇이 앞인지 안다. 단서가 사진 안에 있다: 같은 크기인 줄 아는 게 작게 찍히면 멀고, 윤곽이 겹칠 때 안 끊긴 쪽이 앞, 바닥 무늬는 멀수록 촘촘. 사람도 모델도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거리가 함께 기록된 사진을 수백만 장 보며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익혔다.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683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1683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1683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한 장만 넣고 하는 것이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단안 깊이 추정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정답 자료(ground truth)는 레이저 스캐너로 실제로 잰 깊이 — NYU Depth V2·KITTI·DIODE.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배웠느냐가 어느 장면에서 잘 맞는지를 정한다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(실내만 본 모델은 들판에서 흔들림).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📏 나오는 값이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미터가 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 깊이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7143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컵이 벽보다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훨씬 가깝다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고만 말한다(0.3m·3m 아님). 사진 한 장엔 크기를 정할 근거가 없다 — 인형을 가까이 찍은 것과 10배 키워 10배 멀리 찍은 것은 화소로 구별 안 됨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역깊이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거리의 역수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클수록 가깝다.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거리 2배면 값 절반. 두 장 어긋남을 재던 시절 이름으로 disparity라고도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방향을 안 뒤집으면 장면이 안팎으로 뒤집힌다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값을 그대로 거리로 여기면 가까운 게 멀리 놓인다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 것일수록 값이 0에 눌어붙는다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하늘은 값이 거의 0이라, 되돌리려 뒤집으면 무한대로 날아가 장면이 늘어난다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단위를 포기한 건 사고가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미터를 버리고 순서만 맞히기로 하자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단위가 제각각인 사진을 전부 섞어 쓸 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있게 됐다. 처음 보는 방에서도 그럴듯한 깊이가 나오는 이유.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🔤 이름 둘 — 그리고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-apache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빼면 안 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모르는 사진 여러 장을 풀어 각 장이 어디서 찍혔는지 + 성긴 점을 얻기 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(structure from motion)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위치를 근거로 조밀한 3차원 점을 뽑기 =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다시점 스테레오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(multi-view stereo) — 옛 길은 둘을 따로 돌렸고, 이 모델은 한 번에 낸다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3494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23494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검색창에 넣을 말이 이 두 이름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"사진 여러 장으로 3d"로는 안 나온다.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29890"/>
            <a:ext cx="11091672" cy="787146"/>
          </a:xfrm>
          <a:prstGeom prst="roundRect">
            <a:avLst>
              <a:gd name="adj" fmla="val 1045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076194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facebook/map-anything-apache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이름 뒤 -apache를 빼면 안 된다. 같은 저장소가 가중치를 두 판으로 나눴고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그쪽만 Apache-2.0, 다른 쪽은 비상업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(학습 자료가 달라서). 게다가 어떤 가중치는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신청·승인을 기다려야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받는데, 오늘 고른 판은 관문이 없어 바로 받아진다.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화면 열기 전에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숫자부터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 판단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얼마나 걸어 다녔나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카메라 퍼진 범위 ÷ 장면 대각선. 0.1이 기준선, 걸어 다니면 0.3 언저리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카메라 24개 모양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걸어간 자취처럼 한 줄이어야. 뭉쳐 있으면 제자리 회전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 개수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24장이면 320만 개 안팎. 자릿수 다르면 사진이 안 들어감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그래픽 메모리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7GB 언저리. 31GB 달라 하면 bf16이 남은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걸어 다녔나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제일 중요 — 걸어 다닌 폭 ÷ 방 크기라 단위 없는 비율. 0.3이면 대각선의 3할,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 아래면 사실상 한자리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 값이 낮으면 화면 볼 것도 없이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걸음 더 다니며 다시 찍는 게 가장 빠르다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📈 장수를 늘리면 — 그리고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막히는 자리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넣은 장수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복원 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메모리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나온 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6.81GB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334만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12.9초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7.34GB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446만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31.5초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9.49GB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892만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55.1초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11.99GB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1339만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38144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시간이 장수보다 빠르게 는다. 128장은 T4 메모리에 안 들어간다.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왜 24장?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메모리가 아니라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마지막에 내보낼 파일 크기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 — 점이 늘면 파일이 커진다.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3896487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896487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896487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bf16은 T4(세대 7.5)에 회로가 없어 계산표를 통째로 펼치는 옛 방식으로 떨어져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31GB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요구 → fp16이면 6.74GB. 고약한 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적게 넣으면 그냥 돌아간다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것(8장은 bf16으로도 넘어감). 그래서 지시문에 fp16을 못 박는다.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점을 알갱이로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62칸 채우기 · 크기 규칙 · 217.5MB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78908" y="5486400"/>
            <a:ext cx="223113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78908" y="548640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실습 2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🗂️ 62칸은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셋으로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갈린다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07238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답이 어디서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점이 준다(모델이 낸 좌표)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점이 준다(사진의 색)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불투명도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우리가 정한다 — 판단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우리가 정한다 — 규칙 하나로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우리가 정한다 — 안 돌린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옴 — 안 쓰지만 자리는 있어 0으로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각도별 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옴 — 형식에서 뺀다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902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5902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5902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점이 주는 칸 6, 우리가 정하는 칸 8, 비우는 칸 48.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값을 무엇으로 대신할지 정하는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이 대목의 알맹이.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되돌리기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빼먹으면 안 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모델은 Y가 아래, 웹 3D 라이브러리는 Y가 위.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y·z 부호를 뒤집지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않으면 방이 거꾸로 서고 천장이 발밑에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스플랫 색 칸에 들어가는 건 색이 아니라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0차 구면 조화 계수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34946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326386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넣을 값 = (색 ÷ 255 − 0.5) ÷ 0.2821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흰색 → 1.77 · 검은색 → −1.77   (음수·1.77이 정상)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4876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04876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04876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되돌리기를 빼면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전체가 뿌옇다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그리는 쪽이 0.2821 곱하고 0.5 더하므로 색 폭이 0.28배로 눌려 다 회색이 된다.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불투명도도 시그모이드를 거치기 전 값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— 0.9를 넣으려면 파일엔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2.2 언저리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적는다.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크기를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무엇에 맞추나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가장 자주 어긋나는 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그럴듯한 기준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"이웃 점까지의 거리"는 안 선다.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우리 점은 깊이 지도(사진 격자)에서 나와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옆 화소 짝이 늘 붙어 있다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점을 13배 줄여도(320만→25만) 이웃 거리 중앙값은 0.00372→0.00711로 두 배도 안 는다. 이걸로 크기를 맞추면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성겨진 곳이 뚫린 채 남는다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787146"/>
          </a:xfrm>
          <a:prstGeom prst="roundRect">
            <a:avLst>
              <a:gd name="adj" fmla="val 1045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33422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알갱이 전체가 방의 표면을 딱 덮을 만큼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— 넓이는 반지름², N개면 N·r² ≈ 표면 S →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 ≈ √(S ÷ N)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표면 넓이 대신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장면의 가장 긴 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쓰고 어긋남은 상수 K로 흡수: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20568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020568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3112008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K × (장면의 가장 긴 변) ÷ √N       (K 기본값 1.4)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62407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62407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362407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반지름은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N의 제곱근에 반비례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점을 4배 늘리면 알갱이는 절반.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검은 점이 숭숭하면 K를 올리고, 방울처럼 뭉쳐 윤곽이 물러지면 내린다.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점을 줄이면 K도 함께 올린다.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지시문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알갱이로 쓰기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683764"/>
          </a:xfrm>
          <a:prstGeom prst="roundRect">
            <a:avLst>
              <a:gd name="adj" fmla="val 170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6837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5008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앞에서 얻은 점 좌표·색을 3D 가우시안 스플랫 .ply로 써 주세요.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자리는 그대로 쓰되 y·z 부호를 뒤집기(모델 Y아래 ↔ 웹 Y위)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색은 0차 구면 조화 계수로 바꿔 f_dc에. 1차 이상은 헤더에 넣지 말기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(f_rest_0~44를 0으로 채우면 파일이 3.6배)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알갱이 반지름 = K × 장면 가장 긴 변 ÷ √N, K를 손으로 바꾸게(기본 1.4)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저장할 때 로그 취하기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불투명도 0.9, 단 시그모이드 거치기 전 값으로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회전은 안 돌린 사원수, 법선 셋은 0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점을 몇 개만 쓸지 손잡이 N_KEEP(0이면 전부, 기본 0)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INRIA 형식 이진 .ply, 헤더 속성 이름·순서를 그 형식 그대로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알갱이 개수·반지름·장면 긴 변·파일 크기·걸린 시간을 찍기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2016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2016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42016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낱말이 없으면 에이전트는 짐작해야 하고, 짐작한 결과가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열리지 않는 파일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온다 — 0차 구면 조화·사원수·시그모이드·INRIA 형식·알갱이 반지름.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🧮 217.5MB가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곱셈으로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나온다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각도별 색 45칸을 뺐으니 알갱이 하나에 남는 값은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17개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(자리3+법선3+색3+불투명도1+크기3+회전4). 값 하나 4바이트 → 알갱이 하나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68바이트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3,197,944 × 68 = 217,460,192 바이트 ≒ 217.5MB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실제 파일 217,460,609 바이트 (차이 417B = 파일 머리)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43759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643759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643759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📏 이 나눗셈이 그대로 판정선 — 파일 크기 ÷ 알갱이 개수가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56~68이면 각도별 색이 비어 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(재서 채운 파일),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236~248이면 실제 값으로 차 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(학습으로 만든 파일). 우리 것은 68.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559683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559683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68바이트가 곧 문제 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217.5MB는 웹에 안 올라간다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07238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 + 판단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걸어 다녀야 어긋남이 쌓인다 — 제자리 회전은 거리 단서가 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노트북에선 안 도는 계산을 남의 T4를 빌려 돌린다. fp16 못 박기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MapAnything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깊이 지도 24장을 한 좌표계에 겹친다. 나오는 값은 미터가 아니라 상대·역깊이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숫자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전에 퍼진 정도 0.1 기준선부터 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62칸 채우기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위치·색은 점이, 크기·불투명도는 규칙이, 각도별 색은 비운다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크기 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이웃 아닌 표면 덮기 — r = K√(S/N), K로 눈으로 맞춤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크기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알갱이당 바이트는 곱셈 — 68이면 각도별 색이 빈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제자리에서 몸만 돌리면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 되나? 무엇이 안 쌓이나?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화면을 열기 전에 보는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숫자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그 기준선은?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깊이 모델이 내는 값이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미터가 아니라는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걸리는 문제 둘은?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알갱이 크기를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이웃 점 거리로 맞추면 안 되는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이유와, 대신 쓰는 규칙은?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파일 크기 ÷ 알갱이 개수가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이면 무엇을 뜻하나?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렌즈가 안 움직여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시차(어긋남)가 안 쌓인다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화면은 바뀌어도 거리 단서가 하나도 없다. 걸어 다녀야 가까운 것이 많이, 먼 것이 조금 밀리며 거리가 나온다.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카메라가 퍼진 범위 ÷ 장면 대각선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기준선 0.1, 걸어 다니면 0.3 언저리. 0.1 아래면 화면 볼 것 없이 다시 찍는다.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①방향을 안 뒤집으면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장면이 안팎으로 뒤집힌다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(역깊이라 값이 클수록 가까움) ②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 것은 값이 0에 눌어붙어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되돌리면 하늘이 무한대로 날아간다.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깊이 지도 격자라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옆 화소 짝이 늘 붙어 있어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점을 줄여도 이웃 거리가 거의 안 는다 → 성긴 곳이 뚫린다. 대신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표면을 덮는 r = K√(S/N)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K를 눈으로 맞춘다.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각도별 색 45칸이 비어 있다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(재서 채운 파일) — 각도를 틀어도 색이 안 변한다. 236~248이면 학습으로 채운 파일.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점에서 알갱이로 🔵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찍어서 점으로, 점을 알갱이로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2026-08-13T12:31:33Z</dcterms:created>
  <dcterms:modified xsi:type="dcterms:W3CDTF">2026-08-13T12:31:33Z</dcterms:modified>
</cp:coreProperties>
</file>