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만들기 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API와 도구의 인터페이스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화면에는 "승인" 버튼 하나여도 프로그램에는 더 많은 정보가 필요합니다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"무엇을 입력하면 어떤 결과가 돌아오며, 잘못된 요청은 어떻게 알려 주는가"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대한 약속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프로그램이 다른 기능을 호출할 때 사용하는 인터페이스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인터넷 주소를 뜻하지는 않습니다.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 내부에서 작업을 시작하는 함수를 호출하는 것도 입력과 반환값에 대한 계약이 필요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세 가지 연결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이름이 비슷해도 책임이 다릅니다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인터페이스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호출하는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계약의 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앱의 작업 인터페이스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터미널·웹 화면 → 작업 처리부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요청을 시작하고 작업 ID를 받기, 상태 조회, 변경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제공자 연결부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하네스 → 모델 제공자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대화와 도구 설명 전달, 응답과 도구 요청 해석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인터페이스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하네스 → 파일 읽기·쓰기·테스트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경로와 내용을 받아 작업하고 결과 또는 오류 반환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54096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제공자마다 요청·응답의 세부 형태가 다를 수 있으므로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제공자별 연결부에서 차이를 처리하고 하네스에는 정한 형태로 돌려주도록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설계합니다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응답을 받았다고 파일이 바뀐 것은 아닙니다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하네스가 도구 요청을 확인하고 권한을 검사한 뒤 실제 도구를 실행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연결부에서 정할 것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답변과 도구 요청을 어떻게 구별할지, 도구 요청과 실행 결과를 어떤 ID로 연결할지, 여러 요청을 받았을 때 처리 순서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지원하지 않는 응답이나 해석할 수 없는 입력을 받으면 오류로 알려야 하며 빈 답변으로 바꾸어 숨기지 않습니다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ID와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 ≠ 실행 허가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6097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ID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요청 한 건에 붙이는 이름표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모델이 read_text로 notes.txt를 읽어 달라는 요청을 call_a로 보냈다면, 하네스는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결과가 그 요청에 대한 것임을 연결해 반환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파일을 읽으라는 요청에서 어느 내용이 어느 요청의 결과인지 섞이지 않게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하려는 목적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이름은 설명용이며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제공자가 요구하는 식별자와 반환 구조는 어댑터에서 맞춥니다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응답을 프로그램이 다룰 구조로 해석하는 과정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응답을 해석할 수 있다는 것과 실행해도 된다는 것은 다릅니다.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해석한 뒤에도 도구 이름, 인자의 종류, 경로와 권한을 검사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시작·조회·승인·결과의 약속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기다리는 동안에도 시작 여부를 알아야 합니다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인터페이스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계약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입력에서 정할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출력에서 정할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시작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요청, 허용된 작업 폴더, 이어 갈 세션 여부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ID와 시작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상태, 진행 정보, 승인 대기 여부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ID, 승인 요청 ID, 허용 또는 거절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반영 여부와 현재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결과 또는 종료 이유, 관련 실행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38144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ID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실행 하나를 구별하는 이름표로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대화를 이어 가는 세션 ID와 역할이 다릅니다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하나로 합치려면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선택이 조회와 기록에 어떤 영향을 주는지 먼저 설명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있어야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아직 없다는 상태와 결과가 빈 문자열이라는 상태도 구별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진행 중이면 진행 중이라고,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작업 ID라면 찾을 수 없다는 오류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도구 실행이 실패했는데 모델이 친절한 문장을 작성했다는 이유만으로 전체 작업을 성공으로 표시하지 않도록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완료 기준도 연결합니다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선택에 맞춰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연결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CLI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입력을 읽는 코드가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시작 함수를 호출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진행 정보를 글자로 출력. 승인 대기가 생기면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제안된 변경을 출력하고 입력을 대기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함수를 쓴다는 이유로 입력 검사나 오류 계약이 없어지지 않습니다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로컬 웹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동작을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연결 — 작업 시작·상태 조회·승인 응답을 각각 웹 경로에.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CLI만 만들 학생이 이 웹 경로까지 구현할 필요는 없습니다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4378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84378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84378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웹에서 버튼을 눌렀다는 사실과 서버가 요청을 받았다는 사실도 구별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 — 통신이 끊겼을 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무조건 작업 시작을 다시 보내면 같은 요청이 두 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생길 수 있습니다.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재시도할 때 기존 작업을 조회할지 새 작업을 만들지 정하고 그 한계를 기록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승인과 도구 실행을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연결하는 정보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9499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"승인됨"이라는 값 하나로는 부족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확인한 변경 내용과 실제로 실행할 변경 내용이 같아야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합니다. 승인 요청을 만들 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파일과 제안된 변경에 연결된 식별 정보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남기고,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변경으로 바뀌면 새 승인을 받도록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멱등성(idempotency)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요청을 반복해도 의도한 효과가 추가로 생기지 않게 만드는 성질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이름을 외우기보다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"이미 처리한 승인인지 확인하고 다시 실행하지 않는다"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동작으로 이해하면 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완료 여부를 저장하는 시점과 실행 중 중단되는 경우까지 살펴야 하므로, 승인 ID만 추가했다고 모든 중복 문제가 해결된 것은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대기 중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사람이 수정했다면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이전 변경안을 그대로 덮어써도 되는지도 정합니다 — 처음에는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파일이 달라졌음을 발견하면 멈추고 새 변경안을 확인받는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방식으로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46786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46786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346786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구현하지 않은 충돌 처리까지 갖췄다고 쓰지 않고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선택한 처리와 검증할 상황을 명세에 남깁니다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도구의 입력·출력·오류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이름보다 허용하는 동작이 중요합니다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인터페이스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읽기 도구의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정할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폴더를 기준으로 한 파일 경로, 허용할 파일 종류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성공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읽은 내용과 그 내용을 식별할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없음, 읽기 불가, 허용 범위 밖 경로 등을 구별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너무 큰 파일을 거절할지 일부만 읽을지, 일부라면 그 사실을 어떻게 표시할지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3529584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정상 읽기  {"path": "notes.txt"}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→ {"ok": true, "path": "notes.txt", "text": "회의 자료"}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파일 없음  {"path": "missing.txt"}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→ {"ok": false, "error": {"code": "FILE_NOT_FOUND",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"message": "파일을 찾을 수 없습니다."}}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514807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데이터에 어떤 항목이 필요하고 값의 종류가 무엇인지 정한 규칙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경로가 허용 폴더 안인지의 판단은 별도의 실행 검사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파일이 비어 있다면 성공 결과의 text가 빈 문자열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수 있습니다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찾지 못한 오류와 구별되는지 예제로 확인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검사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같은 계약을 따라야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설명에는 작업 폴더 안만 읽는다고 써 놓고 실제 함수는 어떤 경로든 읽게 두면 설명만으로 범위가 제한되지 않습니다.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언어의 타입 검사 역시 허용 경로 판단을 대신하지 않습니다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6654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결과에는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프로그램이 구별할 수 있는 오류 종류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이해할 설명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둘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"파일 없음"을 빈 내용으로 반환하면 모델이 빈 파일을 읽었다고 오해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제공자 연결 실패, 도구 입력 오류, 사용자 승인 거절도 서로 다른 사건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남겨야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원인을 찾고 다음 행동을 정할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70123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70123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3361563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선택한 플랫폼에 맞춰 작업 시작·조회·승인과 첫 읽기 도구의 계약을 정리해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정상 요청과 잘못된 요청 예를 넣고, 아직 결정이 필요한 부분은 남겨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코드는 아직 만들지 마.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양쪽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읽기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📤 호출하는 쪽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입력만 보고 실행 대상을 알 수 있는지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📥 받는 쪽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결과만 보고 성공·실패·대기를 구별할 수 있는지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이어가기는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세션에 새 작업을 연결하는 계약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적고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기록이 없을 때도 복원했다고 응답하지 않도록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변경·테스트 도구는 이어지는 구현 단계에 맞춰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내용과 승인, 고정된 테스트 실행 범위 및 종료 코드·출력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구체화합니다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결정하지 못한 사항은 AI가 임의로 기능을 늘리지 않도록 미결정으로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남깁니다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5901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5901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5901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응답은 설계를 설명하는 가상 데이터이며 실행 증거가 아닙니다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파싱에 성공하면 실행해도 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해석과 실행 허가는 다르다.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해석 뒤에도 도구 이름·인자 종류·경로와 권한을 검사한다.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승인 ID만 추가하면 중복 실행이 해결되나?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완료 여부를 저장하는 시점과 실행 중 중단되는 경우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살펴야 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"파일 없음"을 빈 내용으로 반환하면?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파일을 읽었다고 오해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있다. 오류는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구별 가능한 종류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반환한다.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주고받을 값을 약속합니다 🔌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에이전트 하네스 ⑥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2026-09-08T01:39:01Z</dcterms:created>
  <dcterms:modified xsi:type="dcterms:W3CDTF">2026-09-08T01:39:01Z</dcterms:modified>
</cp:coreProperties>
</file>