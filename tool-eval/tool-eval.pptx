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도구와 하네스 · ⑧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쓰는 평가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전후 판정과 회귀 — 판정은 도구 단계에서 시작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전후 기록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항목 판정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 확인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측정의 최소 형태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문항의 수정 전·후 실행을 나란히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단계를 네 항목으로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이진 판정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 (도구 선택·스키마 준수·반환 근거·실패 처리)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뒤에는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세트 전체를 다시 돌려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깨진 것이 없는지 확인한다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인상이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호출·반환·실패 뒤 행동의 증거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판정한다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판정은 완성된 글이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단계에서 시작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문항으로 남기는 전후 기록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측정의 최소 형태 = 수정 전과 후를 나란히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98748" y="5486400"/>
            <a:ext cx="479145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98748" y="5486400"/>
            <a:ext cx="4791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패킷 · 문항 6~8개 · 인상 아닌 기록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최종 문장만 보면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가려지는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과제는 답에 이르기 전에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선택 · 인자 구성 · 반환 읽기 · 실패 뒤 행동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단계가 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문장만 보면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우연히 맞은 답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좋은 실행처럼 보인다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잘못된 도구를 골랐거나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반환을 잘못 읽은 실패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가려진다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684907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977515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선택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47238" y="257517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12998" y="2575179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7862" y="2684907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86150" y="2977515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인자 구성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11596" y="257517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77356" y="2575179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2684907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0508" y="2977515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 읽기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75954" y="257517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41714" y="2575179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96578" y="2684907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14866" y="2977515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뒤 행동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8187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187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187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판정은 완성된 글이 아니라 도구 단계에서 시작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🧾 계약을 고쳤다면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전후를 똑같이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· 스키마 · 실패 규칙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 한 부분을 고친다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패킷의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문항 6~8개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수정 전과 후에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똑같이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실행한다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문항의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· 제공 정보 · 허용 도구를 바꾸지 않아야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 기록의 차이를 계약 수정과 연결할 수 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전 기록이 없으면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수정 후의 통과 수를 보아도 개선인지 퇴보인지 판단할 수 없다.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단계별로 나눈 네 항목 판정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고칠지 결과가 아니라 단계별로 알려 준다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42716" y="5486400"/>
            <a:ext cx="53035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42716" y="5486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선택 · 스키마 준수 · 반환 근거 · 실패 처리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판정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항목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기준과 확인할 기록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통과 기준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요청에 맞는 도구를 골랐다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스키마 준수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인자가 허용된 이름·형식·범위 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인자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반환 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답이 반환값을 근거로 삼았다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응답·최종 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뒤 정해진 다음 행동을 지켰다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호출·최종 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칸을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이진 판정(통과/실패)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표시한다. 네 항목은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고칠지 결과가 아니라 단계별로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알려 준다.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🗃️ 이진 판정 예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조회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준수 실패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승인되지 않은 창고를 임의로 넣었다면, 최종 답에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수량이 있어도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실패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처리 실패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도구가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오류를 돌려줬는데 수량을 추정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했다면 실패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오류를 밝히고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추가 정보 요청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했다면, 답이 짧더라도 그 항목은 통과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길이·매끄러움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아니라 단계마다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규칙을 지켰는지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통과·실패가 갈린다.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뒤에도 다시 확인하는 회귀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문항을 고치는 사이 다른 문항이 깨질 수 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42716" y="5486400"/>
            <a:ext cx="53035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42716" y="5486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regression · 세트 전체 재실행 · 행별 비교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회귀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고쳤는데 예전 것이 깨진다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회귀(regression)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고쳤는데 예전에 되던 것이 깨지는 현상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 선택 규칙을 분명하게 고쳐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문항의 실패를 줄였더라도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기존에 올바르게 호출하던 문항이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설명을 오해해 실패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684907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문항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977515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→ 통과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11596" y="257517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77356" y="2575179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2220" y="2684907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문항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50508" y="2977515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→ 실패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187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8187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8187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수정 뒤에는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문제를 보인 문항만 실행하지 않고, 수정 전 세트 전체를 다시 돌린다.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행별 비교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세트 전체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다시 돌린다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전 세트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다시 실행한다 (새로 문제 보인 문항만이 아니다)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기록의 각 통과·실패와 새 기록을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행별로 비교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통과가 늘었는지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통과했던 항목이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실패로 바뀌었는지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확인한다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문항 하나가 좋아졌다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사실과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세트 전체가 좋아졌다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판단은 다르다.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측정의 최소 형태는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문항의 수정 전·후 실행을 나란히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남기는 일이다.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과제는 최종 문장이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선택·스키마 준수·반환 근거·실패 처리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이진 판정한다.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네 항목은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고칠지 단계별로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알려 준다 — 결과가 아니라 단계로.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뒤에는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세트 전체를 다시 돌려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회귀를 확인해야 개선인지 퇴보인지 말할 수 있다.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도구를 쓰는 과제에서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측정의 최소 형태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무엇인가?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계약을 고친 뒤 전후를 비교하려면 문항의 무엇을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바꾸지 말아야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판정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항목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각 항목의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기록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도구가 오류를 돌려줬는데 수량을 추정한 답은 어느 항목이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란 무엇이며, 이를 확인하려면 수정 뒤 무엇을 실행하나?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문항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대해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전과 수정 후의 실행을 나란히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남기는 일. 수정 전 기록이 없으면 개선·퇴보를 판단할 수 없다.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문항의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· 제공 정보 · 허용 도구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이것을 바꾸지 않아야 차이를 계약 수정과 연결할 수 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선택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(호출 이름)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준수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(호출 인자)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반환 근거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(도구 응답·최종 답)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처리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(호출·최종 답).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처리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오류 뒤 정해진 다음 행동을 지키지 않았기 때문. 승인 안 된 창고를 넣었다면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준수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실패.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회귀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고쳤는데 예전에 되던 것이 깨지는 현상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새로 문제 보인 문항만이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전 세트 전체를 다시 돌려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행별로 비교한다.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단계에 남은 증거로 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쓰는 평가 — 여기까지 · 다음: 안티패턴 회수와 관통 질문의 답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2026-08-27T02:52:48Z</dcterms:created>
  <dcterms:modified xsi:type="dcterms:W3CDTF">2026-08-27T02:52:48Z</dcterms:modified>
</cp:coreProperties>
</file>