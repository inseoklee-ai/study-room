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언어가 부딪힌 또 다른 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 — word2vec에서 attention까지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단어를 벡터로  (word2vec)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  (RNN·LSTM)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병목과 되돌아보기  (seq2seq·attention)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신경망은 글자를 못 먹는다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단어를 벡터로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바꾸는 word2vec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읽는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만난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번역을 위한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seq2seq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고정벡터 병목과, 그것을 깬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벽을 향한 질문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트랜스포머로 가는 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이미지의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언어의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한 뿌리이고, 둘 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지름길(통로)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넘는다.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⏪ 30초 복습 — 이미지의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층을 깊게 쌓다가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신호가 희미해지는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vanishing gradient 문제에 부딪혔다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connection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(지름길)으로 그 벽을 넘었다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장이 통째로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주어지지만, 문장은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단어가 하나씩 순서대로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흐르는 시간의 데이터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어제 도서관에서 책을 빌렸다"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'빌렸다'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저 앞의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'나는'·'책을'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기억해야 뜻이 통한다. 언어의 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단어를 숫자로 바꾸는 첫 관문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뜻의 관계를 방향과 거리로 남기다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word2vec · 임베딩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🔤 이웃으로 뜻을 배우는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word2vec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(2013)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'왕'=1번, '여왕'=2번처럼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번호만 매기면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의미 관계가 통째로 사라진다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발상: 단어의 뜻은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이웃과 함께 등장하는지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이미 담겨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"커피를 ___ 마셨다"의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맞히기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수억 번 → 비슷한 자리 단어는 비슷한 벡터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 − 남자 + 여자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≈ 여왕뜻의 관계가 벡터 공간의 방향과 거리로 남는다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임베딩 = 언어 신경망의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입력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단어들의 나열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개의 벡터  (임베딩)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벡터들의 흐름을  받아 처리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word2vec이 언어를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신경망이 먹을 수 있는 재료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손질해 준 셈입니다. 재료는 준비됐고, 문제는 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어떻게 소화하느냐였습니다.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🎮 만져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꼬맨틀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정답 단어 하나. 아무 단어나 던지면 정답과의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정도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−100~100 숫자로 돌려준다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뜻풀이 비교가 아니라,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단어 벡터 사이의 거리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재는 것 (FastText)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'바다' → '해변'·'파도'는 예상대로인데,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뜻은 상관없어 보이는데 점수가 튀는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단어가 꼭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공간이 배운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사전적 정의가 아니라 쓰임의 이웃 관계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설명 열 줄보다 한 판이 더 잘 보여 줍니다.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손으로 돌려보기 (1)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시키기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꼬맨틀을 직접 만들 차례입니다. 단어를 벡터로 바꾸고, 두 벡터의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각도(코사인 유사도)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가까운 정도를 재면 끝. 코딩 에이전트에게 이렇게 시켜 보세요.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파이썬으로 단어 유사도 게임을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sentence-transformers의 paraphrase-multilingual-MiniLM-L12-v2 모델로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단어를 벡터로 바꾼다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정답 단어 하나를 정하고, 후보 단어 목록과 정답 사이의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코사인 유사도를 계산한다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가까운 순으로 순위를 매겨 점수와 함께 출력한다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모델은 CPU에서 돌리고, GPU가 없어도 되게 해 줘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손으로 돌려보기 (2)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924044"/>
          </a:xfrm>
          <a:prstGeom prst="roundRect">
            <a:avLst>
              <a:gd name="adj" fmla="val 92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92404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741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처음 한 번만 설치합니다. 이미 깔려 있으면 건너뛰어도 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sentence-transformers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SentenceTransformer(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"sentence-transformers/paraphrase-multilingual-MiniLM-L12-v2")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["바다","해변","파도","모래","갈매기","항구","등대",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"산","숲","나무","계곡","등산","커피","카페","우유","아침",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"컴퓨터","키보드","코드","버그","고양이","강아지","산책",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"회사","회의","보고서","월급"]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"바다"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 = model.encode(VOCAB, normalize_embeddings=True)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 = model.encode([ANSWER], normalize_embeddings=True)[0]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sims = emb @ ans        # 길이를 1로 맞췄으니 내적이 곧 코사인 유사도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rank, i in enumerate(np.argsort(-sims), 1):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{rank}위  {VOCAB[i]}  {sims[i]*100:.1f}점")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실행 결과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'바다'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 순위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정답은 '바다'. 후보 27개를 가까운 순으로 세우면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1위  바다     100.0점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2위  해변      76.7점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3위  파도      76.5점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4위  항구      73.3점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5위  모래      62.5점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6위  등대      59.5점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7위  갈매기     55.4점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8위  버그      55.2점   ← ⚠️ 뜻으론 먼데 왜?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25위  월급      17.0점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26위  우유      15.9점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27위  고양이     13.7점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여기서 볼 것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바다와 해변이 비슷하다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알려 준 적 없다 — 비슷한 자리에 등장한 문장을 읽었을 뿐인데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76.7점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버그가 8위(55.2점)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벡터가 배운 건 사전적 정의가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쓰임의 이웃 관계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"이게 왜 높지?"의 정체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 단어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보라 — 업무 용어끼리 뭉치는지 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모델을 내 일에 쓸 수 있을지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감이 잡힌다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재료(임베딩)는 준비됐습니다. 이제 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벡터들의 흐름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신경망이 어떻게 소화하느냐가 문제입니다.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단어를 기억하며 읽다 만난 순서의 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축을 따라 다시 나타난 vanishing gradient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RNN · LSTM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RNN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기억을 들고 한 단어씩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→ 은닉 상태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은닉 상태 + 단어 2  → 새 은닉 상태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…끝까지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갱신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신경망을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문장의 단어 수만큼 반복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해서 돌리는 구조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은닉 상태(hidden state)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문장을 따라 흐르며 갱신되는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기억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발상은 우아했지만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길어지면 앞쪽 단어 정보가 은닉 상태를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거치며 흐려져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뒤엔 거의 안 남는다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'나는'이라는 주어가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 단어 뒤 동사까지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살아 도달하지 못한다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은닉 상태를 한 단계씩 넘기는 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 층을 하나씩 쌓는 것과 수학적으로 같다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vanishing gradient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이번엔 깊이가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축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따라 나타난 것순서의 벽 = 깊이의 벽과 한 뿌리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장기 기억 통로와 게이트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은닉 상태 옆에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상태(cell state)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별도의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기억 통로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하나 더 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통로에 정보가 들고·나고·지워지는 것을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조절 — 입력·망각·출력 게이트를 스스로 학습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게이트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새로 기억?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망각 게이트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잊을까?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게이트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내보낼까?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상태 통로엔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곱셈으로 뒤섞는 변형이 거의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신호가 멀리까지 온전히 흐른다. 이미지의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connection과 발상이 놀랍도록 닮았다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(통로를 터 준다).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⛓️ 그래도 남은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LSTM으로 벽이 낮아졌지만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사라진 건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한 단어씩 처리한다는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RNN의 본질은 그대로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단어를 끝내야 뒤 단어를 시작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전체를 한꺼번에 병렬 계산할 수 없다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두고두고 발목을 잡습니다 — 나중에 트랜스포머가 정면으로 겨냥할 지점입니다.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병목을 만들고, 되돌아보기로 깨다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벡터 하나에 욱여넣기 → 원문을 다시 보기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seq2seq · attention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🗜️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seq2seq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압축했다 푸는 통역사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 RNN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끝까지 읽어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벡터 1개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전체 뜻을  압축해 담음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 RNN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벡터로 번역문을  한 단어씩 풀어냄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압축했다가 다시 푸는 통역사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구조. 통계 기반 번역을 넘어서는 성능을 처음 보여 주며 큰 반향을 일으켰습니다.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🍾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고정벡터 병목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단어든 쉰 단어든, 원문의 모든 정보가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크기가 고정된 벡터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반드시 통과해야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길어질수록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욱여넣을 수 없어 앞부분이 뭉개진다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seq2seq 번역 품질은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길어지면 눈에 띄게 무너졌다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21483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🎧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통역 부스 비유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통역사가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3분짜리 연설을 다 듣고 나서 단 한 문장으로 요약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전달하라는 요구를 받은 셈입니다. 애초에 무리였던 것이죠.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되돌아보기로 병목을 깨다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바꿨다: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원문 전체를 벡터 하나로 압축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해야만 할까?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인코더가 만든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단어별 은닉 상태를 뭉개지 않고 전부 남겨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디코더는 번역 단어를 만들 때마다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원문의 모든 단어를 되돌아보며 가중치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매긴다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'학교'를 번역할 차례면 원문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'school'에 큰 가중치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나머진 작게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전체가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순간 다시 열람 가능한 참고 자료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 → 고정벡터 병목이 깨지고, 긴 문장에서 무너지던 번역 품질이 되살아났다.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병목 vs 되돌아보기 — 한눈에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seq2seq · 고정벡터 병목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3278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65853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31613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4765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57339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23099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7963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좁은 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6251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1개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4882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1458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7738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7352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attention · 되돌아보기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53187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23310"/>
            <a:ext cx="235229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47238" y="353187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412998" y="353187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6150" y="3623310"/>
            <a:ext cx="235229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11596" y="353187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77356" y="353187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0508" y="3623310"/>
            <a:ext cx="235229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75954" y="353187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141714" y="353187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96578" y="364159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굵을수록 큰 가중치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14866" y="393420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단어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77545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77545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477545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원문 전체가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하나로 좁아졌다 펼쳐지는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병목, 오른쪽은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단어가 원문 전체를 되돌아보며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필요한 곳에 가중치를 준다.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다음 벽을 향한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attention은 원래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순차적으로 도는 RNN을 거드는 보조 장치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번역 품질을 끌어올린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주역은 attention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이었고, RNN의 순차 처리는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병렬을 막는 걸림돌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남았다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 처리를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걷어내고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attention 하나만으로 문장을 처리하면?순서의 벽도, 병렬을 막던 순차성도 한꺼번에 사라지지 않을까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318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318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318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connection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깊이의 벽을 넘었듯, 언어는 이 질문 하나로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트랜스포머(Transformer)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건너갑니다.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word2vec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이웃 단어로 뜻을 배워, 임베딩이 언어 신경망의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입력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됐다.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은닉 상태로 기억을 넘기지만, 긴 문장에서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(시간 축 vanishing gradient)에 부딪혔다.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셀 상태 통로+게이트로 신호를 멀리 날랐다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connection과 한 뿌리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seq2seq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문맥 벡터 하나로 압축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고정벡터 병목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원문을 되돌아보며 그 병목을 깼다.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걷어내자는 질문이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가는 문을 연다.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word2vec은 뜻을 어떻게 배우나? '왕−남자+여자≈여왕'이 가능한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꼬맨틀에서 뜻이 먼 단어가 높게 나오는 건 벡터가 무엇을 배웠기 때문인가?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RNN의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무엇이며, 이미지의 어떤 문제와 한 뿌리인가?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LSTM의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상태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skip connection과 닮은 점은?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seq2seq의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고정벡터 병목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attention은 어떻게 깼나?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주변 단어(이웃) 맞히기를 반복해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자리에 오는 단어는 비슷한 벡터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되게 학습. 뜻의 관계가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방향·거리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남아 왕−남자+여자≈여왕이 성립.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벡터가 배운 건 사전적 정의가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쓰임의 이웃 관계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문맥에 자주 함께 쓰인 단어라 점수가 높게 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긴 문장에서 앞 단어 정보가 은닉 상태를 거치며 흐려지는 것. 은닉 상태 넘김 = 층 쌓기와 같아,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축의 vanishing gradient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(=깊이의 벽)와 한 뿌리.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셀 상태 통로엔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곱셈 변형이 거의 없어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신호가 온전히 멀리 흐른다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지름길(통로)을 터 준다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발상이 같다.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원문 단어별 은닉 상태를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남기고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디코더가 매 단어마다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전체를 되돌아보며 가중치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줘 벡터 하나의 좁은 문을 없앴다.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순차성을 걷어낼 차례 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언어가 부딪힌 또 다른 벽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2026-07-31T12:33:08Z</dcterms:created>
  <dcterms:modified xsi:type="dcterms:W3CDTF">2026-07-31T12:33:08Z</dcterms:modified>
</cp:coreProperties>
</file>