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프레임워크 ③④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 알아야 하나요? 아니요, 판단하면 됩니다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판단 축 · AI 친화도 · AI와 PRD 대화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🗺️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걸음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판단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621792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 축으로  후보를 좁힌다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911596" y="1371600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277356" y="1371600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2220" y="1481328"/>
            <a:ext cx="52532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대화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350508" y="1773936"/>
            <a:ext cx="5216652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대화하며  PRD를 만든다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목표는 "프레임워크 전문가"가 아니라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서비스 조건을 설명하고 추천의 근거를 검토하는 사람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하나를 찾으려 하면 지친다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후보를 2~3개로 좁히고 근거를 비교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47853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347853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4" name="Text 12"/>
          <p:cNvSpPr/>
          <p:nvPr/>
        </p:nvSpPr>
        <p:spPr>
          <a:xfrm>
            <a:off x="786384" y="347853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 줄 — 나침반은 방향을 알려주지만 걸을지는 결정하지 않는다.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후보·근거를 정리해 주지만 최종 선택은 조건을 아는 사람이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한다.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프레임워크, 몇 개나 알아야 할까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 · AI 친화도 · 인기≠정답 · 판단 축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판단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🗂️ 이름을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범주로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잡는다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536192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큰 그림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UI 라이브러리·프레임워크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React·Vue·Svelte·Angular·Solid·Qwik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화면 조각·상태·렌더링 규칙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메타프레임워크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Next.js·Nuxt·SvelteKit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라우팅·서버 렌더링·빌드·배포까지 묶음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주변 생태계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라우터·상태관리·UI·테스트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실제 프로젝트에서 함께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054096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3054096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React(UI 라이브러리) → Next.js(React 기반 메타프레임워크)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Vite는 이들의 대안이 아니라 개발·빌드 도구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4114800"/>
            <a:ext cx="11091672" cy="65303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문서가 스스로를 어떻게 부르나 — React "UI를 렌더링하는 라이브러리", Vue "점진적으로 도입", Angular "라우팅·폼 묶음이 강함", Svelte "컴파일러로 브라우저 부담 줄임", Solid "반응형 성능", Qwik "서버 상태 이어받기".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이름마다 푸는 관점이 다르다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🤖 문법은 AI가 짠다 — 그래서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'무엇을 고르냐'가 더 중요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"상품 목록 컴포넌트 만들어 줘"면 AI가 그 프레임워크 문법으로 써 준다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문법은 외울 필요 없다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그런데 "아무거나 골라도 되겠네?"는 오해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프레임워크마다 코드를 짜는 정확도가 실제로 다르다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87118"/>
          <a:ext cx="11091672" cy="1333500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근거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① 자료 많은 것을 더 정확히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DesignBench에서 React·Vue는 컴파일 성공률 0.83+, Angular는 0.69~0.76. AI 벤치마크가 React를 기준으로 자주 고르는 것도 "학습 데이터에 많아서"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② 규칙이 일관될수록 일관되게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"정석"이 강한 프레임워크는 매번 비슷한 구조. 자유도가 아주 높으면 부를 때마다 달라져 검토·수정이 는다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66922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7" name="Shape 4"/>
          <p:cNvSpPr/>
          <p:nvPr/>
        </p:nvSpPr>
        <p:spPr>
          <a:xfrm>
            <a:off x="548640" y="3566922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" y="3566922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🔬 직접 확인 — 후보가 정해졌으면 AI에게 같은 요청을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번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시켜 보라. 세 번 다 비슷하면 궁합이 좋은 것, 매번 딴판이면 나중에 고치기 어렵다.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📊 "가장 많이 쓴다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가장 좋다"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프론트엔드 사용률 (Stack Overflow 2025, 4.9만 명)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 44.7% (Angular 18.2·Vue 17.6), 메타 Next.js 21.5%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개발자 만족도 (State of JS 2024)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Svelte ~74%, React 62%로 내려가는 중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67004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쓰는 것 ≠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조건에 맞는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사용자가 많다 = 자료·예제·AI 학습 데이터가 많다는 뜻이기도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730752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8" name="Shape 5"/>
          <p:cNvSpPr/>
          <p:nvPr/>
        </p:nvSpPr>
        <p:spPr>
          <a:xfrm>
            <a:off x="548640" y="3730752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" y="3730752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자료·AI 지원을 최우선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이면 React 계열이 무난한 출발점,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간결함·개발 경험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중시하면 Svelte 같은 선택도 합리적. 정답 하나는 없고, 판단 축으로 내 조건에 맞춰 고른다.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📐 판단 축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질문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친화도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AI가 정확한 코드를 잘 짜나(자료 많고 규칙 일관) — 2026년 첫 코드 품질·리뷰 부담을 좌우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러닝커브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지금 팀이 받아들일 수 있나 — 빠른 시작과 장기 이해의 균형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생태계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인증·차트·폼·UI·배포 예제가 충분한가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일자리·자료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채용·한국어/영어 자료·커뮤니티 — 막혔을 때 회복 속도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장기 유지보수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업데이트·보안 패치·팀 확장 — 서비스는 만든 뒤에도 바뀐다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트레이드오프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얻는 것 대신 잃는 것 — 성능·복잡도·배포·자유도는 서로 영향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206240"/>
            <a:ext cx="11091672" cy="769620"/>
          </a:xfrm>
          <a:prstGeom prst="roundRect">
            <a:avLst>
              <a:gd name="adj" fmla="val 7129"/>
            </a:avLst>
          </a:prstGeom>
          <a:solidFill>
            <a:srgbClr val="F2EDE4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206240"/>
            <a:ext cx="54864" cy="76962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4"/>
          <p:cNvSpPr/>
          <p:nvPr/>
        </p:nvSpPr>
        <p:spPr>
          <a:xfrm>
            <a:off x="786384" y="4206240"/>
            <a:ext cx="10707624" cy="7696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Next.js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후보에 넣을 땐 — 로그인·데이터·검색 노출이 중요하면 강점,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단순한 소개 페이지엔 과할 수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있다. 후보를 2~3개로 좁히고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중요한 축 두 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골라 근거를 비교한다.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"뭐가 좋아요?" 대신 AI와 PRD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인터뷰 → 추천 → PRD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106924" y="5486400"/>
            <a:ext cx="1975104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106924" y="5486400"/>
            <a:ext cx="19751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대화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🗣️ 대화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 단계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AI에게 나를 인터뷰하게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한 번에 다 설명 말고, "정해야 할 것들을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하나씩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물어봐 줘". 모르는 건 "네가 제안해 줘"라고 답해도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프레임워크를 추천받기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"이 서비스에 어떤 프레임워크가 좋을지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3개 이상 장단점과 함께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". 나온 답은 '왜 이걸?', '내 조건에도 맞나?'로 되묻기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PRD로 정리받기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"지금까지 정한 내용을 PRD로.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추후 백엔드(로그인·저장·결제) 추가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고려해서"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73552"/>
            <a:ext cx="11091672" cy="891540"/>
          </a:xfrm>
          <a:prstGeom prst="roundRect">
            <a:avLst>
              <a:gd name="adj" fmla="val 512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73552"/>
            <a:ext cx="54864" cy="891540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3364992"/>
            <a:ext cx="10707624" cy="7086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내가 만들고 싶은 건 [수제 디저트 온라인 가게]인데,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[선물 사는 사람이 편하게 고르도록] 하고 싶어.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구체적 PRD를 짜기 위해 정해야 할 것들을, 한 번에 하나씩 물어봐 줘.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311396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311396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4311396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되묻는 동안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흐릿하던 아이디어가 정리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된다. 이 PRD가 오늘 과제의 뼈대이자, 나중에 백엔드를 붙일 때 길잡이.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📚 지금 단계의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 나은 공부법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371600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문법을 파는 것보다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PRD와 개발 계획을 꼼꼼히 읽는 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2432304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무엇을, 왜 하려는지 위에서 내려다보는 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생긴다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눈이 있어야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만든 결과도 판단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수 있다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29565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295650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295650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나침반은 방향을 알려주지만 걸을지는 결정하지 않는다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후보·근거는 AI가, 최종 선택은 조건을 아는 사람이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PRD를 읽는 힘이 프레임워크 문법보다 오래 쓸모 있다.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 덱의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정리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688336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개념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한 문장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범주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React(UI) → Next.js(메타), Vite는 빌드 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친화도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자료 많고 규칙 일관하면 AI 첫 코드가 정확 — 세 번 시켜 확인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인기≠정답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React 사용률 1위지만 만족도는 Svelte가 위 — 내 조건에 맞춰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판단 축 여섯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 친화·러닝커브·생태계·자료·유지보수·트레이드오프 중 두 개를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AI와 PRD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인터뷰 → 추천 → PRD. 최종 선택은 조건을 아는 사람이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공부법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문법보다 PRD·계획을 읽는 눈이 오래 쓸모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이해도 확인 질문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React·Next.js·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Vite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관계를 한 줄로 정리하면?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"문법은 AI가 짜니 아무거나 골라도 된다"가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오해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이유는?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"가장 많이 쓴다 ≠ 가장 좋다"를 보여주는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AI와 PRD를 만들 때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에서 무엇을 시키나?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지금 단계에서 문법 공부보다 나은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공부법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은?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✅ 정답 &amp; 해설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React(UI 라이브러리) → Next.js(React 기반 메타프레임워크, 라우팅·배포까지 묶음)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Vite는 이들의 대안이 아니라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개발·빌드 도구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9136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9136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9136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프레임워크마다 코드 정확도가 다르다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자료 많고 규칙 일관한 것을 더 정확·일관되게 짠다(DesignBench에서 Angular가 낮음).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411120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411120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411120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사용률은 React 1위(44.7%)인데 만족도는 Svelte(~74%)가 위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React 62%로 하락 중.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3088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3088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3088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나를 인터뷰하게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"정해야 할 것들을 한 번에 하나씩 물어봐 줘". 되묻는 동안 아이디어가 정리된다.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50641"/>
            <a:ext cx="11027664" cy="437464"/>
          </a:xfrm>
          <a:prstGeom prst="roundRect">
            <a:avLst>
              <a:gd name="adj" fmla="val 18812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50641"/>
            <a:ext cx="64008" cy="437464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50641"/>
            <a:ext cx="10707624" cy="4374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A5.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AI와 함께 만든 PRD·개발 계획을 꼼꼼히 읽기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코드가 무엇을 왜 하는지 내려다보는 눈이 생겨 결과를 판단할 수 있다.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고르는 눈, 대화하는 법 🧭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프레임워크, 몇 개나 알아야 할까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2026-08-13T23:41:26Z</dcterms:created>
  <dcterms:modified xsi:type="dcterms:W3CDTF">2026-08-13T23:41:26Z</dcterms:modified>
</cp:coreProperties>
</file>