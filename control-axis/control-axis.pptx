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4D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LLM과 로컬 실행 (7)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통제권은 누구에게 남는가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판단의 세 번째 축 · 주권 · 바꾸기 · 멈추기 · 설명하기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이번 강의의 지도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🎯 주권은 거창한 단어지만, 실무에선 세 개의 짧은 질문입니다 — 누가 바꾸고, 누가 멈추고, 누가 설명하는가.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바꿀 수 있는가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상대가 모델을 바꾼다 → 회귀 테스트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멈출 수 있는가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복구 시점을 누가 정하나 · 통제권 vs 위험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설명할 수 있는가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주권 = 문서로 설명 가능한 정도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주권은 공짜가 아니다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패치·업데이트·튜닝이 안으로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규정 · 사례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목록 + 같은 기능 다른 위치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🏛️ 주권 = 세 개의 짧은 질문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누가 바꿀 수 있는가모델·정책·가격 누가 멈출 수 있는가장애·복구 시점 누가 설명할 수 있는가감사·사고 조사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⏰ 이 문제는 늦게 체감됩니다. 데이터는 도입 심사에서, 비용은 첫 청구서에서 드러나지만, 통제권은 반년쯤 뒤 아무 일 없던 화요일 아침에 찾아옵니다.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🕒 통제권은 시간축 위에서 드러납니다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위쪽은 상대가 정하는 일, 아래쪽은 그때 우리가 해야 하는 일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모델 버전 교체같은 프롬프트, 달라진 출력종료 예고종료일 회귀 테스트로 확인평가 기준 재조정대체 모델 검토, 예산 재산정마이그레이션 완료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📅 예고 기간은 우리가 정하는 게 아니라 상대의 정책입니다. 한 제공자는 일반 공개 모델 최소 6개월, 특화 변형 최소 3개월, 프리뷰 모델은 2주 수준으로 공지합니다. (확인 시점 2026년 7월)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바꿀 수 있는가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빌려주는 쪽은 물건을 바꿀 권리가 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 일정 · 미묘한 변화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📆 종료 일정과 미묘한 변화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추측이 아니라 문서에 적힌 일정 — OpenAI Deprecations: 일반 공개 최소 6개월, 특화 최소 3개월, preview는 2주. 아래엔 실제 종료 예정일 목록. 코드에 박은 모델 이름엔 유효기간이 있습니다.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자주 겪는 건 종료가 아니라 미묘한 변화 — 같은 프롬프트인데 목록이 문단으로, 서술이 길어지고, 거절하던 요청을 이제 처리. 대개 개선입니다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그 출력을 그대로 파싱해 다음 단계로 넘기던 시스템이라면 — 개선이 곧 장애입니다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오늘 잘 돌아가는 모델도, 내가 아무것도 안 해도 상대가 바꿀 수 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대응 — 회귀 테스트 &amp; 버전 고정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테스트 세트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업무 입력 20~50개 + 기대 출력 조건을 적어두고, 모델·버전을 바꿀 때마다 실행. API·로컬 둘 다 필요 — 단 API는 내가 안 바꿔도 상대가 바꾸니 정기적으로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로컬의 실질 이점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파일을 내가 가지면 버전을 고정. 검증 마친 그 모델이 내가 바꾸기로 할 때까지 그대로 있음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규제 산업이 로컬·프라이빗을 택하는 이유는 데이터 때문만이 아닙니다 — 검증한 것과 운영하는 것이 같아야 한다는 요구 때문인 경우도 많습니다.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멈출 수 있는가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장애가 났을 때 할 수 있는 일의 목록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통제권 vs 위험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⛔ 복구 시점을 누가 정하나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장애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페이지 새로고침, 재시도 로직 확인, 사용자 안내. 복구 시점은 내가 못 정함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장애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복구 시점을 내가 정함. 단, 그건 내가 새벽에 일어나야 한다는 뜻이기도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⚖️ 어느 쪽이 낫다 말할 수 없습니다. 관리형 가용성은 대개 소규모 팀 자체 구축보다 높음(대신 통제권 없음). 자체 운영은 통제권이 있지만 행사할 사람·절차가 준비돼야 의미. 담당자 한 명의 개인 노트북 서비스는 통제권이 아니라 위험입니다.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어느 쪽이든 같은 질문에 답해야 함 — 멈추면 업무는? 수동 대체 경로는? 몇 시간까지 견디나? 두 번째 경로는 어디인가?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설명할 수 있는가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감사와 사고 조사는 결국 설명을 요구한다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주권의 실무적 정의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설명의 재료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API를 쓸 때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계약서, 데이터 처리 부속 계약(DPA), 공급자 인증 자료, 우리 쪽 호출 로그·설정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로컬을 쓸 때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파일과 그 출처, 실행 환경 구성, 접근 권한 대장, 내부 로그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잘 정리된 외부 계약이 허술한 내부 운영보다 설명하기 쉬운 경우가 흔합니다. 로컬로 옮겼다는 사실 자체는 설명이 되지 않습니다 — 로컬에서 무엇을 어떻게 관리했는지가 설명입니다.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❖ 주권 = "내가 다 가진다"가 아니라 책임 소재를 문서로 설명할 수 있는 정도 그리고 그 문서는 사고가 난 뒤엔 쓸 수 없습니다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로컬의 주권은 공짜가 아닙니다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통제권은 권리이면서 동시에 의무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밖에 미뤄둔 일이 안으로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안으로 들어오는 일 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보안 패치 — 추론 서버·런타임·라이브러리에도 취약점과 업데이트가 나옴. 관리형은 누군가 알아서 했지만, 이제 누가 추적하고 언제 적용할지 정해야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모델 업데이트 — 버전 고정은 좋지만 2년 고정하면 훨씬 나은 모델을 놓침. 언제 평가·갈아탈지가 내부 일정표에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성능 튜닝 — 양자화 수준·컨텍스트 길이·동시 요청 처리가 속도·품질을 바꿈(직접 돌려봐서 감이 있을 것)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통제권을 가진다는 것은 이 일들을 직접 떠안는다는 뜻입니다.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통제권을 한 표로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클라우드 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· 내부 실행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모델을 바꾸는 주체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제공자가 버전·정책·가격을 바꿈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우리가 고정하거나 바꿈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복구의 주체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제공자·네트워크에 달림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운영 역량에 달림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 패치의 주체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제공자가 처리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우리가 추적·적용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감사 때 내미는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계약·인증 자료·호출 로그·설정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출처·실행 환경·접근 권한 대장·내부 로그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오프라인·폐쇄망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 — 이 요구가 있으면 사실상 유일한 선택지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📜 확인해야 할 규정 목록 (판단 아님, 확인)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개인정보보호법의 국외 이전은 물리적 전송만이 아니라 해외에서의 조회·처리위탁·보관까지 포괄 → 해외 리전 API 호출이 이 범위에 들어올 수 있음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개인정보위: 생성형 AI 개인정보 처리 안내서 발표, 2026 업무계획에 국외이전 영향평가제와 M&amp;A 시 국외이전 사전심사제 신설 방향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의료·금융·법률처럼 개별법이 겹치는 영역이면 규정이 더 붙음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지금 이 규정들을 해석할 필요는 없습니다. 대신 결정문에 "이 항목은 법무·정보보호 담당자와 확인 필요"라고 명시하세요. 확인하지 않은 것을 확인하지 않았다고 적는 것도 실무 능력입니다.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같은 기능("문서 요약"), 다른 결론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이 표를 외우지 마세요. 같은 병원도 공개 논문 요약은 API가 자연스럽고, 같은 마케팅도 미공개 가격 정책이면 달라집니다. 도메인이 결론을 정하지 않습니다 — 그 업무의 데이터·비용·통제 요구가 정합니다.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판례 요약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자료라 데이터 축 느슨, 긴 문서 이해력은 상위 모델이 유리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 상담 기록 요약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로컬·프라이빗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원문에 민감정보 밀집, 별도 승인 절차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 장애 로그 분류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실행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공정·영업비밀이 섞이고 폐쇄망 요구가 많음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 상담 메모 분류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강한 통제 아래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미성년자 정보·상담 맥락 민감, 어느 쪽이든 근거 문서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리뷰 트렌드 요약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데이터 중심이라 속도·품질이 곧 성과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자문 — 정반대 결론 두 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 도메인에서 정반대 결론이 나오는 업무 두 개를 찾아 적어보세요. 정반대여야 판단 기준이 실제로 작동하는지 확인됩니다.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근거 칸에는 데이터·비용·통제 중 무엇이 결정적이었는지를 적으세요. 그게 세 축을 실제로 써먹는 연습입니다.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899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이름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그렇게 판단한 근거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API가 더 나은 업무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로컬을 먼저 봐야 하는 업무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핵심 6문장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주권 = 세 질문: 누가 바꾸고, 누가 멈추고, 누가 설명하는가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상대는 모델을 바꾼다(종료·미묘한 변화) → 회귀 테스트. 로컬은 버전 고정 가능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통제권은 행사할 사람·절차가 있어야 통제권 — 개인 노트북 서비스는 위험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주권 = "다 가진다"가 아니라 책임을 문서로 설명할 수 있는 정도 (사고 전에 써둘 것)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로컬 주권은 공짜가 아님 — 패치·업데이트·튜닝이 전부 내 몫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도메인이 결론을 정하지 않는다 — 데이터·비용·통제 요구가 정한다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주권을 실무의 세 짧은 질문으로 바꾸면?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API에서 '종료'보다 더 자주 겪는 통제권 문제는? 대응책은?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규제 산업이 로컬·프라이빗을 택하는, 데이터 외의 이유는?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 "담당자 개인 노트북 서비스"가 통제권이 아니라 위험인 이유는?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 주권의 실무적 정의는? (그리고 그 문서는 언제 써야 하나)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Q6. "도메인이 결론을 정하지 않는다"는 무슨 뜻인가?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 누가 바꿀 수 있는가(모델·정책·가격) · 누가 멈출 수 있는가(장애·복구) · 누가 설명할 수 있는가(감사).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 출력의 미묘한 변화(형식·길이·거절 정책). 파싱 파이프라인엔 개선이 곧 장애. 대응 = 회귀 테스트 세트를 정기적으로.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 검증한 것과 운영하는 것이 같아야 한다는 요구. 버전을 고정해 내가 바꿀 때까지 그대로 둘 수 있음.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 통제권은 실제로 행사할 사람과 절차가 있어야 의미. 준비 없이 한 사람에게 의존하면 통제권이 아니라 위험이 됨.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 "다 가진다"가 아니라 책임 소재를 문서로 설명할 수 있는 정도. 그 문서는 사고가 난 뒤엔 쓸 수 없다(결정 시점에 남긴다).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A6. 같은 도메인이라도 그 업무가 다루는 데이터·비용·통제 요구에 따라 결론이 갈린다는 뜻. 도메인 이름에 결론을 붙이면 틀린다.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4D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 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— 세 축을 하나의 결정문으로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2026-07-29T08:24:52Z</dcterms:created>
  <dcterms:modified xsi:type="dcterms:W3CDTF">2026-07-29T08:24:52Z</dcterms:modified>
</cp:coreProperties>
</file>