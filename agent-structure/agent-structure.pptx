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거대 언어모델과 프롬프트 · 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에이전트의 구조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관측을 받아 행동을 고르고 — 결과를 다시 넣는 설계 단위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정의의 다섯 관점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낱말의 세 전통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모델+하네스+루프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'에이전트'는 한 문장으로 고정된 용어가 아니다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관점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겹쳐 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낱말의 뿌리는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 · 고전 AI · 90년대 소프트웨어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전통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자율성은 있다/없다가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통제권 스펙트럼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갈리면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+ 하네스 + 루프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분해하고, 네 영역을 추적한다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이름 하나가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성능·책임·권한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보증하지 않는다. 구조를 봐야 한다.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정의가 달라지는 다섯 관점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이름만으로 자율성 정도나 내부 구조를 결론낼 수 없다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2676" y="548640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2676" y="5486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· OpenAI · Weng · ReAct · 학술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같은 낱말,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강조점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670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강조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판별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Anthropic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workflow는 코드가 경로를 조율, agent는 모델이 과정·도구를 동적 지휘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다음을 누가 정했는가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가이드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과업을 독립 완수, 모델이 실행을 관리하고 도구를 동적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목표를 받아 끝까지 관리하는 책임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Lilian Weng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LLM을 두뇌로, 계획·기억·도구를 결합하는 설계 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 요소가 다 있어야만 에이전트는 아님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ReAct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추론↔행동 교대 — 행동이 환경을 바꾸고 반환값이 다음 선택에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길게 생각이 아니라 행동-관측 순환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학술 문헌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Wang 등: profile·memory·planning·action 분류 / AgentBench: 상호작용 능력 평가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구성요소 분류지 존재론적 정의 아님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849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1849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1849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가이드는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재대조 전이라 엄밀한 인용이 아니라 관점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읽는다. 어느 것도 이름의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필요충분조건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정하지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과도하게 좁히지 않은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공통분모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= 목표와 환경의 관측을 바탕으로  모델이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행동·도구 사용을 고르고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실행 결과를 다시 관측해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선택을 갱신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하며 과업을 진행하는 시스템첫 문장 = 고정 경로와의 차이 · 둘째 문장 = 단발성 답변과의 차이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66852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"완료 선언"은 관측이 아니다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테스트 결과·원문·권한 있는 시스템의 반환값이 다음 선택을 바꿀 때 루프가 닫힌다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계획·기억·persona는 필수 목록이 아니라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지속성·성능·통제 요구에 따라 더하는 선택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번 호출한다고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에이전트가 되는 것도 아니다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agent라는 낱말은 어디서 왔나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단어가 세 전통에서 서로 다른 것을 가리킨다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62756" y="5486400"/>
            <a:ext cx="466344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2756" y="5486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 · 고전 AI · 90년대 소프트웨어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🌳 낱말의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전통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51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51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환경에서 관측을 받고 행동을 내며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보상으로 정책을 학습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주체. MDP(마르코프 결정 과정, 1957 정식화)=상태·행동·보상·전환확률+마르코프 성질. Sutton·Barto(1998)가 교재화. 핵심: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보상으로 정책을 어떻게 갱신하는가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34616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3149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3149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134616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고전 AI(Russell·Norvig)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지각을 받아 행동을 선택하는 시스템, 합리성=성능 척도에서 기대 성능을 높이는 선택.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agent가 실행 중 학습하는 건 아님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97632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30779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30779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897632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90년대 소프트웨어·multi-agent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자율 반응·목표 지향·다른 agent와 상호작용. 위임·상태 유지·역할 협업. 오늘 제품 설명의 "장기 과업·역할 분담·사람 대신 접근"은 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은유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가깝다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LLM 에이전트로의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등은 RL·로봇공학의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행동·관측 언어를 공유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보통의 배포 LLM 에이전트는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 보상으로 파라미터·정책을 갱신하지 않는다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고정된 모델이 추론 시점에 지시·맥락을 읽고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결과로 다음 행동을 고르는 제어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행동-관측 루프가 있다고 곧 강화학습은 아니다.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관측 구조는 남지만 학습 방식은 다르다.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70123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"agent"를 만났을 때 확인할 네 질문: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728466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3838194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1792" y="4130802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보상으로 정책을  갱신하는가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47238" y="372846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412998" y="3728466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67862" y="3838194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86150" y="4130802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관측·행동  으로 내보내나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11596" y="372846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77356" y="3728466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2220" y="3838194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50508" y="4130802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경로를  누가 정하나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75954" y="372846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141714" y="3728466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96578" y="3838194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14866" y="4130802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위임된 권한은  어디까지인가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자율성 · 관측 · 분석 모형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결정의 통제권을 넘겼고, 어디서 회수하는가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26764" y="5486400"/>
            <a:ext cx="453542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26764" y="5486400"/>
            <a:ext cx="4535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스펙트럼 · 루프 닫기 · 모델+하네스+루프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🎚️ 결정의 통제권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스펙트럼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경로(workflow)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순서·재시도·종료 조건을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프로그램이 정함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비용·실패 지점 예측은 쉽지만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분기 밖으로 못 나감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고르되 승인 경계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읽을 파일·검색어·방법은 모델이 선택. 단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발신·결제·운영 데이터 변경은 사람이 승인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(명령·대상·예상 변경·되돌림 가능 여부까지 표시)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 위임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목표+예산·시간·권한 한도만 주고 순서·도구·반복을 폭넓게 위임. 단 무제한 아님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상한·허용 도구·작업공간 격리·중단 조건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코드가 계속 강제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자율성 단계는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이름이나 호출 횟수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아니라,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행동과 영향 있는 실행을 누가 결정하는가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판별한다.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관측으로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루프를 닫는다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"수정했습니다"는 주장일 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완료 증거가 아니다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코딩=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테스트·빌드·린트 결과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조사=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인용한 원문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업무=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있는 시스템의 반환값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값을 다음 입력으로 넣어야, 모델이 자기 서술이 아니라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상태를 보고 계획을 고친다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ReAct의 핵심도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문장이 아니라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행동 뒤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들어오는 관측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환경의 ground truth가 다음 선택을 바꿀 때 비로소 루프가 닫힌다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분석 모형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+ 하네스 + 루프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 후보  생성 · 판단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구성 · 도구 연결  권한과 형식 강제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· 관측 · 검사  재시도의 순서와 종료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기대와 다를 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"모델이 약하다"로 결론내기 전에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세 층 중 어디서 무엇이 달랐는지 먼저 분해한다.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310128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RL의 agent-environment 그림에서 관측·피드백 구조는 남지만, 보통의 LLM 에이전트는 실행 중 보상으로 정책을 학습하지 않는다 — 이미 학습된 모델이 추론 시점에 도구 호출을 선택하고, 하네스가 권한·승인·종료를 제한한다.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🛠️ 하네스가 설계하는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영역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 영역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· 역할 · 출력 형식 · 금지 사항 · 성공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맥락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읽는 문서 · 데이터 · 대화 이력 · 현재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· 파일 · 코드 · 외부 시스템의 기능 · 권한 · 반환 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루프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행동 순서 · 관측 수집 · 검증 · 재시도 · 중단 · 승인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부품 목록이 아니다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도구 설명은 맥락으로, 테스트 결과는 도구 반환값이자 다음 루프의 맥락. 목적은 원인을 한 칸에 가두는 게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지점을 빠짐없이 추적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것.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🧵 멀티턴 예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관측이 판단을 바꾼다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사용자: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"배포 뒤 로그인이 안 된다"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모델: "발생 시각·HTTP 상태 확인"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도구가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401 · 토큰 만료 · 배포 버전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반환 (자기 서술이 아닌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환경의 값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둘째 턴 "배포 직후부터" → 모델은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요청 + 도구 요청·결과 + 새 정보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받아 판단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이때 첫 결과를 버리면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사라지고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폐기된 설정까지 무차별로 넣으면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오염된다.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관측을 받아 다음 행동을 고르고 결과를 다시 넣는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설계 단위 — 이름·호출 횟수로 정해지지 않는다.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낱말은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강화학습·고전 AI·90년대 소프트웨어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전통에서 왔고, 루프가 있다고 곧 강화학습은 아니다.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자율성은 있다/없다가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통제권 스펙트럼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어디서 넘기고 어디서 회수하는가.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갈리면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모델+하네스+루프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분해하고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지시·맥락·도구·루프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영역을 추적한다.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더 읽기 — Sutton·Barto; Russell·Norvig; Anthropic "Building effective agents"; OpenAI "A practical guide to building agents"; Lilian Weng "LLM Powered Autonomous Agents"; Wang 외 서베이; Yao 외 "ReAct".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다섯 관점의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공통분모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본 에이전트의 정의는?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"완료 선언"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관측이 아니라면, 무엇이 루프를 닫는가?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낱말의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전통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무엇을 강조하나?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자율성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통제권 스펙트럼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단계는?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결과가 기대와 다를 때 분해하는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추적하는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영역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목표와 환경의 관측을 바탕으로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다음 행동·도구 사용을 고르고, 실행 결과를 다시 관측해 다음 선택을 갱신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하며 과업을 진행하는 시스템.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테스트 결과·인용 원문·권한 있는 시스템의 반환값 같은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환경의 ground truth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다음 선택을 바꿀 때 루프가 닫힌다.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(보상으로 정책 갱신)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고전 AI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(지각-행동 선택, 합리성)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90년대 소프트웨어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(위임·상태·역할 협업의 시스템 은유).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경로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(코드가 정함)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고르되 승인 경계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(영향 큰 실행은 사람 승인)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 위임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(한도 내 폭넓게, 코드가 계속 강제).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층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모델·하네스·루프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네 영역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지시·맥락·도구·루프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(칸은 독립 부품이 아니라 수정 지점 추적용).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이름이 아니라 구조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에이전트의 구조 — 여기까지 · 다음: 모델이 실제로 읽는 입력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2026-08-24T11:59:54Z</dcterms:created>
  <dcterms:modified xsi:type="dcterms:W3CDTF">2026-08-24T11:59:54Z</dcterms:modified>
</cp:coreProperties>
</file>