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4 · 컨텍스트 엔지니어링 · 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맥락 파일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 · AGENTS.md — 매 세션 자동으로 읽히는 운영 규칙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오늘의 여정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판단부터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047238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412998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67862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486150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효과·한 비용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77356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0508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파일 관찰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775954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9141714" y="1371600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96578" y="1481328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214866" y="1773936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손으로 만든다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2615184"/>
            <a:ext cx="11091672" cy="13975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로드할 문장은 "잘 따를까"보다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"상시 로드해도 안전한가"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부터 묻는다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파일의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효과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(stateless 보완·일관성)와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비용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(상시 토큰)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파일의 로딩은 추측하지 말고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표식과 로그로 관찰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과업의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최소 파일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쇼핑몰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층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직접 만들어 본다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48640" y="41589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1589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41589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오늘의 한 문장 — 상시 맥락은 편리한 메모장이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반복 실행되는 정책 표면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상시 로드할지, 신뢰 판단부터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 저장한 문장은 세션마다 행동 규칙 후보로 다시 들어온다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828" y="5486400"/>
            <a:ext cx="351129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338828" y="5486400"/>
            <a:ext cx="3511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규칙 후보 · 정책 표면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📄 두 파일이 하는 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에이전트에게 프로젝트 안내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Code가 세션에서 읽는,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작성한 Markdown 지시·메모리 파일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새 창에서 시작해도 빌드 명령·명명 규칙·반복 주의사항을 다시 전달한다.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AGENTS.md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코딩 에이전트가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공용 규칙 파일로 채택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형식. 공통 규칙은 여기에 두고, 필요한 도구별 파일에서 가져오는 방식.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적었다고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설정처럼 행동을 강제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게 아니다 — 모델이 세션의 컨텍스트로 읽는 지시일 뿐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 근거·행동 규칙·대화 상태·비신뢰 입력의 구분과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예산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그대로 적용된다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347853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47853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47853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두 이름이 같은 방식으로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도구에서 로드된다고 가정 금지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승인된 빌드 명령은 상시 규칙 후보가 될 수 있어도, 웹에서 발견한 "효율적 배포 절차"는 먼저 출처·변경 이력을 검토한다.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상시 로드 검토표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문장은…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2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21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작성자·변경 이력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있나?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5104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568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568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5104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대부분 세션에서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필요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한가?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8608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919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919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8608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규칙과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충돌 안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82112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8269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826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82112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주문번호·비밀·개인 주소처럼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요청 달라지거나 민감한 값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담지 않나?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85616"/>
            <a:ext cx="11091672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862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862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85616"/>
            <a:ext cx="103784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실패해도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되돌릴 수 있나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443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5" name="Shape 23"/>
          <p:cNvSpPr/>
          <p:nvPr/>
        </p:nvSpPr>
        <p:spPr>
          <a:xfrm>
            <a:off x="548640" y="4443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443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하나라도 답하기 어려우면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파일에 안 넣고, 필요할 때 읽는 문서·사람 승인 절차로 돌린다.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파일이 내는 세 효과와 한 비용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얻는 것과 매 세션 지불하는 것을 함께 본다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98748" y="5486400"/>
            <a:ext cx="4791456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98748" y="5486400"/>
            <a:ext cx="47914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stateless 보완 · 일관성 · 상시 비용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두 가지 이득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stateless 보완·일관성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9639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9639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stateless 보완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새 호출은 이전 세션의 내부 상태를 저절로 보존하지 않는다. 빈 창에서 시작하는 새 세션은 테스트 명령·금지 경로를 모른다. 매번 다시 설명하게 되는 사실을 파일에 남기면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출발 맥락을 재구성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23516"/>
            <a:ext cx="11091672" cy="760476"/>
          </a:xfrm>
          <a:prstGeom prst="roundRect">
            <a:avLst>
              <a:gd name="adj" fmla="val 1082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44830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44830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223516"/>
            <a:ext cx="10378440" cy="7604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"테스트를 실행하고 결과를 보고하라"를 매번 새로 쓰면 표현·위치가 달라진다. 검토된 한 문장을 파일로 고정하면 세션마다 입력 앞부분이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 그대로 같아져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같은 질문에 같은 규칙이 적용된다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302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1302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1302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효과 모두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사람이 매번 다시 하던 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검토된 한 번의 문장으로 대체한다.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💸 한 비용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세션 지불하는 토큰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로드는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 세션이 지불하는 토큰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파일이 길수록 정책 문서·현재 코드·대화 이력·도구 정의 자리를 밀어낸다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절차가 한 번도 안 쓰이면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캐시가 있어도 좋은 맥락이 아니다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불가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"품질을 높입니다" — 관찰·시험할 수 없다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2234946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2381250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짧고 검증 가능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71043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"커밋 전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npm test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실행하고 결과를 보고합니다"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2499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2" name="Shape 10"/>
          <p:cNvSpPr/>
          <p:nvPr/>
        </p:nvSpPr>
        <p:spPr>
          <a:xfrm>
            <a:off x="548640" y="32499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" y="32499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매번 다시 설명하는 사실만 메모리 파일에, 특정 작업에만 필요한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절차는 필요할 때 읽는 Skill·경로 범위 규칙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분리한다.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파일은 추측 말고 표식·로그로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폴더에서 상위 폴더를 향해 규칙을 찾는 구조가 흔하다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10812" y="5486400"/>
            <a:ext cx="3767328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10812" y="5486400"/>
            <a:ext cx="3767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고유 표식 · 출력 로그 · 재현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🔎 표식은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장치가 아니라 관찰 장치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563624"/>
          </a:xfrm>
          <a:prstGeom prst="roundRect">
            <a:avLst>
              <a:gd name="adj" fmla="val 2924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56362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3807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my-shop/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CLAUDE.md            # @AGENTS.md 와 [ROOT] 표식 규칙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AGENTS.md            # 팀 공통 규칙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payments/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CLAUDE.md        # [PAYMENTS] 표식 규칙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charge.py        # 비어 있어도 되는 결제 모듈 파일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081528"/>
            <a:ext cx="11091672" cy="993267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Code에선 현재·상위 폴더의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CLAUDE.md·CLAUDE.local.md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세션에 들어오고, 하위 폴더의 CLAUDE.md는 그 폴더 파일을 실제로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읽어 작업하는 시점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로드될 수 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표식이 출력에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없다고 반드시 미로딩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아니고,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있다고 우선순위까지 증명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것도 아니다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4221099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221099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221099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표식은 어떤 세션·작업 폴더·파일 접근 뒤에 어떤 흔적이 나왔는지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가능하게 기록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용도다.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어디에 둘까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경계는 루트에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폴더 규칙을 뒤에 추가해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때만 로드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하면, 결제 코드를 안 다루는 세션의 시작 맥락 비용·관련성 경쟁이 준다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 규칙이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중간에 들어올 수 있어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중요한 금지 규칙을 하위 파일에만 숨기면 처음의 계획·도구 호출이 그 규칙보다 앞서 나갈 위험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23494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23494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3494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과업에 필요한 안전 경계는 검토된 루트 규칙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에, 모듈 특유 빌드·검증 규칙은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가까운 파일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에. 캐시 적중을 위해 오래된 규칙을 상시 로드하지 않는다.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929890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929890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3021330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CLAUDE.md 첫 줄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@AGENTS.md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아래엔 Claude Code에서만 확인한 규칙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반품 과업의 최소 파일을 손으로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과업 = 고객의 반품 정책 답변. 무엇을 넣고 무엇을 뺄까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82796" y="5486400"/>
            <a:ext cx="4023360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82796" y="5486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파일에 · 사실은 근거 문서에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🧾 최소 파일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줄이 서로 다른 경계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215798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57984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2157984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"친절하게 답합니다"가 빠진 건 실수가 아니다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관찰·시험 불가한 표현은 상시 맥락을 차지하나 판정 기준을 선명하게 못 한다.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🏬 쇼핑몰 세 층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규칙과 사실을 분리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1339596"/>
          </a:xfrm>
          <a:prstGeom prst="roundRect">
            <a:avLst>
              <a:gd name="adj" fmla="val 3413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39596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10707624" cy="11567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shop/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AGENTS.md           # 루트: 정책 문서 근거만 답변, 미확정은 확인 질문, 한국어 존댓말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payments/AGENTS.md  # 결제 수정 후 시나리오 테스트, 카드번호·CVV 로그 금지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returns/AGENTS.md   # 반품 기한은 docs/returns-policy.md 수령일 조항 인용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docs/returns-policy.md  # 반품 정책 v3: 수령 7일(2026-06 개정, 종전 14일)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8575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29672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AGENTS.md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1792" y="32598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행동할지  공통 규칙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02024" y="28575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67784" y="28575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22648" y="29672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AGENTS.md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40936" y="32598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모듈 규칙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821168" y="28575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186928" y="2857500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C8A1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1792" y="2967228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docs/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60080" y="3259836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사실인지  근거 원문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4101084"/>
            <a:ext cx="11091672" cy="1150620"/>
          </a:xfrm>
          <a:prstGeom prst="roundRect">
            <a:avLst>
              <a:gd name="adj" fmla="val 11126"/>
            </a:avLst>
          </a:prstGeom>
          <a:solidFill>
            <a:srgbClr val="3F6B5F"/>
          </a:solidFill>
          <a:ln/>
        </p:spPr>
      </p:sp>
      <p:sp>
        <p:nvSpPr>
          <p:cNvPr id="19" name="Text 17"/>
          <p:cNvSpPr/>
          <p:nvPr/>
        </p:nvSpPr>
        <p:spPr>
          <a:xfrm>
            <a:off x="1005840" y="4101084"/>
            <a:ext cx="10177272" cy="1150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14일 → 7일 변경은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문서만 갱신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답에 반영규칙 파일을 함께 고칠 필요가 없다 — 규칙과 사실을 분리하는 실무적 이득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🎓 학생이 만들어 보는 것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 층을 작게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51511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51511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루트 AGENTS.md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모든 답변에 적용할 규칙 세 줄(예: "승인된 문서만 근거로", "미확정 사실은 확인 질문으로", "답변에 근거 파일과 절 표시" — 실행 뒤 확인 가능한 문장)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60956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20446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20446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2060956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하위 폴더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그 모듈에만 필요한 규칙 두 줄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750312"/>
            <a:ext cx="11091672" cy="597916"/>
          </a:xfrm>
          <a:prstGeom prst="roundRect">
            <a:avLst>
              <a:gd name="adj" fmla="val 1376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8938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8938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750312"/>
            <a:ext cx="10378440" cy="5979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 하나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규칙이 아니라 정책·사양·일정처럼 원문 내용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9453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49453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9453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— 규칙이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 가능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한가 / 바뀔 사실이 AGENTS.md가 아니라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있나 / 민감정보를 안 넣었나. 세션에서 확인: ① 하위·루트 규칙이 함께 적용되나 ② 답이 조항을 인용하나 ③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한 문장만 갱신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답이 바뀌나.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📌 이것만은 꼭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4문장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447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447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질문은 "잘 따를까"가 아니라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"상시 로드해도 안전한가"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검토표를 통과한 문장만.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9676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8254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8254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9676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맥락 파일은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stateless를 보완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주지만, 매 세션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비용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지불한다.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87752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9062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9062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87752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파일 로딩은 추측하지 말고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표식과 로그로 관찰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하며, 안전 경계는 루트에 둔다.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95828"/>
            <a:ext cx="11091672" cy="516636"/>
          </a:xfrm>
          <a:prstGeom prst="roundRect">
            <a:avLst>
              <a:gd name="adj" fmla="val 15929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9869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9869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95828"/>
            <a:ext cx="10378440" cy="51663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규칙은 파일에, 사실은 근거 문서에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사실이 바뀌면 근거 한 문장만 갱신한다.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858768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858768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더 읽기 — Claude Code 메모리 안내 · AGENTS.md 사양.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맥락 파일을 만들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번째로 던져야 할 질문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무엇인가?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맥락 파일의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효과와 한 비용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각각 무엇인가?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다중 파일 로딩을 확인할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무엇을 위한 장치인가? 하지 말아야 할 해석은?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반품 최소 파일에서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"친절하게 답합니다"를 뺀 이유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반품 기한이 14일→7일로 바뀌었다.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 고쳐야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답이 바뀌나?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"무엇을 적으면 잘 따를까"가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 규칙을 상시 로드해도 안전한가"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저장한 문장은 세션마다 행동 규칙 후보로 다시 들어오므로.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효과: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stateless 보완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(빈 새 세션의 출발 맥락 재구성) ·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일관성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(입력 앞부분을 문자 그대로 고정). 비용: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상시 토큰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(매 세션 지불, 다른 맥락 자리를 밀어냄).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표식은 세션·폴더·파일 접근 뒤의 흔적을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가능하게 기록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 관찰 장치. 없다고 미로딩이라 단정하거나, 있다고 우선순위까지 증명됐다고 보면 안 된다.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관찰·시험 불가한 표현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이라서 — 상시 맥락을 차지하나 판정 기준을 선명하게 못 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 문서(docs/returns-policy.md) 한 문장만 갱신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하면 된다. 규칙 파일은 그대로 — 규칙과 사실을 분리한 이득.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표면을 설계한다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맥락 파일 — 여기까지 · 다음: 캐싱과 비용의 경제학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2026-08-26T08:14:44Z</dcterms:created>
  <dcterms:modified xsi:type="dcterms:W3CDTF">2026-08-26T08:14:44Z</dcterms:modified>
</cp:coreProperties>
</file>