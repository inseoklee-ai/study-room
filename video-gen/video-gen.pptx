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(7)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동영상도 만들 수 있을까?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칸의 연장 — 칸이 늘고, 함정이 하나 생긴다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영상 모델을 나란히 비교(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 Arena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코드로 돌릴 수 있는 모델들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칸이 중립이 아니다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(카메라를 안 적으면 움직인다)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늘어난다 — 동작 끝점 · 카메라 움직임 · 소리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그림에서 출발, 그리고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= 짧게 나눠 잇기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15412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칸은 "아무래도 좋다"가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"네가 정해라"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배운 영상은 대부분 카메라가 움직이는 footage — 정하라면 움직인다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212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12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12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정지 화면과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60~120단어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동작에 끝점 · 카메라 움직임 하나 · 소리 한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 붙는다.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비교와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돌릴 모델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 Arena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영상 모델 둘을 무작위 페어링해 같은 프롬프트로 좌우 비교(가입 필요, 하루 2편, 한 편 5~8초·최대 10분). 코드로 직접 돌릴 만한 것들: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2101596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매개변수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LingBot-Video Dense 1.3B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 Group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DiT 1.3B + Qwen3 인코더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패키지 ~12GB. 평문 아닌 JSON 캡션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LTX-2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Lightricks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LTX-2 Community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HF 인기(2.3 22B가 최신)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Bernini-R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ByteDance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14B(1.3B도)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 이용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ByteDance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3B active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40GB VRAM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7784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07784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07784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함정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1.3B는 DiT 본체만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가리킨다. 텍스트 인코더·VAE가 별도로 붙어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패키지 ~12GB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이미지보다 이런 '부품 합산'이 더 흔하다(B=매개변수 수, GB=파일/메모리 — 헷갈리지 말 것).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🎥 비는 칸이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화면에선 카메라를 안 적으면 아무 구도나 골랐다. 영상에선 더 사납다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움직임을 안 적으면 모델이 카메라를 움직인다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가만히 있는 화면을 원하면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"고정"이라고 반드시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적어야 한다(비워 두는 건 "네가 정해라")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 결과가 이유 없이 흔들리고 밀려 들어가는 이유가 대개 이것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소리도 같다 — 소리 나오는 도구인데 안 적으면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소리나 얹는다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조용한 장면을 원하면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조용하다고 적어야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여섯 칸이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늘어난다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피사체·환경·조명·스타일은 정지 화면과 같다.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달라지는 것은 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동작에 끝점이 필요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"걸어간다"만 적으면 동작을 못 끝내고 늘어진다.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"걸어와 문 앞에서 멈춘다"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어디서 끝나는지를 주면 8~10초 클립이 깔끔히 닫힌다.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카메라에 움직임 하나 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크기·각도·렌즈에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어떻게 움직이는지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더해진다. 그래도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셋을 넘기지 않는다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(샷 하나·움직임 하나·렌즈 하나).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길이도 정지 화면과 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60~120단어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층이 늘었다고 분량까지 늘리면 지시끼리 부딪힌다.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🆚 같은 장면을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보면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빈 칸이 많은 쪽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공장에서 작업자가 라인을 점검하는 영상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3344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카메라가 정해지지 않아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동작에 끝이 없어 8초 내내 어정쩡하게 걷고, 빛·결이 매번 달라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운에 맡기게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된다.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89179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칸을 채운 쪽 (~80단어)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50133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50133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441573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locked-off camera, medium shot, 35mm lens. A factory worker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 white helmet walks along the inspection line from the right,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 at center frame, and leans in to read a gauge. Cool morning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from tall windows on the left; long soft reflections on the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polished metal. Quiet industrial ambience, faint hum of ventilation.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Photorealistic documentary footage, muted palette, subtle grain.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06006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06006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506006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카메라는 셋만(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고정·미디엄·35mm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동작에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(중앙에서 멈춰 계기를 읽음),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들리는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한 줄.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🔊 소리도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나오는 도구면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들리는 것을 적어야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한다(안 적으면 아무 소리나 얹힘)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착각 — 조용한 장면에 소리 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두면 조용해지지 않는다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카메라와 똑같다. 정적이 의미면 그 정적을 명시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 소리·바람·웅성거림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발소리·문 닫힘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내용까지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 모양이 잘 안 맞는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경우가 많으니, 인물이 화면에서 작게 나오게 잡는 편이 안전.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🖼️→🎞️ 이미 있는 그림에서 출발할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더 자주 쓰는 방식 — 마음에 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화면을 먼저 만들고 그 그림을 움직이게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그림에 보이는 것은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묘사하지 않는다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적는다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 쓴 작업자가 서 있는 그림을 넣고 "안전모 쓴 작업자가 서 있고 왼쪽에서 빛이…"라고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적으면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모델은 그걸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그리라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지시로 읽어 애써 만든 그림이 바뀐다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넣은 그림이 이미 답이므로, 적을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"천천히 고개를 들어 정면을 본다"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하나면 된다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0302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0302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0302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 — 손처럼 잘 무너지는 부분을 정지 화면에서 먼저 제대로 만들어 두면, 영상이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상태를 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편이 처음부터 만드는 것보다 쉽다.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✂️ 길게 만들려면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 나눈다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도구는 한 번에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8~10초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 이상 늘리면 뒤로 갈수록 무너진다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1분이 필요하면 1분을 요청하지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토막으로 나눠 만들고 이어 붙일 계획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토막 사이 연결은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토막의 마지막 프레임을 다음 토막의 출발 그림으로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인물·장소가 토막마다 달라 보이는 문제를 크게 줄인다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제약 셋 — 한 편에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분씩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걸림, 유료는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크레딧 월 소멸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여러 번 고칠 계획이면 이 둘을 먼저 확인.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해 볼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"작업자가 라인을 점검한다"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고정 · 동작 끝점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"고정된 카메라. 라인을 따라 걸어와 화면 중앙에서 멈춰 계기판을 들여다본다"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조명·스타일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채운다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편을 나란히 — 대개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편에서 흔들림이 사라지고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셋째 편에서 분위기가 잡힌다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무엇이 안 채워졌을 때 무엇이 망가지는지를 몸으로 아는 것이 목적.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정지 화면의 연장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60~120단어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다만 칸이 층으로 늘어난다.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칸이 중립이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카메라를 안 적으면 움직이고, 소리를 안 적으면 아무 소리나 얹힌다.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동작에 끝점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줘야 클립이 깔끔히 닫히고, 카메라 움직임도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셋을 넘기지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그림에서 출발하면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것은 다시 묘사하지 말고 움직임만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 나눠 잇기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(마지막 프레임을 다음 출발로) — 모델 이름의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B와 GB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헷갈리지 말 것.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영상에서 "비는 칸이 중립이 아니다"를 카메라·소리로 설명하면?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정지 화면과 달리 영상 프롬프트에서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꼭 필요한 것은?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 있는 그림을 움직일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말아야 할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1분짜리를 만들려면? 토막 연결을 자연스럽게 하는 요령은?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"1.3B 모델인데 패키지가 12GB"가 가능한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카메라를 안 적으면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움직이고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(배운 영상 대부분이 움직이는 footage), 소리를 안 적으면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소리나 얹힌다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고정·정적은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"걸어간다"가 아니라 "걸어와 문 앞에서 멈춘다". 8~10초 클립이 깔끔히 닫힌다.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그림에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보이는 것을 다시 묘사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 — 새로 그리라는 지시로 읽혀 그림이 바뀐다.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적는다.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1분을 요청하지 말고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토막으로 나눠 잇기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앞 토막의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프레임을 다음 토막의 출발 그림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쓰면 일관성↑.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1.3B는 DiT 본체만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텍스트 인코더·VAE가 별도로 붙어 전체 패키지가 커진다(부품 합산).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칸은 "네가 정해라" 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동영상도 만들 수 있을까?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2026-08-12T11:38:52Z</dcterms:created>
  <dcterms:modified xsi:type="dcterms:W3CDTF">2026-08-12T11:38:52Z</dcterms:modified>
</cp:coreProperties>
</file>