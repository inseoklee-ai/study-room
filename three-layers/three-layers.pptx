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CFE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대단원 2 · AIFFEL_LMS · 세 겹 &amp; 게임 ①②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웹페이지를 이루는 세 겹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HTML·CSS·JavaScript · 이름에 담긴 사연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🗺️ 세 겹을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나눠 보는 눈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HTML  무엇이 있는지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002024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367784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22648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표현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440936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CSS  어떻게 보이는지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821168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186928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6B4D8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41792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동작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260080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JavaScript  무엇이 바뀌는지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48640" y="2615184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이렇게 보면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만든 화면에서 고칠 곳을 더 정확히 짚고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결과가 기대와 다를 때 어느 쪽을 다시 볼지 판단하기 좋다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셋은 한 사람이 한 날 설계한 세트가 아니라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서로 다른 시기에 다른 문제를 풀며 태어난 도구들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48640" y="3478530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3478530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78530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핵심 한 문장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웹페이지는 구조(HTML)·표현(CSS)·동작(JS) 세 겹이고, 셋을 나눠 AI에게 지시하면 원하는 화면을 빠르게 만들고 고칠 수 있다.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겹은 각자 맡은 일이 다르다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이름과 생김새 · 겹별 검토 질문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106924" y="5486400"/>
            <a:ext cx="1975104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06924" y="5486400"/>
            <a:ext cx="19751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개념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🧱 세 겹의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생김새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🟢 HTML — 무엇이 담기나 (태그로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의미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붙임: h1=제목, button=버튼)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29943"/>
            <a:ext cx="11091672" cy="667512"/>
          </a:xfrm>
          <a:prstGeom prst="roundRect">
            <a:avLst>
              <a:gd name="adj" fmla="val 6849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829943"/>
            <a:ext cx="54864" cy="667512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7" name="Text 5"/>
          <p:cNvSpPr/>
          <p:nvPr/>
        </p:nvSpPr>
        <p:spPr>
          <a:xfrm>
            <a:off x="768096" y="1921383"/>
            <a:ext cx="10707624" cy="48463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&lt;h1&gt;내 첫 웹페이지&lt;/h1&gt;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&lt;button&gt;시작하기&lt;/button&gt;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643759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🔵 CSS — 어떻게 보일지 (색·간격·크기·배치)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3102102"/>
            <a:ext cx="11091672" cy="45720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3102102"/>
            <a:ext cx="54864" cy="457200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1" name="Text 9"/>
          <p:cNvSpPr/>
          <p:nvPr/>
        </p:nvSpPr>
        <p:spPr>
          <a:xfrm>
            <a:off x="768096" y="3193542"/>
            <a:ext cx="10707624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h1 { color: blue; text-align: center; }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3705606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🟣 JS — 무엇이 바뀔지 (누르면 화면이 달라지는 반응)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4163949"/>
            <a:ext cx="11091672" cy="891540"/>
          </a:xfrm>
          <a:prstGeom prst="roundRect">
            <a:avLst>
              <a:gd name="adj" fmla="val 5128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4163949"/>
            <a:ext cx="54864" cy="891540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5" name="Text 13"/>
          <p:cNvSpPr/>
          <p:nvPr/>
        </p:nvSpPr>
        <p:spPr>
          <a:xfrm>
            <a:off x="768096" y="4255389"/>
            <a:ext cx="10707624" cy="7086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button.addEventListener('click', () =&gt; {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alert('안녕하세요!');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5201793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5201793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5201793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지금은 "세 겹은 각자 맡은 일이 다르다"는 감각만 챙기면 충분. 내력은 다음 파트에서.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🔧 겹을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지정해 지시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하고 판단한다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536192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겹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AI에게 시킬 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 판단 질문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HTML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"제목·안내 카드·버튼을 의미에 맞게 배치해줘"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필요한 정보·업무 용어가 빠지지 않았나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CSS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"모바일에서도 읽히게 간격·색·글자 크기 조정"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눈이 어디로 가나, 깨지는 구간은 없나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JS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"버튼을 누르면 화면 내용이 바뀌게"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클릭·입력·상태 변화가 기대대로인가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054096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3054096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3054096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🤔 세 문제를 어느 겹으로? — ①안내 문구가 업무 말과 안 맞음 =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HTML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②카드가 모바일에서 글자 겹침 =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CSS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③버튼 눌러도 반응 없음 =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6B4D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JS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현장선 섞이지만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진단을 나누면 다음 지시가 구체화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된다.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이름에 담긴 사연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HTML·CSS·JS의 역사 · 박스모델 · 프론트/백엔드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106924" y="5486400"/>
            <a:ext cx="1975104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06924" y="5486400"/>
            <a:ext cx="19751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내력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📄 HTML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잃어버린 문서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에서 시작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99326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1980년대 말 CERN — 수천 연구자가 다른 컴퓨터·프로그램으로 문서를 만들어, 사람이 떠나면 자료 위치도 사라졌다. 팀 버너스리가 1989년 제안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속 단어에서 다른 문서로 바로 건너뛰게 연결하자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(하이퍼텍스트). 상사의 메모: "막연하지만 흥미롭다"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1993년 CERN이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 기술을 로열티 없이 공개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그래서 웹은 특정 회사 제품이 아니라 모두의 기반이 됐다(오늘 HTML을 공짜로 쓰는 이유)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511171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511171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2511171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yper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ext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arkup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anguage — '마크업'은 편집자가 원고 여백에 "여기는 제목"이라 표시하던 관행. &lt;h1&gt;=가장 높은 제목, &lt;button&gt;=누르는 버튼처럼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정보의 의미를 표시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한다. 검토 기준은 꾸밈이 아니라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🎨 CSS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"제목 색을 전부 바꿔주세요"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 악몽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초기엔 꾸밈 태그를 본문 곳곳에 직접 끼웠다 — 문서 수백 개에서 "제목 색을 전부 바꿔주세요"가 오면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문서를 하나하나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고쳐야 했다(내용과 꾸밈이 한 덩어리)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1994년 호콘 비움 리가 인쇄에서 힌트 — 기사와 조판 규칙을 따로 관리하듯,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꾸밈 규칙을 문서 밖 스타일시트로 분리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1996년 표준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234946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234946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2234946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ascading(폭포처럼 층층이)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tyle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heets — 기본·사이트·페이지 규칙이 겹칠 때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어느 쪽이 이기는지 우선순위가 폭포처럼 정해져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있다는 뜻. 2003 CSS Zen Garden이 상징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HTML에 CSS만 바꿔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일본 정원도, 잡지 표지도(내용은 한 글자도 안 바뀜).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📦 CSS를 말로 고치는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최소 지도 — 박스모델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81328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content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1773936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내용  글·이미지·버튼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047238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3412998" y="1371600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67862" y="1481328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padding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486150" y="1773936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안쪽 여백  내용↔테두리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911596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277356" y="1371600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E3DAC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2220" y="1481328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border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350508" y="1773936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테두리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775954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9141714" y="1371600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C8A15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96578" y="1481328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margin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9214866" y="1773936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바깥 여백  다른 상자와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2615184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20" name="Shape 18"/>
          <p:cNvSpPr/>
          <p:nvPr/>
        </p:nvSpPr>
        <p:spPr>
          <a:xfrm>
            <a:off x="548640" y="2615184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1" name="Text 19"/>
          <p:cNvSpPr/>
          <p:nvPr/>
        </p:nvSpPr>
        <p:spPr>
          <a:xfrm>
            <a:off x="786384" y="2615184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안쪽 여백은 padding, 바깥쪽 여백은 margin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이라는 차이만. gap은 flex·grid로 나란히 놓은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요소 사이 간격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카드 폭엔 box-sizing: border-box를 함께 쓰면 지정한 width 안에 padding·border까지 포함돼 예상보다 넓어지는 일이 준다.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3531108"/>
            <a:ext cx="11091672" cy="787146"/>
          </a:xfrm>
          <a:prstGeom prst="roundRect">
            <a:avLst>
              <a:gd name="adj" fmla="val 10455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9808" y="3677412"/>
            <a:ext cx="10689336" cy="476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단어장 대신 일상어로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"카드 바깥에 여백이 필요해"(margin)·"버튼 글자가 테두리에 너무 붙어"(padding)·"버튼들이 서로 너무 붙어"(gap)·"카드에 테두리를"(border).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"어느 요소"와 "모바일에서도"를 함께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말하면 확인하기 좋다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⚡ JavaScript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열흘 만에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태어난 언어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99326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1995 넷스케이프가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페이지가 사용자 행동에 그 자리에서 반응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할 언어를 원했다 — 브렌던 아이크가 첫 버전을 열흘 남짓에. Mocha→LiveScript→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JavaScript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(마지막 개명은 Java 인기에 올라탄 마케팅, 둘은 이름만 닮은 남남 = "햄과 햄스터")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임무는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폼 검증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느린 모뎀 시절 제출 버튼 누르기 전에 브라우저가 "이메일 형식이 아닙니다"라고 그 자리에서. JS가 처음 쓸모를 증명한 장면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511171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511171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2511171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JS가 맡는 건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시간에 따라 변하는 것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클릭·입력·필터·토글. 검토 기준 하나: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"무엇을 누르면 무엇이 바뀌어야 하는가"가 기대대로인가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2005 구글 지도가 결정적 — 페이지를 새로 고치지 않고 데이터를 주고받는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AJAX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웹이 '문서'에서 '애플리케이션'으로.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세 겹의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내력이 지시의 언어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된다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536192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겹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태어난 문제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검토 기준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HTML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흩어진 정보를 의미 있게 연결하기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정보·용어가 빠지지 않았나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CSS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내용과 꾸밈이 붙어 수정이 번지는 문제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읽히나, 깨지는 폭은 없나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JS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눌러도 반응 없는 정적 문서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행동 뒤 변화가 기대대로인가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054096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3054096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3054096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웹은 처음부터 세 겹으로 설계된 게 아니라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30년에 걸쳐 문제를 하나씩 풀며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지금 모양이 됐다. 각 겹이 태어난 이유가 다르니 맡은 일·검토 기준도 다르다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겹을 지정하면 AI가 손댈 범위가 좁아지고 괜찮은 부분이 덜 흔들린다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🧠 CS 교양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관심사의 분리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99326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데이크스트라(1974) — 복잡한 문제는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번에 한 측면에만 집중하고 나머지는 접어두는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태도가 관심사의 분리. 통째로 붙들면 어디부터 손댈지 모르지만, 나누면 측면마다 판단 기준이 생긴다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협업에도 이어진다 — 콘텐츠 담당자는 문구, 디자이너는 표현, 개발자는 동작.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AI와 일할 때도 관심사를 나눠 말하면 AI도 한 측면에 집중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한다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511171"/>
            <a:ext cx="11091672" cy="787146"/>
          </a:xfrm>
          <a:prstGeom prst="roundRect">
            <a:avLst>
              <a:gd name="adj" fmla="val 10455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2657475"/>
            <a:ext cx="10689336" cy="476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🔍 모바일에서 버튼 둘이 겹칠 때, 어느 요청이 나은가? 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A.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".nav-button에 flex-wrap: wrap이랑 min-width: 120px를 줘" 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B.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"버튼 두 개가 겹쳐 누르기 어려워.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글자는 그대로 두고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버튼이 줄바꿈되게 고쳐줘"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3444621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3444621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3444621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B를 권한다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A는 해법(속성명)을 사람이 지정했는데, 추측한 명세는 틀려도 AI가 따른다. B는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관찰(겹침)·기대(줄바꿈)·지킬 것(글자)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나눠 말했다.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해법 고르기는 AI의 몫으로 남긴다.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🍽️ CS 교양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프론트엔드와 백엔드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프론트엔드 (홀·메뉴판)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49808" y="1847088"/>
            <a:ext cx="4960620" cy="476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사용자가 브라우저에서 직접 만나는 쪽 —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HTML·CSS·JS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무엇을 보고, 누르고, 입력하나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7356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78524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백엔드 (주방·창고·장부)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78524" y="1847088"/>
            <a:ext cx="4960620" cy="476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뒤 처리 — 서버·API·데이터 저장·권한. 입력이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어디 저장되고 누가 다시 보나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(뒤 강의)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615184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2615184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615184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홀만 있으면 음식이 안 나오고, 주방만 있으면 뭘 주문할지 모른다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쪽이 함께 움직일 때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경험이 이어진다. 웹은 로그인·결제·검색이 늘며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보이는 쪽과 처리하는 쪽을 나눠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설계하게 됐다.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531108"/>
            <a:ext cx="11091672" cy="65303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바이브 코딩에서도 — "업무 카드가 모바일에서 한 열로"는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프론트엔드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"상담 기록을 저장하고 작성자만 수정하게"는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백엔드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섞어 던지면 화면은 됐는데 저장이 빠지기도</a:t>
            </a:r>
            <a:endParaRPr lang="en-US" sz="14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이 덱의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정리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2688336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 문장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세 겹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구조(HTML)·표현(CSS)·동작(JS) — 겹을 지정하면 지시가 좁아진다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HTML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잃어버린 문서를 연결(하이퍼텍스트) — 검토는 꾸밈 아닌 정보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CSS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내용과 꾸밈의 분리(폭포처럼 우선순위) — 검토는 읽히는 방식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박스모델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안쪽=padding, 바깥=margin, 사이=gap. 일상어로 말하면 AI가 번역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JavaScript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행동 뒤 변화 — 검토는 "무엇을 누르면 무엇이 바뀌나"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관심사 분리·프론트/백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측면을 나눠 말한다 / 화면은 프론트, 저장은 백엔드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이해도 확인 질문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세 겹은 각각 무엇을 담당하고,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겹을 지정해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지시하면 뭐가 좋은가?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9136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9136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9136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HTML의 검토 기준이 "꾸밈"이 아니라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"정보"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 이유는?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1112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1112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1112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CSS의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"캐스케이딩"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 CSS Zen Garden이 보여준 것은?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3088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30881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3088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박스모델에서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padding과 margin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 차이는?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5064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50641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5064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Q5.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프론트엔드 요청과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백엔드 요청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 예를 하나씩 든다면?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정답 &amp; 해설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HTML=구조(무엇이), CSS=표현(어떻게 보일지), JS=동작(무엇이 바뀔지). 겹을 지정하면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손댈 범위가 좁아져 괜찮은 부분이 덜 흔들린다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9136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9136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9136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HTML은 정보에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의미를 표시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하는 마크업이라 — 필요한 정보·업무 용어(예: 진단서 발급)가 빠졌는지는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현장을 아는 눈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에만 보인다.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1112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1112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1112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여러 규칙이 겹칠 때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우선순위가 폭포처럼 정해져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이긴다는 뜻. Zen Garden은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HTML에 CSS만 바꿔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전혀 다른 화면(내용은 그대로)을 보여줬다.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3088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30881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3088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padding = 안쪽 여백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(내용↔테두리),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margin = 바깥쪽 여백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(다른 상자와). gap은 나란히 놓은 요소 사이.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5064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50641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5064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A5.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프론트: "업무 카드가 모바일에서 한 열로". 백엔드: "상담 기록을 저장하고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작성자만 수정하게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". 섞어 던지면 한쪽이 빠질 수 있다.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겹으로 본다 🧱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웹페이지를 이루는 세 겹 — 여기까지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2026-08-13T23:10:28Z</dcterms:created>
  <dcterms:modified xsi:type="dcterms:W3CDTF">2026-08-13T23:10:28Z</dcterms:modified>
</cp:coreProperties>
</file>