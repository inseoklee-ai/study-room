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컨텍스트 엔지니어링 · ①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창의 세 성질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질문, 다른 맥락 — 답의 근거는 어디서 오는가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창이란 무엇인가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성질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창·순서·연속성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무엇이고, 대화 화면·보관 기록과 어떻게 다른지 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 세 성질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유한 · 매 호출 재구성 · 저장소 아님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을 하나씩 세운다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창이 넓어져도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들어감과 읽힘은 다르다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것을 확인한다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순서와 경계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어떻게 근거를 보존하는지로 마무리한다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컨텍스트 엔지니어링은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넣는 기술이 아니라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이번 판단에 필요한 근거를 관리하는 일입니다.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창이란 무엇인가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만드는 순간 모델이 실제로 읽는 자리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· 토큰 · 이번 호출의 입력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같은 질문, 다른 답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읽혔나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달라졌다면, 모델 능력보다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호출에서 무엇을 읽혔는지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먼저 묻는다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모델의 수행 범위를 정하는 계약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그 판단에 필요한 대상을 이번 호출에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보여 줄지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정하는 입력 구성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 범위의 계약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11596" y="2575179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7356" y="2575179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32220" y="2684907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350508" y="2977515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대상의 입력 구성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갈리면 태도가 변했다고 단정하기 전에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 무엇을 읽혔는지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확인한다.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🪟 컨텍스트 창의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7377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전달할 수 있는 텍스트의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분량이 정해져 있다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컨텍스트 창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'창' = 눈앞에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펼쳐 보이는 범위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호출로 들어온 텍스트만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읽는다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창보다 큰 입력은 아예 전달되지 않고, 창에 안 들어온 과거 내용은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답에서는 존재하지 않는 것과 같다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분량은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(텍스트를 나누어 세는 기본 단위)으로 센다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55645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3255645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3255645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들어오지 않은 것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이번 답에 없는 것이다 — 알고 있으리라 기대할 수 없다.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창은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화면·보관 기록과 다르다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창은 대화 화면에 남은 메시지의 양이나 서비스가 보관하는 기록의 양과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구별된다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만드는 순간 실제로 읽는 것은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호출을 위해 조립되어 전달된 입력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보이는 것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메시지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8A83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서비스가 보관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기록의 양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2234946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2344674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답의 근거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637282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조립되어 전달된 입력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 보인 기록이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언제나 답의 근거인 것은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방식 — 세 문장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창을 정확히 다루기 위한 세 성질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54780" y="5486400"/>
            <a:ext cx="427939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54780" y="5486400"/>
            <a:ext cx="4279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유한 · 매 호출 재구성 · 저장소 아님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세 성질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창은 유한하다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호출의 입력과 만들어 낼 출력은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한계 안에서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자리를 차지한다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창은 매 호출 새로 구성된다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대화가 모델 내부에 계속 놓여 있는 게 아니라, 다음 요청 때 애플리케이션이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메시지·자료를 다시 넣는다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창은 저장소가 아니다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장기 보관·검색은 모델 밖 장치가 맡고, 창은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판단에 필요한 재료를 잠시 펼치는 자리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세 성질이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넣기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이번에 넣을지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설계 문제로 만든다.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창은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유한하다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출력도 같은 한계 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호출 입력엔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질문·운영 지시·정책 문서·이전 대화·도구 사용법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들어가고,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출력도 같은 한계 안에서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생성된다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더 넣으면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출력·다른 자료가 쓸 자리가 준다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한계까지 채우고 긴 출력을 기대하는 설계는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충돌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엔지니어링 =  많이 넣는 기술이 아니라,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판단에 필요한 재료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설명할 출력 예산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남기는 일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창은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호출 새로 구성된다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반품 건 자료가 다음 호출에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남지 않는다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저장소에 보관한 자료 중 오늘 질문에 필요한 것을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제목·주문번호로 다시 찾아 넣는다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호출엔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전문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다른 호출엔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조항만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재구성 ≠ 대화 끊김.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서비스는 이전 메시지를 다시 보내고 요약을 붙이며 문서를 검색해 넣을 수 있다 — 그 연속성은 모델 안의 기억이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호출을 준비하는 애플리케이션의 조립 결과.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창은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저장소가 아니다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컨텍스트 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호출에서 읽는 범위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자료를 오래 보관하고 필요할 때 찾는 장치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판단에 필요한 재료를 잠시 펼침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기록·정책 전문·프로젝트 결정·과거 대화 원문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이번 질문에 필요한 부분 + 원문 주소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파일·DB·문서 저장소·대화 로그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0540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0540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창에 넣었다고 저장된 것도 아니고, 저장소에 있다고 이번 답에 읽힌 것도 아니다.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 실무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원문은 저장소에, 필요한 부분만 입력에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현재 질문에 필요한 부분 +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주소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입력에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반품 판단이면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적용일·수령일 기준·예외 조항·주문 상태의 출처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분리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요약엔 결론만 남기지 말고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버전 어느 조항에서 왔는지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적어야 다음 호출에서 재확인 가능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27355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저장·검색·입력 조립은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서로 다른 역할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하나로 뭉뚱그리지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창·순서·연속성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들어감과 읽힘은 다르다 — 근거를 보존하는 구성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 · 순서와 경계 · 재현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창이 넓어져도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읽히는 것은 다르다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긴 창은 더 많은 재료를 올리게 하지만,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 안 모든 문장이 같은 정도로 답에 쓰인다는 보장은 없다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정책 전문의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예외가 중간에 묻히거나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오래된 대화의 가정이 최근 정정과 함께 남을 수 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들어감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C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보관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2234946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2234946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2344674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사건 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637282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회수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창에서도 먼저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질문의 판단 조건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적는다 — 답을 바꾸는 사실, 그 원문, 예외·적용 시점, 필요한 출력의 양.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🧷 순서와 경계가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근거를 보존한다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자료는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순서와 경계가 있는 구성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제목·구분자가 없으면 어느 문장이 규칙이고 어느 것이 인용인지 혼동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제목·발행일·버전·출처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붙이고, 사용자의 사실과 정책의 일반 규칙을 구분하며, 오래된 초안엔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폐기/참고 표지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외부 정보를 가져오면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결과가 생성된 시점도 맥락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57517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57517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재고·주문 상태처럼 바뀌는 사실은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방금 조회한 결과가 우선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있지만, 법령·정책의 적용일은 최신이라고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현재 고객에게 적용되지 않는다.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🧠 기억처럼 보이는 연속성의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"앞서 정한 형식을 따르겠습니다"의 형식은 대개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이력·시스템 지시·메모리 요약·프로젝트 파일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중 하나에서 이번에 다시 읽힌 것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답이 달라졌다면 태도가 변했다고 단정하기 전에 — 지시문이 바뀌었는지, 대화 요약이 갱신됐는지, 문서 버전이 달라졌는지,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예산이 줄었는지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장치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"정책을 보냈다"만 적으면 전문/발췌/최신본 여부를 알 수 없다. 호출마다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지시·문서·메모리·도구 결과·이력의 출처·버전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남긴다.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답을 만드는 순간 읽히는 것은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호출을 위해 조립되어 전달된 입력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화면·보관 기록과 다르다.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유한하다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입력과 출력이 같은 한계를 나눠 쓰므로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남긴다.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호출 새로 구성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저장소가 아니다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원문은 저장소에, 필요한 부분+출처만 입력에.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창이 넓어져도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들어감 ≠ 읽힘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순서·경계·출처·시점을 밝혀 근거를 보존한다.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답을 만드는 순간 모델이 실제로 읽는 것은 무엇이며, 그것은 무엇과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되는가?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창의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성질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"창은 유한하다"가 출력 설계에 주는 함의는? 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한계까지 채우면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 되나?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창과 저장소를 혼동하면 생기는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오해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창이 넓어져도 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들어감과 읽힘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구분해야 하며, 근거를 보존하려면 무엇을 밝혀야 하나?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호출을 위해 조립되어 전달된 입력.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대화 화면에 남은 메시지의 양이나 서비스가 보관하는 기록의 양과 구별된다.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유한하다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(입력·출력이 같은 한계 안)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호출 새로 구성된다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(앱이 다시 조립)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저장소가 아니다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(재료를 잠시 펼치는 자리).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입력과 출력이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한계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나눠 쓴다 — 입력을 더 넣으면 출력 자리가 줄어, 한계까지 채우고 긴 출력을 기대하면 처음부터 충돌.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함께 남긴다.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긴 문서를 한 번 넣고 모델이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계속 알고 있으리라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기대하는 것, 그리고 화면에 보인 기록이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언제나 답의 근거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오해하는 것.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창 안 모든 문장이 같은 정도로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읽힌다는 보장이 없기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때문. 판단 조건과 원문·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순서·경계·출처·유효 시점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밝혀 근거를 보존한다.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창은 잠시 펼치는 자리 🪟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창의 세 성질 — 여기까지 · 다음: 같은 창에서 경쟁하는 다섯 종류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2026-08-26T08:14:43Z</dcterms:created>
  <dcterms:modified xsi:type="dcterms:W3CDTF">2026-08-26T08:14:43Z</dcterms:modified>
</cp:coreProperties>
</file>