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트랜스포머 (1)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이 모델은 어디서 왔을까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골목이 같은 벽에 부딪혔다가, 한 열쇠로 합류한 이야기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골목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00202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67784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22648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골목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40936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순차의 벽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82116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186928" y="13716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41792" y="14813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열쇠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60080" y="17739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2615184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현실적 곤란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하나에서 출발 — 왜 정보를 더 줘도 답이 안 좋아질까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트랜스포머는 발명품이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분야가 합류한 결과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이미지가 연 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— "깊이의 벽"을 발견하고 뚫은 과정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81876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81876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81876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이미지의 "깊이의 벽"을 이해하고 나면, 나중에 언어의 "순차의 벽"이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놀랄 만큼 같은 모양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걸 알아보게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아주 현실적인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곤란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출발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80쪽짜리 문서를 통째로 AI에 붙여 넣고 "이거 요약해줘"라고 시켜 본 적 있으실 겁니다. 그런데 결과가 어딘가 흐릿합니다.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1829943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앞부분은 잘 반영되는데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중간은 뭉개지고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분명 문서에 있던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조항을 슬쩍 빠뜨립니다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길게 넣을수록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느려지고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비용 청구서 숫자는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커집니다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3033522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033522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분명 더 많은 정보를 줬는데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답은 더 좋아지지 않을까?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"AI가 멍청해서"가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글자를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작은 조각으로 쪼개, 한 번에 들여다볼 수 있는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창(컨텍스트)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크기가 정해져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창 안에서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조각에 얼마나 주의를 배분하느냐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문제입니다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3494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정보를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"얼마나 넣느냐"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"어떻게 배치하고 무엇에 집중시키느냐"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감각은 오늘 역사를 끝까지 따라가면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자연스럽게 손에 잡힙니다.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지금은 이 곤란을 접어두고 출발.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골목, 같은 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트랜스포머는 하늘에서 뚝 떨어진 게 아니다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94860" y="5486400"/>
            <a:ext cx="299923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4860" y="548640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· 언어의 합류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각자의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막다른 벽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🖼️ 이미지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속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고양이를 알아보게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만들려던 사람들 — "어떻게 하면 신경망을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깊게 쌓을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수 있을까"라는 벽 앞에서 오래 멈춰 섰습니다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32333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깊이의 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언어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이해시키려던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사람들 — "어떻게 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단어를 잊지 않고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긴 문장을 처리할까"라는 벽 앞에서 멈춰 섰습니다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78524" y="232333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순차의 벽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28437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28437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두 벽은 얼핏 전혀 다르지만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뿌리가 닮았습니다.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그래서 같은 열쇠 하나가 두 벽을 동시에 뚫습니다.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🚶 먼저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이미지가 연 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 — 깊이의 벽  발견하고 뚫기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A65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— 순차의 벽  같은 모양임을 알아보기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6151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26151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26151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🔑 이미지 쪽에서 사람들이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벽을 어떻게 발견하고 어떻게 뚫었는지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이해하고 나면, 언어 쪽 사람들이 만난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순차의 벽이 놀랄 만큼 같은 모양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걸 알아보게 됩니다.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문서를 더 많이 넣어도 답이 흐려지는 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멍청해서가 아님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정보는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"얼마나 넣느냐"가 아니라 "어떻게 배치·집중시키느냐"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 (컨텍스트 창 + 주의 배분)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트랜스포머는 발명품이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이미지·언어 두 분야가 같은 열쇠로 합류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결과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언어의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순차의 벽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뿌리가 닮음 — 이미지부터 따라간다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80쪽 문서를 통째로 넣어도 요약이 흐릿한 건 "AI가 멍청해서"인가?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원인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547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5475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547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정보는 "얼마나 넣느냐"의 문제인가, 아니면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문제인가?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935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9350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935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트랜스포머는 어떻게 등장했나? (두 분야 · 같은 열쇠 · 합류)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4322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43225"/>
            <a:ext cx="64008" cy="441579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4322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이미지의 벽과 언어의 벽은 각각 무엇이며, 둘의 관계는?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4157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아니다. 모델이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토큰으로 쪼개 한 번에 보는 창(컨텍스트)의 크기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정해져 있고, 그 안에서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어디에 주의를 배분하느냐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547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5475"/>
            <a:ext cx="64008" cy="44157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547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"얼마나 넣느냐"가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"어떻게 배치하고 무엇에 집중시키느냐"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문제.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9350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9350"/>
            <a:ext cx="64008" cy="44157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9350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발명품이 아니라,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이미지와 언어 두 분야가 각자의 벽에 부딪혔다가 같은 열쇠 하나로 동시에 뚫으며 합류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결과.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43225"/>
            <a:ext cx="11027664" cy="441579"/>
          </a:xfrm>
          <a:prstGeom prst="roundRect">
            <a:avLst>
              <a:gd name="adj" fmla="val 18637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43225"/>
            <a:ext cx="64008" cy="441579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43225"/>
            <a:ext cx="10707624" cy="44157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이미지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깊이의 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(신경망을 더 깊게 쌓기), 언어 =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순차의 벽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(앞 단어를 잊지 않고 긴 문장 처리). 얼핏 달라 보여도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뿌리가 닮았다.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출발합니다 🚶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— 신경망을 더 깊게 쌓으려던 사람들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2026-07-31T05:46:52Z</dcterms:created>
  <dcterms:modified xsi:type="dcterms:W3CDTF">2026-07-31T05:46:52Z</dcterms:modified>
</cp:coreProperties>
</file>