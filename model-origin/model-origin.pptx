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트랜스포머 (1)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이 모델은 어디서 왔을까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골목이 같은 벽에 부딪혔다가, 한 열쇠로 합류한 이야기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여정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이미지 골목깊이의 벽 + 언어 골목순차의 벽 → 같은 열쇠트랜스포머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현실적 곤란 하나에서 출발 — 왜 정보를 더 줘도 답이 안 좋아질까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트랜스포머는 발명품이 아니라 두 분야가 합류한 결과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이미지가 연 길부터 — "깊이의 벽"을 발견하고 뚫은 과정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이미지의 "깊이의 벽"을 이해하고 나면, 나중에 언어의 "순차의 벽"이 놀랄 만큼 같은 모양이라는 걸 알아보게 됩니다.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아주 현실적인 곤란에서 출발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80쪽짜리 문서를 통째로 AI에 붙여 넣고 "이거 요약해줘"라고 시켜 본 적 있으실 겁니다. 그런데 결과가 어딘가 흐릿합니다.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앞부분은 잘 반영되는데 중간은 뭉개지고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분명 문서에 있던 핵심 조항을 슬쩍 빠뜨립니다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길게 넣을수록 응답은 느려지고 비용 청구서 숫자는 커집니다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분명 더 많은 정보를 줬는데 왜 답은 더 좋아지지 않을까?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🔎 "AI가 멍청해서"가 아닙니다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글자를 토큰이라는 작은 조각으로 쪼개, 한 번에 들여다볼 수 있는 창(컨텍스트)의 크기가 정해져 있습니다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창 안에서 어떤 조각에 얼마나 주의를 배분하느냐의 문제입니다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정보를 "얼마나 넣느냐"가 아니라 "어떻게 배치하고 무엇에 집중시키느냐"의 문제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이 감각은 오늘 역사를 끝까지 따라가면 자연스럽게 손에 잡힙니다. 지금은 이 곤란을 접어두고 출발.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골목, 같은 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트랜스포머는 하늘에서 뚝 떨어진 게 아니다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· 언어의 합류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🧱 각자의 막다른 벽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이미지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속 고양이를 알아보게 만들려던 사람들 — "어떻게 하면 신경망을 더 깊게 쌓을 수 있을까"라는 벽 앞에서 오래 멈춰 섰습니다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깊이의 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언어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문장을 이해시키려던 사람들 — "어떻게 하면 앞 단어를 잊지 않고 긴 문장을 처리할까"라는 벽 앞에서 멈춰 섰습니다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순차의 벽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두 벽은 얼핏 전혀 다르지만 뿌리가 닮았습니다. 그래서 같은 열쇠 하나가 두 벽을 동시에 뚫습니다.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🚶 먼저 이미지가 연 길부터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오늘이미지 — 깊이의 벽 발견하고 뚫기 → 다음언어 — 순차의 벽 같은 모양임을 알아보기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이미지 쪽에서 사람들이 깊이의 벽을 어떻게 발견하고 어떻게 뚫었는지 이해하고 나면, 언어 쪽 사람들이 만난 순차의 벽이 놀랄 만큼 같은 모양이라는 걸 알아보게 됩니다.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4문장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문서를 더 많이 넣어도 답이 흐려지는 건 AI가 멍청해서가 아님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정보는 "얼마나 넣느냐"가 아니라 "어떻게 배치·집중시키느냐"의 문제 (컨텍스트 창 + 주의 배분)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트랜스포머는 발명품이 아니라 이미지·언어 두 분야가 같은 열쇠로 합류한 결과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이미지의 깊이의 벽과 언어의 순차의 벽은 뿌리가 닮음 — 이미지부터 따라간다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80쪽 문서를 통째로 넣어도 요약이 흐릿한 건 "AI가 멍청해서"인가? 진짜 원인은?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정보는 "얼마나 넣느냐"의 문제인가, 아니면 무엇의 문제인가?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트랜스포머는 어떻게 등장했나? (두 분야 · 같은 열쇠 · 합류)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이미지의 벽과 언어의 벽은 각각 무엇이며, 둘의 관계는?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아니다. 모델이 토큰으로 쪼개 한 번에 보는 창(컨텍스트)의 크기가 정해져 있고, 그 안에서 어디에 주의를 배분하느냐의 문제.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"얼마나 넣느냐"가 아니라 "어떻게 배치하고 무엇에 집중시키느냐"의 문제.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발명품이 아니라, 이미지와 언어 두 분야가 각자의 벽에 부딪혔다가 같은 열쇠 하나로 동시에 뚫으며 합류한 결과.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이미지 = 깊이의 벽(신경망을 더 깊게 쌓기), 언어 = 순차의 벽(앞 단어를 잊지 않고 긴 문장 처리). 얼핏 달라 보여도 뿌리가 닮았다.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출발합니다 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신경망을 더 깊게 쌓으려던 사람들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2026-07-30T12:04:54Z</dcterms:created>
  <dcterms:modified xsi:type="dcterms:W3CDTF">2026-07-30T12:04:54Z</dcterms:modified>
</cp:coreProperties>
</file>