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트랜스포머 (4)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길이 트랜스포머에서 합류하다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Is All You Need — Q·K·V, 멀티헤드, 위치 인코딩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Is  All You Need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어텐션의 작동  (Q·K·V)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갈래와  두 길 합류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2017년,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recurrence·convolution을 버리고 attention만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— 병렬의 문이 열렸다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도서관에서 책 찾기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(Query·Key·Value), 여러 관점의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멀티헤드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 한 줄,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인코딩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실전 비용(KV cache·MHA/MQA/GQA)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이미지와 언어 두 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어텐션이라는 열쇠로 합류한다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줄 — 언어가 벽을 넘으려 집어 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어텐션이라는 열쇠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가, 이미지 자물쇠에도 들어맞았다.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⏪ 30초 복습 — 남은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벽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고정벡터 병목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부딪혔고,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병목을 뚫었다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RNN의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 처리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병렬 계산을 막는 걸림돌로 남아 있었다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물었다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"순차 처리를 통째로 걷어내고 attention만으로?"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2017년, 여덟 명의 연구자가 그 질문에 답을 내놓습니다. 논문 제목부터 선언이었습니다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Is All You Need.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Is All You Need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순환도 합성곱도 버리고, 오직 어텐션만으로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 · 병렬의 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2017년의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명의 연구자, 논문 제목부터 선언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Is All You Need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뒤로 한 토큰씩 처리하는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recurrence(순환)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국소 패턴을 훑는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convolution(합성곱)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버림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남긴 것은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오직 어텐션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"based solely on attention mechanisms,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dispensing with recurrence and convolutions entirely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— 지금 우리가 부르는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첫 단추가 여기서 끼워집니다.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결정적이었던 건 성능보다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방식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🐌 RNN — 순차의 족쇄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단어를 처리하려면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단어 계산이 끝나길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기다려야 했다. 순서가 곧 족쇄.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트랜스포머 — 동시에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토큰이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서로를 동시에 바라보는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 → 한 문장을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한꺼번에 GPU에 올려 병렬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순차의 벽이 사라지자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큰 데이터·더 큰 모델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감당할 길이 열렸다원 논문: GPU 8장으로 3.5일 학습 → 기계번역(BLEU) 당시 최고 기록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도서관에서 책을 찾듯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토큰이 "나를 이해하려면 누구를 참고할까"를 스스로 정한다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8748" y="5486400"/>
            <a:ext cx="479145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98748" y="548640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· Key · Value · 멀티헤드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어텐션이 보는 것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가중치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토큰이 다른 토큰들을 둘러보며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나를 이해하려면 누구를 얼마나 참고할까"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저울질합니다.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· 이의신청 기간이 지나면 처분은 확정됩니다 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 때 — 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이의신청 기간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강하게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지나면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조건으로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대상 개념으로 끌어온다.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252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252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5252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사람처럼 법률을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건 아닙니다. 수많은 문장에서 배운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등장하는 관계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대로, 관련 토큰을 끌어와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토큰의 표현에 섞는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Query · Key · Value =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도서관에서 책 찾기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도서관 비유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안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Query (Q)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들고 온 질문 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토큰이 묻는 것 — "나를 이해하려면 무엇이 필요하지?"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 (K)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책마다 붙은 색인표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토큰이 내미는 단서 — "나는 이런 정보와 관련 있어"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Value (V)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책의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참고하기로 정한 토큰에서 실제로 가져오는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카드(Q)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서가의 모든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색인표(K)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맞춰 보고, 잘 맞는 책일수록 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내용(V)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많이 가져와 섞습니다.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🏦 같은 글자, 다른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은행에 예금했다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예금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강한 단서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금융기관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쪽으로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강가의 은행나무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강가·나무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강한 단서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쪽으로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표면은 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'은행'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이지만, Q·K가 골라내는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단서가 달라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글자를 다른 문맥으로 갈라냅니다.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👁️ 여러 관점으로 동시에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멀티헤드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문장이라도 볼 각도는 하나가 아니다 — 주어·동사 짝, 괄호 안 예외, 문체 단서…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시선을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굴리려고 어텐션을 여러 벌 병렬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멀티헤드 어텐션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각각을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헤드(head)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부른다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헤드가 사람이 이름 붙이듯 역할을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깔끔히 나눠 갖는다고 단정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순 없지만,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문장을 여러 관점으로 동시에 비춰 본다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직관은 잘 들어맞습니다.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🏛️ 트랜스포머 전체 구조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0867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225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🟦 인코더 — 입력을 읽는다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4944" y="1828800"/>
            <a:ext cx="5116068" cy="554736"/>
          </a:xfrm>
          <a:prstGeom prst="roundRect">
            <a:avLst>
              <a:gd name="adj" fmla="val 824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5042916" cy="5547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Embedding (+ 위치 인코딩)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65248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2548128"/>
            <a:ext cx="5116068" cy="554736"/>
          </a:xfrm>
          <a:prstGeom prst="roundRect">
            <a:avLst>
              <a:gd name="adj" fmla="val 824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48128"/>
            <a:ext cx="5042916" cy="5547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Multi-Head Attention</a:t>
            </a:r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Add &amp; Norm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084576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" y="3267456"/>
            <a:ext cx="5116068" cy="554736"/>
          </a:xfrm>
          <a:prstGeom prst="roundRect">
            <a:avLst>
              <a:gd name="adj" fmla="val 824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67456"/>
            <a:ext cx="5042916" cy="5547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 Forward → Add &amp; Norm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540867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3076" y="1463040"/>
            <a:ext cx="5225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🟫 디코더 — 출력을 만든다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7940" y="1828800"/>
            <a:ext cx="5116068" cy="374904"/>
          </a:xfrm>
          <a:prstGeom prst="roundRect">
            <a:avLst>
              <a:gd name="adj" fmla="val 1219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4516" y="1828800"/>
            <a:ext cx="5042916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Embedding (+ 위치 인코딩)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31636" y="2185416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77940" y="2368296"/>
            <a:ext cx="5116068" cy="374904"/>
          </a:xfrm>
          <a:prstGeom prst="roundRect">
            <a:avLst>
              <a:gd name="adj" fmla="val 1219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4516" y="2368296"/>
            <a:ext cx="5042916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Masked Multi-Head Attention</a:t>
            </a:r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Add &amp; Norm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31636" y="2724912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77940" y="2907792"/>
            <a:ext cx="5116068" cy="374904"/>
          </a:xfrm>
          <a:prstGeom prst="roundRect">
            <a:avLst>
              <a:gd name="adj" fmla="val 1219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4516" y="2907792"/>
            <a:ext cx="5042916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Multi-Head Attention</a:t>
            </a:r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(인코더 참조) → Add &amp; Norm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1636" y="3264408"/>
            <a:ext cx="54086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77940" y="3447288"/>
            <a:ext cx="5116068" cy="374904"/>
          </a:xfrm>
          <a:prstGeom prst="roundRect">
            <a:avLst>
              <a:gd name="adj" fmla="val 1219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4516" y="3447288"/>
            <a:ext cx="5042916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 Forward → Add &amp; Norm → Linear → Softmax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0599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0599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" y="40599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기둥이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오른쪽이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두 기둥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 블록이 여러 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쌓여 있습니다. 오늘은 모든 블록을 외울 필요 없이 이 반복만 붙잡으면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Q/K/V는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선형변환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뽑는다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토큰의 현재 표현을 그대로 Q·K·V라 부르진 않는다 — 앞서 다룬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임베딩이 재료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개의 선형변환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(행렬 곱)으로 역할이 다른 세 벡터를 뽑는다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재료에서 서로 다른 성격의 정보를 끄집어내는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개의 렌즈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어텐션을 한 줄로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Q를 모든 K와 맞대 점수표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만들고, 그 점수를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비율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바꾼 뒤, 그 비율대로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V를 섞어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문맥이 반영된 새 표현을 낸다.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깊이 보기 — 어텐션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수식으로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= X·WQ K = X·WK V = X·WV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Attention(Q,K,V) = softmax( Q·Kᵀ / √dk ) · V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28828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Q·Kᵀ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K를 전치(가로세로 뒤집기)해 곱하면, 모든 Q와 모든 K를 짝지어 맞댄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한 번에 나온다 (잘 맞을수록 큰 값)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점수를 0~1 사이로 눌러 합이 1이 되게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토큰을 몇 % 참고할지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가중치로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·V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가중치대로 V를 섞어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문맥이 반영된 새 표현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49186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49186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49186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√dk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왜 나누는지는 다음 장에서 — 그냥 숫자 정리가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 끊기지 않게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장치입니다.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깊이 보기 — 왜 하필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√dk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나눌까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dk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Q·K 벡터의 길이(숫자 개수). 길수록 곱해 더하는 항이 늘어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크게 위아래로 벌어진다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항이 dk배 늘면 분산도 대략 dk배,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표준편차는 √dk배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커진다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커진 점수는 softmax를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한쪽으로 뾰족하게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몰고, softmax는 극단에서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기울기≈0 → 학습 신호가 끊긴다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커진 딱 그만큼 √dk로 나눠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벡터가 아무리 길어도 점수의 흩어짐을 일정하게 눌러 둔다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요컨대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√dk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벡터 길이에 상관없이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softmax가 건강하게 학습되도록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흩어짐을 표준화하는 장치입니다.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🙈 미래를 못 보게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causal mask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디코더가 다음 토큰을 생성할 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 마스크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더한다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만들지 않은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위치의 점수를 음의 무한대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눌러 softmax에서 사실상 0으로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덕분에 현재 위치는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토큰과 자기 자신까지만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참고 → 정답의 미래를 훔쳐보지 못한다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어텐션이 내놓는 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문맥이 반영된 표현의 갱신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 다음 토큰의 확률이 아니다다음 토큰 확률은 이 표현을 받아 맨 끝의 출력층(Linear→Softmax)이 계산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갈래와 두 길의 합류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· 위치 인코딩, 그리고 이미지와 언어가 만나는 지점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0772" y="5486400"/>
            <a:ext cx="440740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0772" y="5486400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MHA·MQA·GQA · RoPE · 합류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KV cache와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헤드가 K·V를 나눠 쓰는 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모델은 답을 한 토큰씩 이어 쓴다 → 앞 토큰의 K·V를 매번 다시 계산하면 낭비. 그래서 쌓아 두고 꺼내 쓰는 임시 보관함이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문장이 길수록 이 보관함의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메모리·대역폭이 부담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되어, 설계가 갈린다.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1937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1937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087118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MHA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(Multi-Head) — Query 헤드마다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몫의 K·V 헤드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표현력 좋지만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0281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80949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80949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70281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MQA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(Multi-Query) — 여러 Query가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K·V 헤드 하나 공유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cache 확 줄지만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시야가 좁아질 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1851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4251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4251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31851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GQA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(Grouped-Query) — 묶음별로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소수의 K·V 공유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절충안,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오늘날 큰 모델이 널리 채택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🔢 어텐션의 빈 구멍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순서를 모른다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Q와 K를 맞대는 계산은 어느 토큰이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앞이고 뒤인지 전혀 모른다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교사를 칭찬했다 vs 교사가 학생을 칭찬했다 — 같은 토큰인데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순서로 뜻이 뒤집힌다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토큰에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정보를 따로 주입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이것이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인코딩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넣는 방식은 여럿이고, 그 차이가 나중에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다룰 수 있는 문장 길이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와도 연결됩니다.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깊이 보기 — 위치를 넣는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방식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위치를 넣는 직관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Sinusoidal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위치마다 다른 사인·코사인 파형을 임베딩에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안 하는 고정 신호. 원래 트랜스포머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Learned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 번호마다 학습되는 벡터를 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데이터에서 배움. 학습한 최대 길이 밖은 불확실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RoPE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Q·K 벡터를 위치만큼 회전시켜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절대 위치를 넣으면서 두 토큰의 거리 관계가 자연히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ALiBi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멀리 떨어진 토큰일수록 점수에 거리 비례 감점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학습보다 긴 길이로의 확장에 유리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RoPE의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Q·K를 평면 위 화살표로 보고 위치만큼 각도를 돌리면, 맞댈 때 남는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사이의 각도 차이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뿐이라 "몇 칸 떨어졌나"가 자연히 반영됩니다.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두 길이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만난다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· CNN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국소 패턴을 쌓다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· RNN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 읽다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열쇠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2C4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  두 길이 합류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트랜스포머의 진짜 사건 — 언어가 벽을 넘으려 집어 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어텐션이라는 열쇠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자물쇠에도 들어맞았다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 증거는 조금 뒤에 직접 보게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출발점이지, 끝이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recurrence를 버리고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병렬의 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연 트랜스포머는  그 자체로 끝이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트랜스포머를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쌓고 어떻게 학습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시키느냐에 따라 갈라진다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데 특화된 모델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토큰을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쓰는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 특화된 모델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358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358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6358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섹션에서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BERT와 GPT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따라가며, 오늘날의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어떻게 세워졌는지 봅니다.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순환·합성곱을 버리고 어텐션만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토큰을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처리해 큰 모델의 문을 열었다.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도서관에서 책 찾기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Q(질문)·K(색인)·V(내용)로 관련 토큰을 끌어와 섞는다.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Q·K로 점수표 → softmax로 비율 → V를 섞기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√dk는 학습이 끊기지 않게 하는 장치.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멀티헤드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여러 관점 병렬,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인코딩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순서를 알려 준다(Sinusoidal·RoPE·ALiBi…).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이미지(CNN)와 언어(RNN)가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어텐션이라는 공통 열쇠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트랜스포머에서 합류 → BERT·GPT로 갈라진다.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트랜스포머가 RNN보다 결정적으로 나았던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계산상의 이유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Q·K·V를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도서관 비유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설명하면?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어텐션 한 줄(softmax(Q·Kᵀ/√dk)·V)에서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softmax와 √dk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무슨 일을 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어텐션에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인코딩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왜 필요한가? 예를 들어보라.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"두 길이 합류했다"는 무슨 뜻이며, 트랜스포머는 이후 어떤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갈라지나?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RNN은 앞 단어 계산이 끝나야 다음을 시작하는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 처리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였는데, 트랜스포머는 모든 토큰이 서로를 동시에 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병렬 계산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가능 → 더 큰 데이터·모델을 감당.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=질문 카드(내가 묻는 것),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=책의 색인표(다른 토큰의 단서),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=책 내용(가져올 정보). Q를 모든 K와 맞춰 잘 맞는 곳의 V를 많이 섞는다.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점수를 합이 1인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비율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바꾼다.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√dk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벡터가 길어져 점수가 과하게 벌어지는 걸 눌러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 기울기가 죽지 않게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표준화.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Q·K 계산은 순서를 모른다. 학생이 교사를 vs 교사가 학생을처럼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토큰도 순서로 뜻이 뒤집혀서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위치 정보를 따로 주입해야 구별된다.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이미지(CNN)와 언어(RNN)가 각자의 벽을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어텐션이라는 공통 열쇠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넘어 트랜스포머에서 만난 것. 이후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(이해)와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(생성)로 갈라진다.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길이 하나로 🔗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길이 트랜스포머에서 합류하다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2026-07-31T21:39:26Z</dcterms:created>
  <dcterms:modified xsi:type="dcterms:W3CDTF">2026-07-31T21:39:26Z</dcterms:modified>
</cp:coreProperties>
</file>