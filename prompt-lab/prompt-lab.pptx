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거대 언어모델과 프롬프트 · ⑤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실행 실습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system을 바꾸고 이력을 넣으면 — 응답은 어떻게 달라지는가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환경 세 갈래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messages 세 번 실행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완주 확인 4가지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Agent SDK · LangChain+Gemini · Ollama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세 인터페이스가 실제로 받는 것을 읽는다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질문을 고정하고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system만 바꿔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문체·구조 차이를 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이력을 넣으면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새 응답이 실제로 반영하는지 확인한다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실행을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파일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남기고, 무엇이 달라졌는지 한 문장씩 쓴다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코드를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모양으로 만드는 게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각 인터페이스가 받는 입력을 분리해 읽는다.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환경 세 갈래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역할 이름이어도 코드는 서로 바꿔 쓸 수 없다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22676" y="5486400"/>
            <a:ext cx="59436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2676" y="5486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Agent SDK · LangChain+Gemini · Ollama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같은 역할,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인터페이스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system·user·assistant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역할 구분은 모든 라이브러리에서 같은 자료형·호출 방식으로 나타나지 않는다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 차이는 감출 결함이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환경을 고를 때 확인할 조건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인증·자료형·호출 메서드·비용·모델 한계가 다르다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역할 이름을 봤다고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서로 바꿔 쓸 수 없다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경로 모두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system을 바꾸거나 이력을 제공했을 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응답이 어떻게 달라지는지 관찰할 수 있다. 다만 만드는 방법은 같지 않다 — 한쪽 입력 모양을 다른 쪽에 억지로 옮기지 않는다.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세 실행 환경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49936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624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주의할 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Agent SDK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구독 로그인 인증. ClaudeAgentOptions(system_prompt=...) + query()의 비동기 user 메시지 생성기로 에이전트 실행 구성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범용 chat completions식 messages 배열 API가 아님. 토큰당 과금이 아니라 구독 로그인 안에서 동작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LangChain + Gemini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키 인증. SystemMessage·HumanMessage·AIMessage 목록을 invoke()에 전달. 같은 추상화로 공급자 교체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추상화가 공급자 고유 기능을 감출 수 있음. 재실측 시 고수요로 503 UNAVAILABLE 발생 → 키가 있어도 성공 보장 아님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Ollama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없이 로컬 실행. system·user·assistant role 딕셔너리 목록을 chat()에 전달. 사용료 없이 반복 관찰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로컬이라는 사실이 품질 보장 아님. 소형 모델의 지시 이행·한국어 품질 자체가 관찰 대상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01726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01726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01726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코드를 같은 모양으로 만드는 게 아니라 — 구독 로그인으로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실행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볼지, API 키+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메시지 추상화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쓸지, 로컬 모델의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조건·한계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시험할지 결정한다.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🅰️ Claude Agent SDK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A/B 비교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없이 한 턴. 이력은 assistant 배열로 넣지 않고, 비동기 user 생성기로 질문을 전달한다.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2907792"/>
          </a:xfrm>
          <a:prstGeom prst="roundRect">
            <a:avLst>
              <a:gd name="adj" fmla="val 157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29077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2724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  = "배송일은 언제인가요?"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SYSTEM_A  = "고객 문의에 정중하게 답한다"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SYSTEM_B  = "기술 문서 톤으로 답한다"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user_messages(text):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{"type":"user","message":{"role":"user","content":text}}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save_run(filename, system_prompt):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options = ClaudeAgentOptions(system_prompt=system_prompt, max_turns=1, tools=[])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for event in query(prompt=user_messages(QUESTION), options=options):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  # event!r 를 원문으로 기록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claude-system-a.txt / claude-system-b.txt 로 저장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88403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88403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88403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max_turns=1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턴 수만 제한(답변 길이 아님),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tools=[]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도구 호출 제외. assistant 이력을 범용 배열로 주입하는 실험은 이 예제 범위가 아니다.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🅱️ LangChain + Gemini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객체 목록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SystemMessage·HumanMessage·AIMessage 목록을 invoke()에 전달. 같은 추상화로 이력까지 한 번에.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2907792"/>
          </a:xfrm>
          <a:prstGeom prst="roundRect">
            <a:avLst>
              <a:gd name="adj" fmla="val 157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29077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2724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ChatGoogleGenerativeAI(model="gemini-3.7-flash")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save_run(filename, messages):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Path(filename).write_text(str(model.invoke(messages).content), ...)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save_run("gemini-system-a.txt", [SystemMessage(SYSTEM_A), HumanMessage(QUESTION)])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save_run("gemini-system-b.txt", [SystemMessage(SYSTEM_B), HumanMessage(QUESTION)])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save_run("gemini-with-history.txt", [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SystemMessage(SYSTEM_A), HumanMessage(QUESTION),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AIMessage("정확한 안내를 위해 주문번호 또는 운송장 번호를 알려 주세요."),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HumanMessage("주문번호가 없으면 무엇을 확인해야 하나요?"),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88403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88403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88403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GEMINI_API_KEY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셸 환경 변수로 설정한 뒤 사용. 여기서는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AIMessage로 이력을 명시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멀티턴 효과를 관찰할 수 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©️ Ollama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 딕셔너리 목록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없이 로컬 모델 실행. system·user·assistant를 그대로 딕셔너리로 쌓는다.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2459736"/>
          </a:xfrm>
          <a:prstGeom prst="roundRect">
            <a:avLst>
              <a:gd name="adj" fmla="val 185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245973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22768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save_run(filename, messages):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Path(filename).write_text(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chat(model="qwen3.5:2b", messages=messages).message.content, ...)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save_run("ollama-with-history.txt", [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{"role":"system",   "content":"고객 문의에 정중하게 답한다"},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{"role":"user",     "content":"배송일은 언제인가요?"},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{"role":"assistant","content":"정확한 안내를 위해 주문번호 또는 운송장 번호를 알려 주세요."},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{"role":"user",     "content":"주문번호가 없으면 무엇을 확인해야 하나요?"},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43598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43598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43598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사용료 없이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관찰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가능하다. 단 로컬이라는 사실이 품질 보장은 아니며,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소형 모델의 지시 이행·한국어 응답 품질 자체가 관찰 대상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messages 세 번 실행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고정하고, 무엇을 바꾸고, 무엇을 더하는가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62756" y="5486400"/>
            <a:ext cx="466344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62756" y="5486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호출 · system 교체 · 이력 추가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세 실행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· 변경 · 추가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호출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system A + user 질문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01-customer-service.txt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교체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질문은 그대로, system A→B로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02-technical-documentation.txt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추가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system B 유지, user 입력에 앞선 문답 요약+새 요청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03-with-history.txt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고정/변경했고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문장·구조가 달라졌는지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기록한다. 세 실행 모두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파일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남기고, 오류로 끝나면 오류 유형·전문도 보관한다.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👀 강사 미리 실행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질문, system만 다름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🙂 고객 문의 톤 (정중하게 답한다)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7143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"문의해 주셔서 감사합니다. 다만 지금 확인할 수 있는 주문·배송 정보가 없어 배송일을 바로 안내드리기 어렵습니다. 정확한 안내를 위해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주문번호/이메일·연락처, 어떤 상품, 주문 일자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알려주시면 도움이 됩니다…"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🛠️ 기술 문서 톤 (기술 문서 톤으로 답한다)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7143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"질문에 필요한 컨텍스트가 없습니다. 현재 세션에 주문·배송 정보가 없고 연결된 도구에도 조회용 데이터 소스가 없습니다. 확인이 필요한 항목: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배송인가 / 조회 경로(주문번호·운송장·URL) / 대체 소스.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437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8437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8437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배송일을 단정하지 않는다.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고객 톤은 감사·사과로 시작해 주문자·상품·주문일을 요청, 기술 톤은 컨텍스트 부재·연결 도구를 먼저 설명하고 조회 경로·대체 소스로 분류한다.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📎 세 번째 호출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이력을 넣으면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Agent SDK에서는 이력을 assistant role 배열로 전달하지 않고,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앞선 대화를 한 user 요청에 명시해 재호출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03-with-history.txt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"주문번호 또는 운송장 번호"라는 앞선 제안이 마지막 답에서 어떻게 이어지는지 확인한다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참조가 안 보이면 — "이력을 user 입력에 포함했으나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응답에서 분명한 참조를 확인하지 못했다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"라고 기록한다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이력이 입력이라는 사실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과, 모델이 매번 이력을 원하는 방식으로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활용한다는 보장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구분한다. (assistant-role 이력 실험은 LangChain·Ollama에서.)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완주 확인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4가지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실행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파일 모두 보관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(오류로 끝났다면 오류 유형·전문도)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첫·둘째는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질문·system만 다름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파일에서 확인 가능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셋째엔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앞선 대화를 명시한 user 입력과 응답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함께 들어 있음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변경이 바꾼 점과 이력 추가 점을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근거로 한 문장씩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작성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네 가지가 채워지면 실습 완주다 — 결과의 우열이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입력과 출력의 차이를 원문으로 설명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했는지가 기준.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system·user·assistant는 같은 개념이지만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라이브러리마다 자료형·호출 방식이 다르다.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환경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Agent SDK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(에이전트 실행) ·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LangChain+Gemini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(메시지 객체) ·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(role 딕셔너리).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고정하고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system만 바꾸면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문체·구조·추가 정보 요청이 달라진다.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이력은 입력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이지만, 모델이 원하는 방식으로 활용한다는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보장은 아니다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원문으로 확인한다.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라이브러리에서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이력을 표현하는 방식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각각 무엇인가?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Claude Agent SDK에서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max_turns=1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tools=[]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각각 무엇을 제한하나?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질문에 system을 A→B로 바꿨을 때, 강사 실행에서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Claude Agent SDK 경로에서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어떻게 전달하나?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완주 확인 4가지에서, 셋째 파일에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함께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들어가야 할 것은?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Claude Agent SDK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 user 생성기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(범용 배열 아님) · LangChain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객체 목록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(System/Human/AIMessage) · Ollama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 딕셔너리 목록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938985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38985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938985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max_turns=1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턴 수만 제한(답변 길이 아님),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tools=[]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도구 호출 제외.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506370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506370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506370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공통 — 둘 다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배송일을 단정하지 않음.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차이 — 고객 톤은 감사·사과 뒤 주문자·상품·주문일 요청, 기술 톤은 컨텍스트 부재·조회 경로·대체 소스로 분류.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3073756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073756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073756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assistant role 배열이 아니라,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앞선 대화를 한 user 요청에 명시해 재호출.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641141"/>
            <a:ext cx="11027664" cy="485089"/>
          </a:xfrm>
          <a:prstGeom prst="roundRect">
            <a:avLst>
              <a:gd name="adj" fmla="val 1696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641141"/>
            <a:ext cx="64008" cy="48508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641141"/>
            <a:ext cx="10707624" cy="48508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앞선 대화를 명시한 user 입력과 그에 대한 응답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함께.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입력을 분리해 읽는다 🔬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실행 실습 — 여기까지 · 다음: 프롬프트 엔지니어링의 변천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2026-08-24T11:59:54Z</dcterms:created>
  <dcterms:modified xsi:type="dcterms:W3CDTF">2026-08-24T11:59:54Z</dcterms:modified>
</cp:coreProperties>
</file>