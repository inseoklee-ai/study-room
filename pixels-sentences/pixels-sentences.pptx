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강의 6 · 멀티모달 (2)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픽셀을 문장처럼 다룬다는 발상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텍스트가 같은 좌표계로 들어와, 거리가 곧 의미가 된다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여정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PART 1CLIP · 공유 임베딩 → PART 2번역이 아니라 정렬 → PART 3붙이는 3갈래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VLM과 CLIP — 이미지와 텍스트를 같은 공간에 놓는 대조 학습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멀티모달이 번역이 아니라 정렬인지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모달리티를 붙이는 방식이 세 갈래로 갈린다 (연결형·공유 임베딩형·네이티브)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마지막에 내 업무의 시각 자료로 표를 채워 본다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오늘의 한 문장 — "가깝다"가 측정 가능한 거리가 되는 순간, 이미지와 문장은 서로를 검색할 수 있게 됩니다.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⏪ 30초 복습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강의에서 우리는 이미지에서 글자(OCR)와 물체(탐지·분할)를 꺼내는 도구들을 봤습니다.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도구들은 이미지 → 정보 추출에 강했다 ("무엇이 있나")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"이 사진과 이 문장이 같은 뜻인가?"는 다른 질문이다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이미지와 언어가 애초에 어떻게 한 자리에서 만나는가를 본다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추출이 "무엇이 있나"라면, 오늘의 정렬은 "무엇과 무엇이 같은 의미인가"를 다룹니다.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보는 챗봇이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문장을 같은 공간에 놓는 발상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· 대조 학습 · CLIP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VLM은 이미지와 언어를 잇는다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언어 모델(VLM) — 이미지와 언어를 같은 작업 안에서 연결하는 모델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핵심 흐름 = 대조 학습(contrastive learning) — 이미지와 텍스트를 같은 의미 공간에 가깝게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자연어를 감독 신호로 써서, 이미지 분류를 자연어 지시로 다룰 수 있게 했다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발상을 크게 민 것이 CLIP — OpenAI, 2021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CLIP은 인터넷에서 이미지–설명글 쌍 4억 개를 모아, "어느 설명이 어느 그림에 붙는가"를 맞히도록 학습했습니다.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인코더 · 임베딩 · 임베딩 공간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인코더 — 무언가를 받아 숫자 목록으로 바꾸는 부분. 그림을 넣어도, 문장을 넣어도 숫자 몇백 개가 나온다.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임베딩 — 그렇게 나온 숫자 목록. (앞으로 나올 "표현"도 같은 것을 가리키는 말)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임베딩 공간 — 그 임베딩들이 놓이는 좌표계.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이미지 인코더와 텍스트 인코더가 따로 있다는 사실보다, 둘의 결과가 비교 가능한 같은 공간으로 온다는 점이 핵심입니다.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같은 좌표계, 거리가 곧 의미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이미지 인코더 개 사진 → 공유 임베딩 공간 개 사진 dog cat ← 텍스트 인코더 a photo of a dog a photo of a cat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쌍(개 사진 ↔ "a photo of a dog")의 거리는 가깝게, 오답 쌍(개 사진 ↔ "a photo of a cat")은 멀게 학습한다. 거리가 의미가 된 공간에서 모달리티끼리 짝을 찾는다.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CLIP은 이렇게 배우고, 이렇게 쓴다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① 대조 사전학습이미지·텍스트 쌍 N개 → I·T 행렬에서 대각선(정답 쌍)만 가깝게 → ② 라벨을 문장으로plane·car·dog… → "A photo of a {object}" → ③ 제로샷 예측새 이미지 하나를 여러 문장과 비교 → 가장 가까운 것 선택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학습 때 본 적 없는 이미지도 "빨간 자동차" vs "파란 하늘" 사이에서 더 가까운 쪽에 놓입니다 — 거리가 곧 의미가 된 것입니다.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설명문으로 바꾸는 게 아니다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· 공유 의미 공간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번역이라는 오해, 정렬이라는 실제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❌ 흔한 오해 — 번역 이미지↓ 먼저 설명문으로 번역↓ LLM이 설명문을 읽고 답함 ✅ 실제 흐름 — 정렬 이미지 / 음성 / 텍스트 조각↓ 각 모달리티를 표현으로 바꿈↓ 공유 의미 공간에서 함께 추론↓ 필요한 출력(텍스트·음성·이미지)으로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 방식도 현실 제품에서 쓰일 수 있습니다. 다만 2026년의 핵심 흐름은 더 넓습니다.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"표현"은 복사가 아니라 압축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표현(representation) = 원본을 그대로 복사한 게 아니라, 업무에 쓸 특징을 숫자 벡터로 압축한 것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이미지는 픽셀 그대로가 아니라 특징으로, 음성은 파형 그대로가 아니라 발화·억양·속도·배경음 단서로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정렬이 강한 이유: "가깝다"가 느낌이 아니라 측정 가능한 거리이기 때문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짝이 맞는 이미지와 문장의 거리가 가장 가까워지도록 학습→ 텍스트 없이도 "이 사진과 비슷한 느낌의 녹음"을 찾을 수 있다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하지만 "가깝다"가 "같다"는 아니다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배운 거리 = 학습 데이터의 통계적 관계 — 그 업무에서 진짜 중요한 차이를 늘 잡진 못한다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정렬된 공간은 출발점이지 판단의 끝이 아니다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🗂️ 회의 안건 비유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부서의 보고서를 하나의 회의 안건 양식으로 바꾸는 일과 비슷합니다. 영업팀은 고객 발언, 품질팀은 사진, 운영팀은 로그를 가져옵니다. 중요한 것은 "모두 같은 문서 형식인가"가 아니라, 같은 의사결정 질문에 답하도록 정렬됐는가입니다.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붙이는 방식에 따라 셋으로 갈립니다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이름이지만, 증거를 처리하는 방식은 세 갈래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연결형 · 공유 임베딩형 · 네이티브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멀티모달, 세 갈래 설계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배타적 규격이 아니라 강조점의 차이 — 한 모델이 두 방식을 겹쳐 쓰기도 합니다. 각 방식이 무엇에 강한지는 알아야 선택이 됩니다.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조심할 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이미지·음성 전용 인코더가 LLM에 정보를 넘긴다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언어 모델 활용에 좋고, 오픈소스 생태계에 많다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시각·음성 단서가 언어로 옮겨지며 사라질 수 있다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 임베딩형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모달리티를 같은 의미 공간에 놓는다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이미지-음성 검색, 텍스트-이미지 매칭 등 교차 검색에 강하다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가깝다는 것이 곧 정답은 아니다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네이티브 멀티모달형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텍스트·이미지·음성을 한 모델의 입력·출력 흐름 안에서 다룬다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 중 화면·소리·문맥을 함께 다루기 좋다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비용·지연시간·안전 정책·검증 방법이 복잡해진다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네이티브로 간 대표 — GPT-4o · Gemini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텍스트·이미지·소리를 한 신경망 안에서 처음부터 끝까지 함께 다룬다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대화도 텍스트를 읽어 주는 수준을 넘어 억양·속도·표현·도구 사용까지 함께 설계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웹·앱으로 쓰는 상용 서비스이고 가중치는 공개돼 있지 않다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단, 실제 제품은 안전 필터·도구 호출 등 여러 구성요소를 함께 묶어 돌립니다 — "네이티브"는 모델 설계의 방향이지, 전체 서비스가 파일 하나라는 뜻은 아닙니다.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내가 다루는 이미지엔 무엇이 담겼나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사진뿐 아니라 화면 캡처·도면·계기판·차트·필기·제품 상태까지 포함해 아래 표를 채워 보세요.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💡 좋은 멀티모달 질문은 "이 사진 설명해줘"에서 끝나지 않습니다 — 판단 기준·근거 위치·불확실한 부분·추가로 필요한 입력을 함께 요구해야, 모델이 본 것과 추정한 것을 나눠 검토할 수 있습니다.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다루는 시각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텍스트로 옮기면 사라지는 단서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AI에게 물어볼 좋은 질문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마지막에 확인할 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예: 현장 설비 사진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녹슨 위치, 주변 배선, 계기판 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 징후를 위치별로 설명해 주세요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설비 규정과 맞는가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 자료 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 자료 ②)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5문장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VLM은 이미지와 언어를 같은 작업에서 잇고, 초기 핵심은 대조 학습(CLIP)이다.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인코더가 그림·문장을 임베딩(숫자 벡터)으로 바꿔 같은 공간에 놓는다.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멀티모달은 번역이 아니라 정렬 — "가깝다"가 측정 가능한 거리가 된다.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붙이는 방식은 연결형·공유 임베딩형·네이티브 세 갈래(겹쳐 쓰기도).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"가깝다 ≠ 같다" — 정렬된 공간은 출발점이지 판단의 끝이 아니다.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CLIP은 무엇을 무엇으로 학습했나? (데이터 · 목표)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멀티모달이 "번역이 아니라 정렬"이라는 말의 뜻은?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"표현(representation)"은 원본과 어떻게 다른가?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멀티모달 세 갈래는 각각 무엇이며, 강점은?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"가깝다 = 같다"가 아닌 이유와, 그래서 사람이 할 일은?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인터넷의 이미지–설명글 쌍 4억 개로, "어느 설명이 어느 그림에 붙는가"(정답 쌍의 거리 최소화)를 학습.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이미지를 설명문으로 바꿔 읽는 게 아니라, 각 모달리티를 표현으로 바꿔 같은 의미 공간에 놓고 거리로 짝을 찾는 것.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원본의 복사가 아니라 업무에 쓸 특징을 숫자 벡터로 압축한 것. (픽셀·파형 그대로가 아님)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연결형(전용 인코더가 LLM에 전달·오픈소스 풍부), 공유 임베딩형(교차 검색에 강함), 네이티브(한 모델서 화면·소리·문맥 동시 / 비용·지연·안전은 복잡).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모델의 거리는 통계적 관계라 진짜 중요한 차이를 늘 잡진 못함 → 사람이 판단 기준·근거·불확실성을 마지막에 확인해야 한다.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의미가 되는 공간 🌐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픽셀을 문장처럼 다룬다는 발상 — 여기까지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2026-07-31T02:50:31Z</dcterms:created>
  <dcterms:modified xsi:type="dcterms:W3CDTF">2026-07-31T02:50:31Z</dcterms:modified>
</cp:coreProperties>
</file>