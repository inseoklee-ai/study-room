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실패별 최소 변경 워크북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조건만 — 대조를 지키는 재실행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실패에 이름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절차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조건만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붕괴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나눠 수정할 부품을 고른다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증상에서 유형으로 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절차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질문의 순서를 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조건만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 재실행하고 변경 로그에 남긴다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고치기가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대조를 없애는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까닭을 확인한다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이름은 비난 꼬리표가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변경의 가설을 좁히는 분류 도구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이름 붙여 한 자리로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'답이 별로'는 실패의 이름이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 · 과잉 · 누락 · 충돌 · 형식 드리프트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🏷️ 실패의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모호함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요청을 여러 방식으로 해석할 여지가 남음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너무 많거나 적용 범위를 흐려 길이·우선순위가 무너짐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항목·예외·빈값 행동이 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조건 또는 지시와 자료가 동시에 지켜질 수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드리프트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약속한 키·순서·언어·길이·객체 모양에서 벗어남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비난 꼬리표가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변경의 가설을 좁히는 분류 도구다.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증상에서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변경 가설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관측한 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판별할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변경 가설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배송일을 단정·일반 수치를 개인 주문처럼 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누락/모호함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밖 사실을 확정 말고, 모르면 확인 정보 요청을 한 문장으로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정보가 주문번호·운송장·상품명으로 길게 흩어짐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모호함/과잉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반드시 물을 정보 한 가지 지정 또는 후보 짧게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밖에 인사말·코드 펜스가 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드리프트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객체만 출력·다른 문자 금지 문장 보강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친절성·기술 문서 톤 동시 요구로 답이 과도하게 딱딱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충돌/과잉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수신자를 하나로 정하고 다른 역할 조건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증상에서 유형으로 가는 절차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어긴 문장·빈 필드를 표시한 뒤 순서대로 묻는다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질문 · 질문의 순서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판별 절차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해석이 가능한 표현이 남았나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있어야 할 사실·질문·필드·예외가 빠졌나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(두 조건이 함께면 증상에 가장 가까운 한 유형을 잠정 선택, 나머지는 비고에)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조건을 동시에 지키면 어긋나나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너무 많아 우선순위·적용 범위를 못 가리나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출력이 약속한 키·순서·언어·길이·객체 모양을 벗어났나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드리프트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목적은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딱지 붙이기가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아닌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답에 결함 딱지 하나 붙이기가 목적이 아니다.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가능한 문장을 고르기 위해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순서를 정하는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 빈칸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— 필수 필드가 빠졌으면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질문할 정보(주문번호? 운송장?)를 안 정했으면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조건만 바꾸는 재실행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실험의 가장 작은 형태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→ 한 문장 변경 → 재판정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조건만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모델·파라미터·입력·  기준·실행 경로·나머지 문장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문장/한 필드만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B안에서 근거 없는 날짜가 문제면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'입력에 없는 배송일을 추정·단정 말라'만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추가한 B′안 — 동시에 JSON·역할·예시·길이 제한을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더하지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조건을 함께 만지면 어느 변경이 효과를 냈는지 연결할 수 없다.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 같은 입력으로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판정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입력으로 재실행하고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이진 기준을 다시 판정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 기준을 만들어 B′안에 유리하게 하면 전후 비교가 불가능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사라졌는지뿐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이전에 통과하던 문체·정보 요청이 안 무너졌는지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무작위성 설정이면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회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통과/실패 횟수를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응답은 품질 점수에 안 섞고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실패로 분리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'더 명확하게 수정'이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넣거나 뺀 문장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적고, 예상과 달라도 그대로 보존한다.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변경 로그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줄에 한 변경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고정한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딱 한 변경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이진 판정 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B안·같은 입력·모델·기준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추정 금지 문장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안전: 실패→통과/변화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01의 통과 조건 전부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question 비우지 않기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형식: 실패→통과/변화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변경은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단계에서 통과한 조건 전부를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위에 하나만 더한다 — 그래야 이번 변화의 원인이 이번 한 문장으로 좁혀진다.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워크북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양식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49452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전 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변경한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배송일을 안내합니다.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입력에 없는 배송일은 단정 말고 주문번호만 질문합니다.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없는 날짜가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없이 주문번호를 물음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안전: 실패→통과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46735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 지시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실행한 문장만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변경한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넣거나 뺀 한 문장/필드만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관측 가능한 증상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재실행 원문에서 확인한 사실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기존 기준의 실패/통과/변화 없음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고치기가 대조를 없앤다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좋아져도, 나빠져도 원인을 못 찾는다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붕괴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💥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붕괴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양쪽이 너무 달라져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한 원인에 연결할 다리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사라지는 것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3230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43230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B안이 날짜를 지어내고 question을 비우며 인사말까지 붙임 → 근거 범위·빈 필드 금지·JSON 전용을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넣어 다 통과해도, 날짜 단정이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문장 때문에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사라졌는지 모른다.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4822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입력에서 날짜 단정만 되돌아오면 세 조건을 다시 함께 만져야 한다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고쳐진 결과는 남아도 재사용할 설계 지식은 안 남는다.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예외,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로그가 남기는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복구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에선 여러 수정을 함께 배포해도 된다. 단 기록엔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표시하고 효과 원인을 단정하지 않으며, 안정화 뒤 하나씩 되돌리거나 추가해 어느 약속이 필요한지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느린 형식주의가 아니라 다음 오류 때 되짚을 수 있는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실무적 보험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로그가 쌓이면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지시 설계의 재료 — 같은 유형의 새 실패에 과거 행을 찾아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효과 없던 가설을 피한다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수정만 남기지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없음·새 실패도 보존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해, 다음 계약이 추측이 아닌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시작하게.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판별 절차에서 가장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던지는 질문과 그 유형은?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재실행할 때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재실행 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어떻게 다뤄야 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붕괴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 무엇이며 왜 문제인가?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(여러 해석 여지)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(조건 과다로 길이·우선순위 붕괴)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(필수 항목·예외·빈값 행동 빔)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(두 조건 동시 준수 불가)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드리프트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(키·순서·언어·길이·모양 이탈).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"여러 해석이 가능한 표현이 남았나"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묻는다.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모델·파라미터·입력·채점 기준·실행 경로·나머지 문장.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한 문장/한 필드만.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이진 기준을 그대로 다시 판정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 기준을 만들면 전후 비교가 불가능. 무작위성이면 여러 회 실행해 횟수를 기록.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 양쪽이 너무 달라져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한 원인에 연결할 다리가 사라지는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좋아져도 원인을, 나빠져도 충돌을 못 찾아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지식이 안 남는다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조건만 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실패별 최소 변경 워크북 — 여기까지 · 다음: 지시 설계의 원칙과 마무리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