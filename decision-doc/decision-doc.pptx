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(8·완결)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도메인의 실행 위치 결정문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축을 하나로 · 결정문 템플릿 · 페어 검토 · 단원 종합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강의의 지도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세 축(데이터·비용·주권)이 만나는 자리에서 실행 위치가 정해집니다. 한 축만 보고 내린 결정은 나머지 두 축에서 되돌아옵니다.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산출물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결정문 한 장 · 하이브리드도 정답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결정문 템플릿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근거 + 재검토 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페어 검토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도메인 동료와 7분씩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단원 종합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질문 → 가져갈 판단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세 축이 만나는 자리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데이터 비용 주권 실행 위치API · 하이브리드 · 로컬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챗봇이 아니라 결정문 한 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하이브리드도 정답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산출물은 "이건 여기서 돌린다"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챗봇을 완성하는 게 아니라 도메인 업무 하나에 대해 실행 위치 + 그 이유를 댈 수 있는 결정문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모델 선택·라우팅, AI 위험 점검, 도메인 에이전트 설계 때 계속 다시 꺼내 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Learning by Doing = 설치 명령을 많이 친 게 아니라, 직접 돌려본 경험 위에 판단문을 세우고 동료 검토로 흔들어 본 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하이브리드도 정당한 답 (오히려 가장 흔함)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제거 전처리는 내부에서, 익명화된 텍스트 요약은 API로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문서군만 로컬 모델, 나머지는 API로 라우팅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업무를 단계로 쪼개면 단계마다 답이 다를 수 있고, 그 편이 대개 더 정확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"전부 로컬" 또는 "전부 API"로 좁히지 마세요. 관리형 프라이빗 배포도 이 칸에 들어갑니다 — 로컬은 품질이 모자라고 공개 API는 데이터가 걸리는 업무(민감도 워크북에서 3열·4열이 동시에 채워졌던 그 행)가 대개 여기로 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결정문 템플릿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노트에 옮겨 채우세요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근거 + 재검토 조건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템플릿 (1) 본문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이름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하는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/ 요약 / 분류 / 추출 / 질의응답 / 코드 보조 / 기타 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데이터와 출처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 정보 __, 확인 정책·확인일 __, 남는 것 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요청 수 __, API 월비용 __, 로컬 월비용 __, 가장 큰 항목 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주권 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고정 필요? __, 멈췄을 때 대체 경로 __, 감사 때 낼 자료 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API / 관리형 프라이빗 / 로컬 / 하이브리드(단계별 __)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감수하는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식별자 제거 / 사람 검토 / 로그 제한 / 회귀 테스트 / 비용 알림 / 기타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템플릿 (2) 재검토 조건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재검토 조건이 없는 결정문은 반년 뒤 아무도 믿지 않는 문서가 됩니다. 조건이 적혀 있으면, 그 조건이 걸렸을 때 누구든 이 문서를 다시 열게 됩니다.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아래 중 하나라도 발생하면 이 결정문을 다시 씁니다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사용량이 ____를 넘을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다루는 데이터의 민감도 등급이 바뀔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모델의 종료 예고가 뜨거나 가격이 __% 이상 바뀔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규정·사내 정책이 바뀔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재검토 예정일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페어 검토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읽으면 빈틈이 보이지 않는다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도메인 동료와 7분씩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상대가 내 분야를 모를수록 좋다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사람에게 설명이 통하면 근거가 정리된 것, 설명하다 막히면 거기가 아직 판단이 아니라 느낌으로 남은 자리입니다. 페어는 세 줄만 남깁니다(칭찬은 필요 없음).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세 번째가 특히 중요합니다. "상황이 크게 바뀌면"처럼 적으면 아무도 감지 못 함. "월 요청이 5만 건을 넘으면"처럼 적어야 누군가 대시보드를 보다 알아챕니다.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페어에게 받을 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근거에 확인 날짜와 출처가 적혀 있는가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가정 중 빠진 항목이 보이는가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재검토 조건이 실제로 감지 가능한 조건인가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종합 — 가져갈 판단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질문 하나하나에 답을 붙인다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(1/2)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가져갈 판단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밖으로 보내도 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"학습 안 씀"과 "안 남음"은 다른 통제 장치 — 학습·로그·리전·하위처리자·계약·삭제를 따로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ZDR을 켜면 끝인가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필요한 계약, 적용 안 되는 기능·모델 존재, 법·안전은 여전히 예외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로컬이면 안전한가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 지점이 안으로 옴 — 분실·내부 노출·백업·프롬프트 기록이 새 관리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로컬이 더 싼가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사용량·모델 급·가동률·운영 인력에 따라 뒤집힘 — 자기 숫자를 넣어야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비용은 무엇부터 줄이나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병목을 먼저 — 캐싱·배치·소형 모델 라우팅으로 인프라 없이 줄기도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정리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도메인이 결론을 정하지 않습니다. 그 업무가 다루는 데이터·비용·통제 요구가 정합니다.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질문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가져갈 판단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통제권은 어떻게 확인하나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바꾸고·멈추고·설명하는지 각각 답 — 회귀 테스트는 어느 쪽이든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로컬의 주권은 공짜인가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패치·모델 업데이트·성능 튜닝·접근 권한 관리가 함께 넘어옴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반드시 한쪽을 골라야 하나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 — 단계로 쪼개면 답이 다를 수 있고 하이브리드가 가장 흔한 실무 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오늘의 산출물은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재검토 조건이 붙은 실행 위치 결정문 한 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오늘의 회고 — 세 줄로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머리. 모델을 고르는 일과 실행 위치를 정하는 일이 어떻게 다른 문제인지 알게 되었나?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손. 내 도메인 업무 하나에 어떤 실행 위치를 골랐고, 재검토 조건으로 무엇을 적었나?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마음. 내 도메인 데이터를 밖으로 보내는 일에 대해, 오늘 이후 스스로에게 걸어 둔 조건은 무엇인가?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✍️ 자기 노트에 세 줄로 남기면 오늘의 학습이 판단으로 굳습니다.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출처와 더 찾아보기 (확인 2026-07)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데이터 정책과 가격은 자주 바뀝니다. 실제로 결정하는 날 공식 문서를 직접 열고 확인 날짜를 함께 기록하세요.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오늘의 산출물은 무엇인가? (챗봇이 아니라면?)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"전부 로컬/전부 API"로 좁히면 안 되는 이유는? 하이브리드는 왜 흔한가?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결정문의 마지막 다섯 줄(재검토 조건)이 왜 중요한가?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페어 검토의 세 질문 중 "감지 가능한 조건"이 왜 특히 중요한가? 좋은 예/나쁜 예는?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"모델을 고르는 일"과 "실행 위치를 정하는 일"은 어떻게 다른 문제인가?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도메인 업무 하나에 대해 "이건 여기서 돌린다" + 이유(데이터·비용·주권)를 댈 수 있는, 재검토 조건이 붙은 결정문 한 장.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업무를 단계로 쪼개면 단계마다 답이 다를 수 있어서. 전처리는 로컬·요약은 API처럼 나누는 게 더 정확 → 하이브리드(+관리형)가 가장 흔한 실무 답.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재검토 조건이 없으면 반년 뒤 아무도 안 믿는 문서가 됨. 조건이 있으면 그게 걸렸을 때 누구든 다시 열게 됨.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감지 못 하는 조건은 없는 것과 같음. 나쁜 예 "상황이 크게 바뀌면", 좋은 예 "월 요청 5만 건을 넘으면"(숫자+관측 지점).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모델 선택 = "어떤 모델이 잘하나". 실행 위치 = "그 일을 어디서 돌릴까"(데이터·비용·주권). 좋은 모델이라도 실행 위치가 안 맞으면 못 씀.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완주 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LLM과 로컬 실행 — 여덟 강의 완결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2026-07-29T08:24:53Z</dcterms:created>
  <dcterms:modified xsi:type="dcterms:W3CDTF">2026-07-29T08:24:53Z</dcterms:modified>
</cp:coreProperties>
</file>