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(8·완결)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도메인의 실행 위치 결정문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축을 하나로 · 결정문 템플릿 · 페어 검토 · 단원 종합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산출물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결정문 한 장 · 하이브리드도 정답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결정문 템플릿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근거 + 재검토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페어 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도메인 동료와 7분씩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단원 종합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질문 → 가져갈 판단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세 축(데이터·비용·주권)이 만나는 자리에서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정해집니다. 한 축만 보고 내린 결정은 나머지 두 축에서 되돌아옵니다.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세 축이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만나는 자리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데이터 비용 주권 실행 위치API · 하이브리드 · 로컬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산출물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챗봇이 아니라 결정문 한 장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하이브리드도 정답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산출물은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여기서 돌린다"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챗봇을 완성하는 게 아니라  도메인 업무 하나에 대해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 + 그 이유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댈 수 있는 결정문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43230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선택·라우팅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위험 점검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에이전트 설계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 계속 다시 꺼내 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Learning by Doing = 설치 명령을 많이 친 게 아니라,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돌려본 경험 위에 판단문을 세우고 동료 검토로 흔들어 본 것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정당한 답 (오히려 가장 흔함)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제거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전처리는 내부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에서, 익명화된 텍스트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요약은 API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민감한 문서군만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모델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나머지는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API로 라우팅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단계로 쪼개면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단계마다 답이 다를 수 있고, 그 편이 대개 더 정확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"전부 로컬" 또는 "전부 API"로 좁히지 마세요.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 배포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이 칸에 들어갑니다 — 로컬은 품질이 모자라고 공개 API는 데이터가 걸리는 업무(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워크북에서 3열·4열이 동시에 채워졌던 그 행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)가 대개 여기로 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결정문 템플릿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노트에 옮겨 채우세요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근거 + 재검토 조건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템플릿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본문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45643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이름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하는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초안 / 요약 / 분류 / 추출 / 질의응답 / 코드 보조 / 기타 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데이터와 출처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민감 정보 __, 확인 정책·확인일 __, 남는 것 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요청 수 __, API 월비용 __, 로컬 월비용 __, 가장 큰 항목 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주권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고정 필요? __, 멈췄을 때 대체 경로 __, 감사 때 낼 자료 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API / 관리형 프라이빗 / 로컬 / 하이브리드(단계별 __)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감수하는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보완책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식별자 제거 / 사람 검토 / 로그 제한 / 회귀 테스트 / 비용 알림 / 기타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템플릿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재검토 조건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 중 하나라도 발생하면 이 결정문을 다시 씁니다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 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사용량이 ____를 넘을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 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다루는 데이터의 민감도 등급이 바뀔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 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쓰는 모델의 종료 예고가 뜨거나 가격이 __% 이상 바뀔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 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규정·사내 정책이 바뀔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재검토 예정일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재검토 조건이 없는 결정문은 반년 뒤 아무도 믿지 않는 문서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됩니다. 조건이 적혀 있으면, 그 조건이 걸렸을 때 누구든 이 문서를 다시 열게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페어 검토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읽으면 빈틈이 보이지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66844" y="5486400"/>
            <a:ext cx="325526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66844" y="548640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도메인 동료와 7분씩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상대가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분야를 모를수록 좋다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사람에게 설명이 통하면 근거가 정리된 것, 설명하다 막히면 거기가 아직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판단이 아니라 느낌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남은 자리입니다. 페어는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남깁니다(칭찬은 필요 없음).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페어에게 받을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근거에 확인 날짜와 출처가 적혀 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가정 중 빠진 항목이 보이는가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재검토 조건이 실제로 감지 가능한 조건인가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세 번째가 특히 중요합니다.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"상황이 크게 바뀌면"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적으면 아무도 감지 못 함.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"월 요청이 5만 건을 넘으면"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적어야 누군가 대시보드를 보다 알아챕니다.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종합 — 가져갈 판단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질문 하나하나에 답을 붙인다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42916" y="54864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42916" y="54864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가져갈 판단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데이터를 밖으로 보내도 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"학습 안 씀"과 "안 남음"은 다른 통제 장치 — 학습·로그·리전·하위처리자·계약·삭제를 따로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ZDR을 켜면 끝인가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필요한 계약, 적용 안 되는 기능·모델 존재, 법·안전은 여전히 예외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로컬이면 안전한가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지점이 안으로 옴 — 분실·내부 노출·백업·프롬프트 기록이 새 관리 대상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로컬이 더 싼가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사용량·모델 급·가동률·운영 인력에 따라 뒤집힘 — 자기 숫자를 넣어야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비용은 무엇부터 줄이나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병목을 먼저 — 캐싱·배치·소형 모델 라우팅으로 인프라 없이 줄기도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가져갈 판단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통제권은 어떻게 확인하나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바꾸고·멈추고·설명하는지 각각 답 — 회귀 테스트는 어느 쪽이든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로컬의 주권은 공짜인가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 패치·모델 업데이트·성능 튜닝·접근 권한 관리가 함께 넘어옴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한쪽을 골라야 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아니오 — 단계로 쪼개면 답이 다를 수 있고 하이브리드가 가장 흔한 실무 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산출물은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재검토 조건이 붙은 실행 위치 결정문 한 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도메인이 결론을 정하지 않습니다.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업무가 다루는 데이터·비용·통제 요구가 정합니다.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🤔 오늘의 회고 — 세 줄로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실행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위치를 정하는 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어떻게 다른 문제인지 알게 되었나?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도메인 업무 하나에 어떤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골랐고,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재검토 조건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무엇을 적었나?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도메인 데이터를 밖으로 보내는 일에 대해, 오늘 이후 스스로에게 걸어 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무엇인가?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자기 노트에 세 줄로 남기면 오늘의 학습이 판단으로 굳습니다.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 출처와 더 찾아보기 (확인 2026-07)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OpenAI: Data controls / API data usage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Anthropic: data retention / ZDR 적용 범위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88286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Deprecations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746629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API Pricing · Claude Plans &amp; Pricing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204972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documentation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3663315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PromptCost.org · SitePoint (전제 참고용)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4121658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 생성형 AI 안내서 · 2026 업무계획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580001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NIST AI RMF · Generative AI Profile(600-1)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383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50383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50383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데이터 정책과 가격은 자주 바뀝니다.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결정하는 날 공식 문서를 직접 열고 확인 날짜를 함께 기록하세요.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무엇인가? (챗봇이 아니라면?)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"전부 로컬/전부 API"로 좁히면 안 되는 이유는?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왜 흔한가?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결정문의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다섯 줄(재검토 조건)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왜 중요한가?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페어 검토의 세 질문 중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"감지 가능한 조건"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왜 특히 중요한가? 좋은 예/나쁜 예는?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"모델을 고르는 일"과 "실행 위치를 정하는 일"은 어떻게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문제인가?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도메인 업무 하나에 대해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여기서 돌린다" + 이유(데이터·비용·주권)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댈 수 있는,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재검토 조건이 붙은 결정문 한 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업무를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단계로 쪼개면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단계마다 답이 다를 수 있어서. 전처리는 로컬·요약은 API처럼 나누는 게 더 정확 → 하이브리드(+관리형)가 가장 흔한 실무 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재검토 조건이 없으면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반년 뒤 아무도 안 믿는 문서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됨. 조건이 있으면 그게 걸렸을 때 누구든 다시 열게 됨.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감지 못 하는 조건은 없는 것과 같음. 나쁜 예 "상황이 크게 바뀌면", 좋은 예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"월 요청 5만 건을 넘으면"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(숫자+관측 지점).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모델 선택 = "어떤 모델이 잘하나". 실행 위치 = "그 일을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돌릴까"(데이터·비용·주권). 좋은 모델이라도 실행 위치가 안 맞으면 못 씀.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완주 🎓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LLM과 로컬 실행 — 여덟 강의 완결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