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멀티에이전트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기록을 관측하고 한 흐름으로 읽기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비교는 기억에 의존하지 않습니다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— 남은 파일을 읽습니다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result.json · changes.diff · 세션 JSONL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관측과 판정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질문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답합니다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runs -name result.json -print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runs/A-sympy__sympy-24909/result.json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85416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resolved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테스트의 종료 코드가 0인지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invalid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tests/ 아래 파일을 바꿨는지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num_turns · cost_usd · wall_s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각각 대화 턴 · 비용 · 경과 시간의 관측값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679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8679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38679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여부가 같아도 턴 소진, 비용, 실행 시간, 수정 범위는 다를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실행도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볼 것 — tail · error · final_text · changes.diff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실행(A)에서 관측된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25턴 소진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— 실패의 원인이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부족인지 무근거 편집인지 검증 생략인지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구분하려면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여부만으로는 부족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전사는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프로젝트 기록 아래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남고, judge.py가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실행 폴더를 기준으로 찾아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없는 실행에 사후 설명을 덧붙이는 대신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파일과 전사에서 확인되는 근거만으로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— 두 층으로 나눕니다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채점 · LLM judge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관측과 판정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코드를 직접 받습니다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common.py는 수정 뒤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패치를 적용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pytest를 실행해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코드를 직접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pytest | tail처럼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파이프로 연결하면 pytest 실패가 tail의 종료 코드 0으로 가려질 수 있습니다.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실험은 그 방식으로 판정하지 않습니다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24887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67119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처리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00037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 좋게 줄이는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2524887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8524" y="267119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코드 처리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78524" y="300037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판정하는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39871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39871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둘을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분리해야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전사를 읽어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구조화 출력으로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층만으로는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통과하지 못한 실행이 어떤 방식으로 실패했는지 알기 어렵습니다.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judge.py는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전사와 결과를 판정 모델에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920240"/>
        </p:xfrm>
        <a:graphic>
          <a:graphicData uri="http://schemas.openxmlformats.org/drawingml/2006/table">
            <a:tbl>
              <a:tblPr/>
              <a:tblGrid>
                <a:gridCol w="110916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판정에 들어가는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추적 · 편집 최소성 · 검증 성실성의 0·1·2 점수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분류 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기록에서 가져온 evidence_quote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사유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9648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89648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89648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인용 필드를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둔 까닭은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추측으로 점수를 매기지 않기 위해서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.venv/bin/python judge.py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결과를 각 실행의 judgment.json에 쓰고 — 전체 행을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grading.jsonl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results-table.md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모읍니다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results-table.md의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A·B·C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실행(A) · 워크플로 실행(B) · 오케스트레이션 실행(C)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3845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845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92989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.venv/bin/python judge.py --aggregate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runs/A-sympy__sympy-24909/judgment.json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226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65226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65226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--aggregate는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판정만 다시 모을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 씁니다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result.json  결과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changes.diff  수정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전사  행동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judgment.json  집계표 판정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판정의 점수는 테스트 통과를 대체하지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테스트는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수정의 결과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를, 판정 기록은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결과에 이르는 행동의 근거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읽습니다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evidence_quote가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전사에 없는 문장이라면 점수도 신뢰할 수 없으므로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기록으로 돌아가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pytest | tail로 판정하면 안 되는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실패가 tail의 종료 코드 0으로 가려질 수 있기 때문.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출력 처리와 종료 코드 처리를 분리한다.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층이 각각 답하는 질문은?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1층(테스트)은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수정의 결과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2층(판정)은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결과에 이르는 행동의 근거.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점수가 통과를 대체하지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evidence_quote가 전사에 없으면?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점수도 신뢰할 수 없다.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원래 기록으로 돌아가 확인한다.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기억이 아니라 파일로 🗂️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⑦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2026-09-03T08:00:51Z</dcterms:created>
  <dcterms:modified xsi:type="dcterms:W3CDTF">2026-09-03T08:00:51Z</dcterms:modified>
</cp:coreProperties>
</file>