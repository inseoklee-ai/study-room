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하네스 만들기 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하네스의 사용자와 작업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"코드를 잘 고쳐 주는 에이전트"는 바라는 방향이지만 범위가 넓습니다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구체적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이어야 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넓은 요청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"코드를 잘 고쳐 주는 에이전트" 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만들고 확인할지 정하기에는 넓습니다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좁힌 요청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지정한 작은 프로젝트에서 실패하는 테스트를 확인하고, 관련 코드를 수정한 뒤 같은 검사를 다시 실행한다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 — 작업 대상과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완료의 근거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보입니다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615184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폴더의 자료인지, 확정된 일과 미정인 일을 어떻게 구별할지, 결과를 화면에만 보여 줄지 파일로 남길지에 따라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프로그램이 달라집니다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이라는 말은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모든 일을 해야 한다는 뜻이 아닙니다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읽기와 코드 수정처럼 서로 다른 작업이 공유하는 실행 구조를 만들고, 필요한 도구를 연결해 범위를 넓힌다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뜻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결과를 판단할 수 있는 시나리오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자신이어도 좋습니다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6884" y="54864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6884" y="548640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사용자와 작업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정리 시나리오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코딩 시나리오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회의 뒤 다음 할 일을 정리하는 팀원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작은 프로그램을 유지·보수하는 개발자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 상황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회의록과 체크리스트가 여러 파일로 나뉨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특정 입력에서 테스트가 실패함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확정된 일과 확인할 일을 구별해 정리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원인을 확인하고 필요한 코드 수정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근거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읽은 파일과 관련 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 내용과 다시 실행한 검사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원하지 않는 행동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없는 담당자나 일정을 추측해 확정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테스트의 기대값을 바꿔 실패를 숨김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822192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이름만 바꾸기보다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결과가 유용한지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생각해 보세요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요약이 짧아도 담당자가 빠지면 쓸 수 없고, 코드가 바뀌어도 검사를 하지 않았다면 수정이 맞는지 알기 어렵습니다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"파일을 읽었다"는 말과 실제 읽기는 다릅니다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사용자는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문장뿐 아니라 어떤 행동이 실행됐는지도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확인하고 싶습니다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모델과 직접 만들 하네스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판단만으로 파일이 열리지는 않습니다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6884" y="54864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6884" y="548640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사용자와 작업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하네스가 맡는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연결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요청과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사용할 수 있는 기능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모델에게 전달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기능을 요청했는지 해석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가능한 요청인지 확인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실제 기능을 실행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결과나 오류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모델에게 돌려줌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행동을 이어가거나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답변·오류·중단 조건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따라 끝냄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44439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도구(tool)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모델에게 제공하는 실행 기능 — 파일 읽기, 문자열 검색, 정해진 테스트 실행 등.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호출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기능을 실행해 달라는 모델의 요청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못 찾았다면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오류를 돌려주고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모델이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경로를 확인하거나 사용자에게 질문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있어야 합니다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48640" y="53073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53073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53073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파일을 읽을지는 모델이 선택할 수 있지만 — 작업 폴더와 허용한 기능, 승인과 중단 조건은 하네스가 관리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 이 연결을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자신의 소스 코드로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구현합니다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PRD에 남길 사용자 기대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빠진 결정은 AI가 대신 채웁니다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6884" y="54864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6884" y="548640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사용자와 작업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빠진 결정이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채워지는 방식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학생은 터미널 도구를 생각했는데 웹 서버가 만들어지거나, 파일 변경 전에 확인하고 싶었는데 곧바로 저장하는 기능이 들어갈 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(Product Requirements Document)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만들고 어떤 동작을 기대하는지 적어, 구현과 검증의 기준으로 삼는 문서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분량을 늘리는 것이 목적은 아닙니다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1171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657475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넓은 문장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986659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"범용 에이전트 지원"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2511171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2657475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구현에 도움되는 문장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2986659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지정한 자료 폴더에서 관련 내용을 찾아 정리한다. 자료에 없는 정보는 확정하지 않고, 사용한 파일을 결과에 표시한다.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754755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754755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754755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테스트 명령이나 승인 방식을 모두 결정할 필요는 없습니다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이번 단계에서는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어떤 일을 맡기며, 무엇을 좋은 결과로 판단할지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먼저 적습니다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AI와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완성할 에이전트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협업 도구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· OpenCode  설계·구현을 도움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2220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 제품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50508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하네스  모델·도구 반복을 직접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615184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코드 작성이나 오류 분석을 맡겨도 됩니다 — 다만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AI가 대신 자료를 읽어 답한 결과와, 학생이 만든 하네스가 실제로 실행한 결과를 구분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Code에게 "폴더의 자료를 요약해 줘"라고 부탁하면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도구 자체의 기능으로 작업할 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이것만으로 자신의 하네스가 구현되었다고 볼 수는 없습니다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프로그램을 별도로 실행하고, 그 프로그램이 모델에 요청하고 도구를 실행한 기록을 확인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합니다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09498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09498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409498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API 통신 라이브러리 등은 활용하되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내부의 모델·도구 반복을 완성된 에이전트 CLI나 Agent SDK에 통째로 넘기지 않습니다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사용자 결정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기록하기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내가 쓸 자료 정리·코딩 하네스를 설계하고 싶어.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PRD의 사용자와 작업부터 같이 구체화하자.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85416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자료를 내려받아 개발 도우미의 작업 폴더로 엽니다. PRD.md에는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 결정이 비어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있고, 이번에는 사용자와 업무에 해당하는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D01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부터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제시한 기능 목록을 바로 받아들이기보다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자료 작업 하나와 코딩 작업 하나를 골라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어떤 입력을 주고, 어떤 결과를 확인하고,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원하지 않는지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적어 보세요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단계에서는 구현을 시작하도록 요청하지 않습니다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66522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66522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66522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D01을 읽었을 때 다른 사람이 사용 장면을 떠올릴 수 있으면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첫 결정이 구체화된 것입니다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여기서 '범용'은 무슨 뜻인가?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모든 일을 한다는 뜻이 아니라 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작업이 공유하는 실행 구조를 만들고 도구를 연결해 범위를 넓힌다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뜻.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개발 AI가 폴더를 요약해 주면 하네스가 구현된 것인가?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아니다.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도구 자체의 기능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 만든 프로그램을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별도로 실행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그 실행 기록을 확인해야 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PRD를 쓰는 이유는?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빠진 결정을 AI가 대신 채우는 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줄이기 위해. 분량이 목적이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"무엇을 요청하면 어떻게 행동해야 하는가"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함께 확인하는 것.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누가, 무엇을, 어떤 근거로 🎯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에이전트 하네스 ①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2026-09-08T01:39:01Z</dcterms:created>
  <dcterms:modified xsi:type="dcterms:W3CDTF">2026-09-08T01:39:01Z</dcterms:modified>
</cp:coreProperties>
</file>