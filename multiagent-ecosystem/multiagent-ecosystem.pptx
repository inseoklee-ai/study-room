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멀티에이전트 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실험을 둘러싼 생태계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아니라 문제로 도구를 고릅니다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문제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28295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실험에서 어떻게 나타났나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컨텍스트가 끊긴다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워커의 결과는 리드에게만 돌아오고, 워커가 둘이면 서로 무엇을 찾았는지 알 길이 없습니다. Cognition이 지적한 문제가 바로 여기서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재현이 안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리드가 매 턴 다음 행동을 정하는 실행은 같은 명령을 다시 돌려도 같은 경로를 밟지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모델을 나눌 수 없다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arms.py는 세 실행의 모델을 모두 haiku로 고정했습니다. 경로를 찾는 워커와 수정 방침을 정하는 리드가 같은 모델을 써야 할 이유는 없지만, 오늘은 나눌 자리가 없었습니다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상태가 안 보인다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실행이 어디서 멈췄는지는 실행이 끝난 뒤 judge.py가 세션 전사를 찾아 읽어야 알 수 있었습니다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바꾸는 층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다릅니다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2024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바꾸는 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컨텍스트가 끊긴다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 Teams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행동을 팀원들이 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재현이 안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행동을 스크립트가 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모델을 나눌 수 없다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oh-my-claudecode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어느 모델이 그 행동을 하는가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상태가 안 보인다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herdr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행동을 어디서 지켜보는가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3814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3814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3814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조율이나 모델 층이 바뀌면 기준선을 다시 세우고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층은 오늘 실험 위에 그대로 얹습니다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컨텍스트가 끊기는 문제와 Agent Teams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팀원끼리 직접 메시지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생태계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서브에이전트와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리드에게 돌려주고 끝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팀원(teammate)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7143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컨텍스트 창을 가진 독립 세션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으로서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서로에게 직접 메시지를 보내고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작업 목록에서 다음 일을 스스로 가져갑니다.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 팀원이 같은 작업을 동시에 가져가지 않도록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잠금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막아 줍니다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843784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문서의 사례 — 원인이 불분명한 버그를 두고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다섯이 각자 다른 가설을 맡아 서로 반박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하게 하는 조사.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에이전트가 첫 가설에 묶이는 일을 팀원 사이의 반박으로 푸는 발상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켜는 법 — settings.json의 env에 CLAUDE_CODE_EXPERIMENTAL_AGENT_TEAMS를 "1"로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대가는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 하나가 곧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세션 하나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토큰이 팀원 수에 비례해 늘어납니다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세션에 팀은 하나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팀원이 다시 팀을 만들 수 없습니다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 세션에서만 팀원이 만들어집니다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arms.py처럼 SDK로 돌리는 실행에서는 켜 두어도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서브에이전트로 돌아가므로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오늘 실험에 바로 끼울 수 없습니다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바뀌는 조건은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행동을 정하는 주체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리드 하나가 아니라 팀원들이 함께 정하므로,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오케스트레이션 실행(C)과 나란히 놓으려면 같은 문제로 기준선을 다시 세워야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locator를 CLI 서브에이전트로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역할을 파일로 적어 두면 팀원도 이 정의를 씁니다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생태계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— .claude/agents/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907792"/>
          </a:xfrm>
          <a:prstGeom prst="roundRect">
            <a:avLst>
              <a:gd name="adj" fmla="val 157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9077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24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locator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버그 보고를 받아 원인이 있는 파일 경로·함수 이름·진단을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구조화된 보고로 남긴다. 파일을 고치지 않는다.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Read, Grep, Glob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haiku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maxTurns: 12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읽기 전용 탐색 담당입니다. 저장소를 읽고 검색만 하며,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결과는 파일 경로 · 함수 또는 클래스 이름 · 한 문단 진단의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세 항목으로 보고합니다.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425696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폴더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두면 저장소와 함께 버전 관리되어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팀이 같은 정의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쓰고, ~/.claude/agents/에 두면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모든 프로젝트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name과 description은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tools로 도구 제한, model·maxTurns로 모델과 턴 예산.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머리 아래 본문이 시스템 프롬프트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Claude는 요청과 description을 견주어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맡길지 스스로 정하고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반드시 맡기려면 @agent-locator라고 부릅니다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OpenCode — .opencode/agents/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907792"/>
          </a:xfrm>
          <a:prstGeom prst="roundRect">
            <a:avLst>
              <a:gd name="adj" fmla="val 157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9077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249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버그 보고를 받아 원인이 있는 파일 경로·함수 이름·진단을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구조화된 보고로 남긴다. 파일을 고치지 않는다.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subagent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anthropic/claude-haiku-4-5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permission: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edit: deny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bash: deny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읽기 전용 탐색 담당입니다. 저장소를 읽고 검색만 하며,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결과는 파일 경로 · 함수 또는 클래스 이름 · 한 문단 진단의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세 항목으로 보고합니다.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425696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이름이 에이전트 이름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 — locator.md로 저장하면 @locator로 부릅니다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mode가 primary면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 키로 바꿔 가며 직접 대화하는 주 에이전트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subagent면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에이전트가 부르거나 사용자가 @이름으로 부르는 보조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제한은 permission으로 선언. model은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공급자/모델 ID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꼴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담는 정보는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· 무엇을 맡기는지 · 어떤 도구를 허용하는지 · 어느 모델을 쓰는지  오늘 arms.py가 파이썬 인자로 정한 것이 파일의 필드로 옮겨 간 셈입니다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66852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6852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266852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다른 점은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CLI의 서브에이전트 호출은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result.json과 changes.diff를 남기지 않으므로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이 정의로 비교 실험을 하려면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뒤 비용과 턴 수와 수정 범위를 스스로 기록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세 도구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Workflows · oh-my-claudecode · herdr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생태계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Workflows 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계획을 스크립트로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arms.py에서 locator 다음 fixer를 부르는 순서는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파이썬으로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적었습니다. Workflows는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파이썬을 Claude가 자바스크립트로 쓰게 하고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런타임이 그 스크립트를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백그라운드에서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돌립니다.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087118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반복과 분기는 스크립트에 적히고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 결과는 스크립트 변수에 머물며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Claude의 컨텍스트에는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들어옵니다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문서는 서브에이전트·스킬·팀·워크플로를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"다음에 실행할 것을 누가 정하는가"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나눕니다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A·B·C를 가른 물음도 이것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이었습니다.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 실행(B)을 수십 개 에이전트 규모로 키운 것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이 제품입니다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22668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22668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322668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바뀌는 조건도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행동을 정하는 주체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B와 같은 층이므로 B의 파이썬을 이 스크립트로 옮겨 같은 문제를 돌리면 B와 바로 견줄 수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장치와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89890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실행마다 스크립트와 각 에이전트의 결과가 세션 디렉터리에 남습니다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세션에서 다시 띄우면 이미 끝난 에이전트는 저장된 결과를 돌려주고, 프롬프트가 달라진 에이전트부터 다시 실행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7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 안에서 현재 시각이나 난수를 쓰면 오류 — 다시 돌렸을 때 같은 호출이 같은 순서로 반복되게 하려는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16808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16808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16808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대가는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중에 사람이 끼어들 수 없다는 점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단계 사이에 승인이 필요하면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워크플로를 단계마다 따로 나눠야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합니다. 한 실행이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25개나 150만 토큰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넘으면 경고가 뜨지만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알림일 뿐 실행을 멈추지는 않습니다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oh-my-claudecode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 모델 배분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워커가 늘수록 비용이 따라 늘지만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워커마다 필요한 능력은 다릅니다.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oh-my-claudecode는 Claude Code 위에서 돌아가는 커뮤니티 오케스트레이션 프레임워크(GitHub 스타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38,000+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)로, 겨냥하는 지점이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역할별 모델 배분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입니다.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87118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배분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Haiku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 구현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Sonnet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설계와 깊은 분석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Opus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76961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위에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에이전트마다 어느 모델을 붙일지 적어 두는 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따로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모드 ralph는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검증이 통과할 때까지 수정을 반복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 — 오늘 judge.py가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성실성 점수로 물었던 것을 도구가 강제하는 장치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대가는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비교가 어려워지는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에이전트 정의와 프롬프트를 끼워 넣기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때문에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차이가 모델 배분에서 왔는지 프레임워크의 프롬프트에서 왔는지 가르기 어렵습니다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판이 빠르게 바뀌는 커뮤니티 프로젝트라 문서와 실제 동작이 다를 수 있습니다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바뀌는 조건은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고정한 조건 표에 "역할별 모델" 열을 추가하고, 그 열이 같은 실행끼리만 비용을 견줘야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herdr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표시와 백그라운드 보존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셋을 넘어가면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창이 일하고 있고 어느 창이 승인을 기다리며 멈춰 있는지 눈으로 좇기 어렵고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터미널을 닫으면 돌아가던 작업이 함께 사라집니다.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16097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백그라운드 서버가 에이전트 CLI의 터미널을 소유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하기 때문에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터미널을 닫거나 컴퓨터를 다시 켜도 작업이 이어지고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다른 터미널이나 원격 접속으로 다시 붙을 수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창에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중(working) · 대기(blocked) · 유휴(idle)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세 상태가 표시되어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멈춘 에이전트를 바로 찾습니다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Code뿐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회사의 코딩 에이전트 CLI 20여 종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같은 화면에. 한 에이전트가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에이전트의 창을 띄운 뒤 그쪽이 입력을 기다리며 멈출 때까지 기다리는 동작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지원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58597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58597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358597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herdr가 푸는 것은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관측과 보존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판정은 하지 않습니다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창이 유휴로 바뀌었다는 표시는 실행이 끝났다는 뜻일 뿐 테스트가 통과했다는 뜻이 아니므로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result.json과 judge.py의 층은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필요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문제로 도구를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28295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남긴 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겨냥한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컨텍스트가 끊긴다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 Teams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토큰이 팀원 수에 비례, 대화형 세션 전용, 조율 주체가 바뀌어 기준선을 다시 세움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재현이 안 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중 사람이 끼어들 수 없음, B와 같은 층이라 바로 견줌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모델을 나눌 수 없다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oh-my-claudecode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프레임워크 프롬프트가 섞여 원인 분리가 어려움, 고정 조건에 모델 열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659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상태가 안 보인다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herdr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판정은 하지 않음, 비교 조건은 그대로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바뀌지 않는 것은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비교하는 방법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 층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Teams  Workflows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층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oh-my-  claudecode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관측 층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herdr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바깥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A2A  (외부 소유자)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조건을 고정하고, 기록을 남기고, 같은 방식으로 읽는 일은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바뀌어도 바뀌지 않습니다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" y="367588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조율이나 모델 층이 바뀌면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기준선을 다시 세워야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하지만 — 이 도구들 가운데 하나를 붙일 때도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채택·축소·폐기를 같은 순서로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판정합니다</a:t>
            </a:r>
            <a:endParaRPr lang="en-US" sz="14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네 도구 가운데 기준선을 다시 세우지 않아도 되는 것은?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herdr.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관측 층만 바꾸므로 비교 조건을 건드리지 않는다. Workflows는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B와 같은 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 바로 견줄 수 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Agent Teams를 오늘 실험에 바로 끼울 수 없는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대화형 세션에서만 팀원이 만들어지고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SDK 실행에서는 켜 두어도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서브에이전트로 돌아간다.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CLI 서브에이전트 정의로 비교 실험을 하려면?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CLI 호출은 result.json·changes.diff를 남기지 않으므로 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비용·턴 수·수정 범위를 스스로 기록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한다.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이름이 아니라 문제로 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 ⑨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2026-09-03T08:00:51Z</dcterms:created>
  <dcterms:modified xsi:type="dcterms:W3CDTF">2026-09-03T08:00:51Z</dcterms:modified>
</cp:coreProperties>
</file>