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프롬프트 엔지니어링 · 나만의 챗봇 ⑧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세운 목표를 실험으로 — 프롬프트 엔지니어링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루브릭을 스스로 적는 순간 개선은 감이 아니라 기록이 됩니다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수용 기준은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루브릭은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🚪 PRD의 수용 기준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밖으로 나가기 전에 통과해야 하는 문.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근거 없는 질문에서 정당한 거부와 판정 배지가 보이는지는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전체가 지켜야 할 약속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📏 루브릭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문을 통과한 뒤에도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프롬프트와 검색 세팅을 비교할 때 쓰는 자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자신의 자료와 사용자를 떠올려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출처를 인용한 답, 도메인 밖 질문의 거부, grounded 비율, 짧은 답변에서도 근거를 유지하는지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지표로 삼을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목표값과 현재 값을 비워 두면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남의 성공 수치를 베끼지 않고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실행 결과로 칸을 채우게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됩니다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비워 둔 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시작합니다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방법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출처를 인용한 답변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질문의 cited:true 답 수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[목표값]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[실험 전 측정값]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밖 질문의 거부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무근거 질문의 refusal:true 답 수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[목표값]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[실험 전 측정값]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배지의 grounded:true 비율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[목표값]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[실험 전 측정값]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짧은 답변의 근거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답변 길이와 [ID] 표시를 함께 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[목표값]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[실험 전 측정값]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좋은 학생과 나쁜 학생으로 가르는 성적표가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질문 세트를 각 실행 행에서 같은 기준으로 바라보게 하는 관찰의 기준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하나만 바꿉니다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실험의 신뢰를 지키는 제약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루브릭 실험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바퀴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순서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세팅을  기준 행으로 기록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변수만 바꾼  새 세팅을 다음 행에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 세트의 판정 배지와  답변 본문을 행 간 비교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가지를 동시에 고치면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변경이 grounded·cited·답변 길이에 영향을 주었는지 분리할 수 없습니다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기대와 달라도 실패를 숨기지 않으면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다음 변경을 고를 근거가 남습니다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바꿀 수 있는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검색 축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top-k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최고 점수가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0.55보다 낮을 때 적용되는 약한 근거 문구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검색과 BM25를 어떻게 구성하는지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프롬프트 축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원칙의 문구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길이 지시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[ID] 표시 규칙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시점에 맞춘 시간 컨텍스트 문구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0.55는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결과를 버리는 차단선이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근거에 있는 내용만 짧게 답하도록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프롬프트를 보수화하고 UI 경고를 보이는 기준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점도 기록합니다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31012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축이든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실험에서는 하나만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선택합니다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세트도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도중에 바꾸지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이상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질문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이상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질문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이상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무근거 질문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Q1~Q9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고정하고,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실행 행에서 똑같이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답변에서 grounded, noHalluc, cited, refusal, score, comment를 수집하되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하나만으로 결론내지 않고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청크와 실제 문장을 함께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읽습니다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75475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75475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75475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질문을 더 그럴듯하게 고치거나 새 질문을 보태면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간 비교의 기준도 달라집니다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질문 원문과 실행 순서를 기록 파일에 그대로 남깁니다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7 — 자기 루브릭으로 실험 한 바퀴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걸음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루브릭 실험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걸음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06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06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자신의 서비스에 중요한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지표를 3~5개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고르고, 각 지표가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판정 필드 또는 사람의 검토와 연결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되는지 적습니다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2056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11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11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2056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정상·경계·무근거 질문을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 최소 세 개씩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골라 기준 질문 세트를 고정합니다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2512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15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15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2512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세팅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전 질문을 실행해 답변·근거 청크·판정 배지·루브릭 스코어를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README.md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기록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720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720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72968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루브릭의 한 지표와 관계있는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하나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고릅니다 (길이를 살피려면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 지시만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보수성을 살피려면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0.55 조건의 문구만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73424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724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724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73424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변수만 변경한 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 세트를 같은 순서로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실행하고 judge 판정 필드를 모읍니다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7388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472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472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437388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세팅과 스코어를 기록하고,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기대와 다른 답변도 삭제하지 않은 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다음 결정을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씁니다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에이전트에게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설계를 검토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루브릭과 질문 세트를 읽고, 한 번에 하나의 변수만 바꾸는 실험 순서를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제안해 줘. 변경이 루브릭의 어느 지표에 영향을 줄지 예측도 함께.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측정되지 않은 예측은 [추정]으로 표시해 줘.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094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4094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4094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에이전트의 제안은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후보를 정리하는 보조 자료일 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판정 필드와 답변을 다시 실행해 기록하기 전에는 개선의 증거가 되지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결과는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남깁니다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6737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남길지는 스스로 정하되, 적어도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세팅으로 돌렸을 때 어떤 루브릭 스코어가 나왔는지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나중에도 읽을 수 있으면 충분합니다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변경의 이유, 기대와 달랐던 결과, 답변이나 근거 청크를 다시 읽으며 확인한 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필요한 만큼 남길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질문 세트(Q1~Q9류)로 같은 질문을 돌렸다는 사실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결과 옆에 남아야 결과끼리 비교할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판정 필드는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 스코어가 나온 근거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이므로 결과와 함께 확인합니다 — 점수가 달라졌을 때에는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판정과 실제 답변을 함께 읽어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변화가 무엇을 뜻하는지 판단합니다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19163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19163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19163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📓 기록은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보고서가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실험할 때 당시의 판단과 결과를 되짚는 자료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깊이 갈 사람을 위한 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511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1511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답변을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judge와 Gemini judge에 각각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보내고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엔진별 판정을 같은 실험 기록에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남깁니다 — 두 판정이 다르면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쪽이 맞다고 즉시 정하기보다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답변·근거 청크·평어를 사람이 다시 읽어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루브릭의 정의가 충분히 구체적인지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60956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0446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044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60956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세 종을 A/B로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비교할 때도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세트와 나머지 세팅을 고정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각 프롬프트가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지표를 겨냥하는지만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다르게 둡니다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50312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938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938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750312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실행의 우연한 차이를 큰 개선으로 선언하지 않고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재실행한 기록이 늘어날 때 해석의 근거도 함께 늘립니다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94532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494532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루브릭을 스스로 적는 순간  개선은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감이 아니라 기록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수용 기준과 루브릭의 차이는?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수용 기준은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제품이 나가기 전에 통과할 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루브릭은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뒤에도 세팅을 비교할 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"답이 길다"는 반응에 검색 top-k와 길이 지시를 동시에 고치면?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변경이 영향을 줬는지 분리할 수 없다.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번의 실험에서는 축 하나, 변수 하나만 바꾼다.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질문 세트를 실험 도중에 바꾸면?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간 비교의 기준이 달라진다.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Q1~Q9로 고정하고 질문 원문과 실행 순서를 기록에 남긴다.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에이전트가 제안한 실험 예측은 어떻게 다루나?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자료일 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[추정]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표시하게 한다. 실제 판정 필드와 답변을 다시 실행해 기록하기 전에는 개선의 증거가 아니다.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 · 한 변수 · 기록 📊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챗봇 ⑧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2026-08-27T23:06:32Z</dcterms:created>
  <dcterms:modified xsi:type="dcterms:W3CDTF">2026-08-27T23:06:32Z</dcterms:modified>
</cp:coreProperties>
</file>