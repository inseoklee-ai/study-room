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7 · 공간을 다루는 AI (⑤)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줄여서 내 주소에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217.5MB → 15.3MB · Spark 렌더러 · GitHub Pages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있는 것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217.5MB  .ply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15.3MB  .sog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  렌더러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주소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 Pages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줄이는 건 취향이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지나가야 하는 관문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크기는 안 올라간다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시간의 절반을 쓴다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떴다고 제대로 된 게 아니다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크기는 기다림을, 알갱이 수는 부드러움을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정한다. 두 축을 헷갈리면 엉뚱한 데를 손댄다.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줄여서 올리기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100MiB 관문 · 형식 넷 · 두 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34940" y="548640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4940" y="548640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🚧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100MiB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걸린다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올릴 곳은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코드를 올리면 그대로 웹 주소가 된다(서버·빌드 없음). 그런데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하나가 100MiB 넘으면 아예 안 받는다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(약 105MB). 우리 파일은 두 배가 넘는다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올라간다고 끝도 아니다 — 링크 받은 사람 브라우저가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내려받아야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화면이 뜬다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12초 만에 뜨느냐,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가까이 빈 화면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이냐10Mbps에서 217.5MB는 3분, 15MB는 12초 — 여기에 링크가 열리느냐 닫히느냐가 걸린다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080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080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080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어떻게 해 볼 종류가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통과해야 지나가는 관문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여기서 크기가 그대로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시간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명령 한 줄로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열네 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-y @playcanvas/splat-transform@latest -w scene.ply scene.sog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도구는 따로 설치 안 함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쓰고 마는 도구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받아서 바로 실행. Node.js가 필요한데 코랩엔 이미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-w를 빼지 말 것 — 여러 번 돌리는데 같은 이름이 있으면 거기서 멈춘다. Node.js 판이 높아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경고가 뜨지만 동작은 정상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845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845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217.5MB → 15.3MB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28초, 14.2배. 못 올라가던 파일이 관문을 통과했고 10Mbps에서 12초면 뜬다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형식이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알갱이는 하나도 안 버린다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크기(100만 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변환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.ply 무압축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.splat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.compressed.ply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16.3MB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.sog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형식 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100만 개가 그대로 100만 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줄어든 건 값을 적는 방식뿐. 가장 흔한 수단이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(자릿수를 몇 단계로 나눠 어느 칸인지만 적음). 뭉갤수록 작아지고 조금 어긋나는데, 알갱이 하나의 몫이 작아 눈에 잘 안 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.sog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이미지로 바꿔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사진 압축기에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자리·크기·회전·색을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WebP 이미지로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바꾼다 — 알갱이 100만 개의 자리 값을 1000×1000 격자에 채우면 그것이 곧 그림 한 장(화소 색 자리에 좌표가 든 셈)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사진은 이웃 화소 색이 서로 비슷하고, 사진 압축기는 그 비슷함을 줄이도록 만들어졌다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자리끼리·회전끼리 모은 격자도 이웃이 비슷하니 그대로 먹는다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압축이 수십 년 쌓은 것을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자료가 빌려 쓴다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표는 100만 개라 13.6배, 우리 파일은 320만 개라 14.2배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형식이라도 몇 배 줄어드느냐는 장면과 알갱이 개수를 함께 봐야 하는 값.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✂️ 점을 줄이는 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 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.ply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.sog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구멍이 숭숭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어두운 곳에 검은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136.0MB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메워짐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227.2MB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물건이 또렷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쓴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웹에 얹을 크기이고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거기서 가장 또렷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 — 방 하나 크기면 점을 솎을 이유가 없다.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먼저 바꾸고, 그래도 크면 그때 점을 줄인다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 쪽은 화면이 성겨지는 대가가 따라옴).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기다림과 부드러움은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 → 기다림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화면이 뜨기까지의 시간.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바꿔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크기를 줄이면 열네 배로 짧아진다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수 → 부드러움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뜬 뒤 매끄럽게 도는가. 그리는 쪽이 매번 상대하는 건 파일이 아니라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늘어놓을 알갱이 개수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기다린다 →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바꾼다  뚝뚝 끊긴다 →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줄인다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67588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67588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.ply 217.5MB든 .sog 15.3MB든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알갱이는 3,197,944개로 똑같다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형식 변환은 적어 두는 방식을 바꿀 뿐 알갱이를 덜어 내지 않는다.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변환으로 기다림은 줄었지만 부드러움은 그대로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띄우고 주소를 켠다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순서 · Spark · GitHub Pages · 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렌더러와 배포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 알갱이를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그리나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원근 투영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3차원 좌표를 깊이로 나눠 눌러 화면 좌표로. 멀수록 작게 찍히고, 타원이 눌려 얼룩이 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셰이더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계산을 그래픽 장치가 수천 개씩 동시에. 알갱이 하나를 받아 화면 좌표를 내는 작은 프로그램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버퍼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화소에 겹치면 가장 가까운 것만 남기고 버림.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불투명한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이걸로 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알갱이는 반투명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버릴 게 아니라 섞어야(알파 블렌딩). 깊이 버퍼는 못 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길은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 것부터 가까운 것 순으로 줄 세워 차례로 바른다.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셀로판지 빨강·파랑·노랑 순서와 노랑·파랑·빨강 순서가 다른 색이 되는 그 이치.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순서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카메라가 돌면 통째로 바뀐다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왼쪽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 → 보라 → 파랑  순으로 바른다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오른쪽으로 돌면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 → 보라 → 청록  순으로 뒤집힌다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정면에서 앞이던 알갱이가 반대편으로 돌면 뒤가 된다 → 화면 한 번 그릴 때마다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320만 개를 다시 줄 세운다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줄 세우기가 스플랫에서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무거운 작업 중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렌더러들이 갈리는 곳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853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세우기가 어긋나면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알갱이가 앞을 덮는다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열고 각도를 크게 여러 번 바꿔 보는 이유가 이것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 렌더러를 하나 물린다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브라우저는 스플랫을 기본으로 못 그린다. 웹 3D 대표 라이브러리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three.js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기본 렌더러는 삼각형용이라 알갱이를 못 그린다. 그래서 three.js 위에 얹는 스플랫 렌더러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(MIT)를 붙인다.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562606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.ply·압축 ply·.spz·.splat·.ksplat·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.sog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전부 읽는다 — 오늘 만든 것도 나중에 받아 온 것도 변환 없이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87118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23342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562606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WebGL2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돈다(거의 모든 폰). 최신 WebGPU는 빠르지만 안 열리는 브라우저가 있다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열 수 있느냐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갈린다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3070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33070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33070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도구는 안 쓴다 — 브라우저 표준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map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CDN에서 바로 불러오면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한 장짜리 정적 페이지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끝. 마지막에 폰으로 여는 오늘 조건에선 WebGL2 선택이 결정적.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지시문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뷰어 페이지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스플랫 파일 하나를 띄우고 마우스로 돌려 볼 정적 페이지를 만들어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three.js + @sparkjsdev/spark, 둘 다 CDN import map, 빌드 도구 없이 index.html 한 파일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같은 폴더 파일을 읽되 파일 이름을 맨 위 한 줄에서 바꾸게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Spark 전용 렌더러를 만들어 장면에 넣기(이 한 줄 빼면 검은 화면, 오류도 안 남)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확장자를 그대로 형식 이름으로 넘기지 말고 대응표를 두기(.sog의 안쪽 이름은 pcsogszip)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OrbitControls로 회전·확대·이동, 감쇠 켜기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 불러온 뒤 알갱이 덩어리 크기를 Spark가 주는 자로 재서 카메라를 그 앞에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(three.js 바깥 상자는 알갱이에 빈 상자를 돌려줌)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거꾸로 서면 위아래 뒤집기 단추 하나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왼쪽 위에 단계 목록 5개(라이브러리·렌더러·받기·풀기·크기 재기), 실패 단계엔 무엇을 볼지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파일 크기·받는 시간·알갱이 개수를 화면에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2016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016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2016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목록을 띄우라는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값어치가 가장 크다 — 막혔을 때 어느 줄을 봐야 하는지가 곧바로 갈린다. 없으면 남는 단서가 검은 화면 하나.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안 내는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함정이 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검은 화면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렌더러를 장면에 안 넣으면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파일도 받아지고 알갱이 개수도 찍히는데 화면만 검다. 그릴 것이 다 올라간 채 그릴 부품만 빠져 오류를 낼 이유가 없다.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 맞는데 검으면 여기부터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.sog 안쪽 이름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파일은 scene.sog인데 렌더러가 아는 이름은 pcsogszip. 확장자를 그대로 넘기면 Invalid file type: sog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확장자를 형식 이름으로 옮기는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 — ply·spz·splat·ksplat은 그대로, sog만 pcsogszip으로.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나온 것을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판단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 표시·실제와 맞나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때 센 개수와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 맞는데 화면이 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렌더러를 안 넣은 것 — 오류 안 나니 여기부터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검지도 않은데 안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카메라가 엉뚱한 데를 봄 — 크기 재는 자를 바꾼다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놓았을 때 부드럽게 멈추나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감쇠. 뚝 끊기면 안 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각도 크게 틀 때 앞뒤 안 뒤집히나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순서 — 살짝은 안 보이니 크게 여러 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방이 바로 서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천장이 위면 부호 뒤집기가 들어간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시간의 절반을 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화면이 떴다는 것만으로는 제대로 됐는지 알 수 없다. 각도를 크게 틀 때 앞뒤가 뒤집히는지가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스플랫에만 있는 판단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깃허브에 올리고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켠다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저장소를 하나 만든다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공개로 만들어야 주소가 열린다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둘을 올린다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index.html과 scene.sog, 같은 폴더에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설정에서 Pages를 켠다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기본 가지의 최상위를 고른다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확인한다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몇 분 안에 사용자이름.github.io/저장소이름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프로그램도 데이터베이스도 빌드 과정도 없다 — 파일을 그대로 내려주기만 해서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계정 만들기부터 올리기까지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에이전트에게 맡겨도 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주소를 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남에게 링크를 보내면 대부분 폰으로 연다. 지금까지 확인한 건 전부 노트북 — 회선도 그래픽 장치도 다르다.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화면까지 몇 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찍힌 시간. 느리면 30초까지 — 안 기다리고 고장으로 판정하기 쉽다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각도 크게 틀 때 앞뒤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손가락으로 크게 여러 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손가락 따라 부드럽나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뚝뚝 끊기면 알갱이 수를 줄이라는 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파일이 직접 내려받아지나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 뒤 /scene.sog를 붙여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남에게 보여도 되는 장면인가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띄운 문서·명패·우편물이 들어갔는지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8053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28053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28053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폰에서 열리는 것 자체가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렌더러가 오래된 창구(WebGL2) 위에서 돌기 때문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걸리는 게 있으면 그쪽을 치우고 다시 찍어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파일만 갈아 끼운다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(페이지는 그대로).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내 서비스의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페이지로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붙인다 (시간 남는 분만)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두 개뿐이라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돌아가는 사이트에 그대로 얹힌다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페이지를 통째로 /scene/에 두거나, 상세 페이지의 한 칸으로 넣는다. 칸으로 넣으면 고칠 것이 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지금 페이지를 다른 페이지 안에 끼워 넣을 수 있게 고쳐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창 전체가 아니라 지정한 요소 안에만 그리기(요소 크기 따라 바뀌게)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마우스 휠은 페이지 스크롤에 넘기고, 확대는 두 손가락·단추로만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화면 밖으로 스크롤돼 안 보이는 동안엔 그리기를 멈추기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 불러오기 전엔 대표 사진 한 장을 대신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158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158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3158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휠을 페이지 스크롤에 넘기라는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빼면 — 끼운 화면이 휠을 먹어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스크롤이 거기서 멈춘다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남의 페이지에 들어가는 화면이 제일 자주 저지르는 실수.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+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100MiB 관문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217.5MB는 안 올라간다 — 줄이는 건 취향이 아니라 통과할 관문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알갱이는 안 버리고 적는 방식만 바꾼다. .sog는 이미지로 바꿔 사진 압축기에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먼저, 그래도 크면 점 — 점 쪽은 화면이 성겨지는 대가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크기=기다림, 알갱이 수=부드러움. 손댈 곳이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반투명이라 먼 것부터 줄 세워 바른다. 카메라 돌면 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Spark·배포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WebGL2라 폰에서 열린다. Pages는 파일 둘로 끝. 화면에 시간의 절반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줄이는 게 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취향이 아니라 반드시 지나갈 관문인가?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형식 넷이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알갱이를 안 버린다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건 무슨 뜻이며, .sog는 어떻게 그렇게 작아지나?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기다림과 부드러움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무엇이 정하고, 느릴 때 어디를 손대나?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알갱이가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반투명이라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생기는 문제와, 그래서 매번 하는 일은?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화면이 검은데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개수는 맞을 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가장 먼저 볼 곳은?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GitHub Pages가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100MiB 넘는 파일을 아예 안 받고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올라가도 브라우저가 통째로 받아야 떠서 크기가 그대로 기다림이 된다 — 12초 vs 3분에 링크가 열리느냐 닫히느냐가 걸린다.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38985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38985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985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알갱이 개수는 그대로,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적는 방식만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바꾼다(양자화 등). .sog는 자리·크기·회전·색을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이미지로 바꿔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이웃 비슷함을 줄이는 사진 압축기에 태운다.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0637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637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0637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크기가 기다림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(형식으로 줄임),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수가 부드러움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(수로 줄임). 오래 기다리면 형식, 뚝뚝 끊기면 알갱이 수.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73756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3756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73756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뒤엣것과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섞여야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해서 깊이 버퍼를 못 쓴다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 것부터 가까운 것 순으로 줄 세워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바른다. 카메라가 돌 때마다 320만 개를 다시 줄 세운다.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41141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41141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41141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렌더러(Spark)를 장면에 안 넣은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그릴 것은 다 올라갔는데 그릴 부품이 빠져 오류가 안 난다.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주소에서 도는 방 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줄여서 내 주소에 — 실습 완료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2026-08-13T12:31:33Z</dcterms:created>
  <dcterms:modified xsi:type="dcterms:W3CDTF">2026-08-13T12:31:33Z</dcterms:modified>
</cp:coreProperties>
</file>