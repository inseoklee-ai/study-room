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1 · AI는 어떻게 배우나 (2/3)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학습을 직접 돌려본다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→ 분류 → 파인튜닝, 그리고 데이터가 결과를 가른다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세 가지 학습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회귀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 연속값 예측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분류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MNIST · softmax  어느 쪽인가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파인튜닝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개/고양이  물려받기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weight·bias 딱 2개짜리 가장 작은 학습을 손으로 돌려본다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softmax로 후보별 확률, MNIST로 데이터 양의 효과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사전학습 모델을 물려받아 적은 데이터로 내 문제에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세 실습을 관통하는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구조보다 데이터가 결과를 가른다.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오차 → 조정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반복(경사하강)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데이터는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(텐서)로 들어가고, 학습은 그 관계(패턴)를 찾는 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셋은 전부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달린 예시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배우는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이 원리를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카페(회귀) → MNIST(분류) → 개/고양이(파인튜닝)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직접 돌려봅니다.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· 가장 작은 학습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 하나, bias 하나로 규칙을 스스로 찾게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예측 · torch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torch,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 (tensor)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본 그 숫자 배열. 같은 코드가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CPU·GPU 어디서든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도는 게 장점 — 데이터를 어느 장치에 올리느냐만 바꾸면 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autograd (자동 미분)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loss.backward() 한 줄이면 "각 파라미터가 오차에 얼마나 기여했나"(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알아서 계산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역전파를 torch가 대신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밟아 준다.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일은 넷 — ① 숨은 직선 규칙의 데이터를 만든다 → ② 눈으로 본다 → ③ 규칙을 안 알려 준 채 스스로 찾게(예측·오차·조정) → ④ 찾은 규칙과 줄어든 오차를 그래프로 확인.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학습 루프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예측·오차·조정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579876"/>
          </a:xfrm>
          <a:prstGeom prst="roundRect">
            <a:avLst>
              <a:gd name="adj" fmla="val 127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57987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3969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torch.zeros(1, 1, requires_grad=True)   # 엉뚱한 값(0)에서 출발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torch.zeros(1,    requires_grad=True)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model(x): return x @ w + b              # 예측 매출 = w*방문객 + 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0.03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range(600):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model(x)                          # ① 예측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((pred - y) ** 2).mean()          # ② 오차 (평균제곱오차 MSE)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                  # autograd가 기울기 계산 (역전파)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                    # ③ 조정 (경사하강)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-= lr * w.grad;  b -= lr * b.grad  #   기울기 반대 방향으로 한 걸음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w.grad.zero_();    b.grad.zero_()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학습된 규칙:  매출 = 2.07 * 방문객 + 0.79   (숨은 정답: 2.00, 1.00)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0977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0977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0977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규칙을 안 알려 줬는데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30일치 데이터만으로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2.07·0.79를 찾아냈다 — 숨은 정답(2,1)에 가깝다. 이것이 "데이터로 학습한다"의 전부.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결과 — 직선이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한가운데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그래프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학습 직선이  흩어진 점 한가운데를 통과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그래프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오차(loss)가 급락했다가  평평해진다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 ≈ 2.07 = "방문객 100명 늘면 매출 약 207만원 증가"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절편 ≈ 0.8 = 방문객 0명에도 잡히는 기본 매출(배달·포장 등). 절편이 더 흔들리는 건 데이터 중심에서 먼 지점이라 잡음에 민감해서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853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언어 모델도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방식은 똑같다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건 규모뿐 — 파라미터가 2개가 아니라 수십억~수천억, 예측이 숫자 하나가 아니라 다음 토큰의 확률분포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· softmax와 MNIST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쪽인가"를 확률로 고른다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손글씨 0~9 · 후보별 확률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🎲 분류의 출력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후보별 확률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분류에서 모델은 "정답 하나"가 아니라 후보마다 확률을 낸다 — "3일 확률 88%, 8일 9%…". 여러 점수를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0~1이고 합이 1인 확률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바꾸는 장치가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로짓(raw 점수):     [2.0,  1.0,  0.1]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exp 적용:         [7.39, 2.72, 1.11]   # 모두 양수로, 차이는 더 벌려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합(11.2)으로 나눔: [0.66, 0.24, 0.10]   # 합 =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677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677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677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로짓이 가장 큰 확률(0.66)이 되고 작은 점수에도 확률이 남는다. 이 값이 곧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"얼마나 확신하는가"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"확률 낮으면 사람에게 넘긴다" 같은 판단 기준을 세울 수 있다. (soft+max: 나머지에도 확률을 조금 남겨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부드럽게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고름)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🧑‍💻 코딩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시켜 보기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MNIST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코드를 외우지 않고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프롬프트로 시키고 결과를 관찰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MNIST = 손글씨 0~9 7만 장, 기계학습의 "Hello World".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PyTorch로 MNIST 손글씨 숫자(0~9) 분류기를 만들어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데이터를 학습용/시험용으로 나눕니다.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간단한 신경망 학습. 손실은 CrossEntropyLoss, softmax는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예측을 보여줄 때만 적용(출력층 softmax + CrossEntropy 이중적용 금지).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시험 정확도 + 이미지 1장의 10개 클래스 softmax 확률을 보여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그런 다음, 학습 데이터를 10%만 써서 다시 학습해 정확도를 비교해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CPU에서도 몇 분 안에 끝나도록 가볍게.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6389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6389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6389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체크리스트 — softmax 10개 합이 1인가? 정답 확률이 최고인가? 전체 정확도는?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10%로 줄이면?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결과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가른다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[예측 예시]  실제 정답 7 · 모델 예측 7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숫자 7:  99.91%  ###################   (나머지는 거의 0%)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[정확도 비교]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전체 데이터(60,000장) : 97.06%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10% 데이터(6,000장)   : 91.51%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차이                  : 5.55%p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0555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10%로 줄이니 정확도가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떨어졌다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나빠서가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 예시가 줄었기 때문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오늘의 핵심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662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36626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436626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 확률 10개를 더하면 1이 되고, 정답(7)에 99.91%가 몰렸다 — 이 확률이 곧 "확신 정도".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· 남이 배운 것을 물려받기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앞쪽 '보는 눈'은 그대로, 마지막 판단만 새로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· ResNet18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무엇이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앞쪽 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선·모서리·색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질감·무늬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뒤쪽 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눈·귀·형태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개/고양이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물려받는 부분(보편적, 얼려 둠) ────────────── 새로 배움 →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307352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장으로 미리 학습된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ResNet18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(층 18개)은 이미 "선·모서리·질감·형태"를 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가졌다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눈은 그대로 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판단 부분만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문제(개/고양이)에 맞게 조금 더 학습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(전이학습)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'선·모서리 보는 눈'은 개든 고양이든 자동차든 똑같이 쓸모 → 앞쪽 층을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얼려(freeze)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데이터·계산을 아낀다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27710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7710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27710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데이터로도 잘 되는 이유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사전학습된 특징을 재사용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때문. 카페의 "예측→오차→조정"을 이미 똑똑한 모델 위 마지막 부분만 다시 도는 셈.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🐕 코딩 에이전트에게 시켜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torchvision 사전학습 ResNet18을 개 vs 고양이로 파인튜닝해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인증 없이 받아지는 소규모 공개 데이터(예: OxfordIIITPet 고양이/개 라벨).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사전학습 가중치 로드 후, 마지막 분류 층만 2개(개/고양이)로 바꿔 학습.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시험 정확도 출력.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비교로, 사전학습 없이(랜덤) 밑바닥부터 학습한 정확도도 함께.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있으면 쓰고, 데이터는 일부만 써서 빨리.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— 사전학습 vs 밑바닥,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차이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얼마나? (특히 데이터가 적을수록 사전학습 쪽이 크게 앞선다) · 학습 시간이 카페·MNIST보다 얼마나 길어졌나?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76472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데이터·에폭에서도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쪽이 크게 앞선다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전이학습의 효과이 실습은 GPU 없이 노트북이면 매우 느리거나 멈춘다 — 왜인지는 다음 덱에서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연속값(매출)을 예측 — weight·bias 2개도 데이터만으로 숨은 규칙을 찾는다.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"어느 쪽인가"를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 확률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(합=1)로 고르고, 그 값이 곧 확신 정도.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사전학습된 '보는 눈'을 물려받아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판단만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새로 — 적은 데이터로도 잘 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방식은 같은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예측→오차→조정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다른 건 무엇을 예측하느냐와 규모뿐(LLM도 마찬가지).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MNIST 10%↓ 정확도↓, 사전학습↑ 정확도↑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모델보다 데이터가 결과를 가른다.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카페 회귀에서 모델이 찾은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2.07·0.79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무슨 뜻인가?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회귀와 분류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차이는? 분류의 출력은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무슨 일을 하며, 그 확률값을 어떻게 판단에 쓰나?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MNIST 데이터를 10%로 줄이니 정확도가 떨어진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적은 데이터로도 잘 되는 이유는? 무엇을 물려받나?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기울기 2.07 = 방문객 100명↑당 매출 약 207만원↑, 절편 0.79 = 방문객 0명에도 잡히는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매출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(배달·포장 등).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연속된 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(매출)을, 분류는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범주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인지를 예측. 분류의 출력은 정답 하나가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후보별 확률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 점수를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합이 1인 확률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바꾼다. 확률값이 확신 정도라, "낮으면 사람에게 넘긴다" 같은 기준을 세울 수 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나빠서가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 예시(데이터)가 줄어서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97.06% → 91.51%로 5.55%p 하락.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수백만 장으로 학습된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'선·모서리·질감을 보는 눈'(앞쪽 층)을 물려받고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마지막 판단 층만 새로 배우기 때문. = 전이학습.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 봤다 — 데이터가 가른다 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학습을 직접 돌려본다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2026-08-12T10:32:23Z</dcterms:created>
  <dcterms:modified xsi:type="dcterms:W3CDTF">2026-08-12T10:32:23Z</dcterms:modified>
</cp:coreProperties>
</file>