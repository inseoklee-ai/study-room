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COMPUTATIONAL THINKING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일을 통째로 던지면 왜 아무것도 안 돌아올까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일을 시킬 때마다 꺼내 쓸 사고법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사람,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결과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어제의 부탁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회사 업무를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자동화해 줘.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   → 돌아온 답은 그럴듯하지만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일에는 하나도 안 맞는, 일반론으로 가득한 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오늘의 부탁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"고객 문의 메일을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종류(환불·배송·기타)로 나누고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환불 건은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기한을 함께 적어서 표로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만들어 줘."   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쓸 수 있는 결과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부탁의 차이는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성능이 아닙니다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일을 던지는 사람이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일을 얼마나 잘게 나눠서 줬느냐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먼저 생각해보세요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(30초)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찾지 말고 메모장에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직감으로 두 줄만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 보세요.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12648" y="1829943"/>
            <a:ext cx="11027664" cy="462153"/>
          </a:xfrm>
          <a:prstGeom prst="roundRect">
            <a:avLst>
              <a:gd name="adj" fmla="val 178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64008" cy="462153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4621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내가 최근에 누군가(후배·동료·외주)에게 일을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맡겼다가 엉뚱한 결과를 받은 적이 있나요?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빠졌었나요?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" y="2374392"/>
            <a:ext cx="11027664" cy="462153"/>
          </a:xfrm>
          <a:prstGeom prst="roundRect">
            <a:avLst>
              <a:gd name="adj" fmla="val 178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4392"/>
            <a:ext cx="64008" cy="462153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374392"/>
            <a:ext cx="10707624" cy="4621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반대로, 내가 일을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잘게 쪼개서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줬더니 일이 술술 풀렸던 적은요?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8284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98284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98284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두 기억이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사고법의 출발점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한 문장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전부 이 문장을 받치는 설명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왜 나누는가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쥐고 갈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컴퓨테이셔널 싱킹(Computational Thinking, 컴퓨팅 사고법)이란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문제를 컴퓨터(그리고 AI)가 풀 수 있는 작은 조각으로 나누는 사고법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 그리고 그 사고법이 AI에게 일을 정확히 시키는 기초입니다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언어가 아니라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사고의 문법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코드는 AI가 짭니다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 시대에는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직접 못 짜도 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 사람이 해야 할 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"무엇을, 어떤 순서로, 어떤 조건에서"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또렷하게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나눠 주는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컴퓨팅 사고법입니다 — 그래서 코딩 경험이 없어도 오늘 배울 수 있습니다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"업무를 자동화해 줘"는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결혼식을 통째로 던진 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같고, "메일을 세 종류로 나눠 표로"는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조각으로 쪼갠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AI에게 던진 두 부탁의 결과가 갈린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AI의 성능이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일을 얼마나 잘게 나눠서 줬느냐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컴퓨팅 사고법을 한 문장으로?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문제를 컴퓨터(그리고 AI)가 풀 수 있는 작은 조각으로 나누는 사고법.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바이브 코딩 시대에 사람이 해야 하는 일은?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"무엇을, 어떤 순서로, 어떤 조건에서"를 또렷하게 나눠 주는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 사고법 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Computational Thinking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2026-08-27T20:29:05Z</dcterms:created>
  <dcterms:modified xsi:type="dcterms:W3CDTF">2026-08-27T20:29:05Z</dcterms:modified>
</cp:coreProperties>
</file>