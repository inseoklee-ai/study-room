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1 · AI는 어떻게 배우나 (3/3)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내 노트북으론 벅찰까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파라미터·GPU, 그리고 결국 데이터가 전부다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노트북으론 벅찰까  (파라미터·GPU)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데이터가 전부다  (강의 1 정리)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개수·연산량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하늘과 땅 차이 → 그래서 GPU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사전학습은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실무는 대개 직접 훈련하지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없는 노트북에서 돌리는 길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CLI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코딩 에이전트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실습을 관통한 결론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모델보다 데이터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학습은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행렬 곱셈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활용가의 진짜 일은 좋은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모으고 검증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내 노트북으론 벅찰까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학습되는 숫자(파라미터)와 연산량이 문제마다 천차만별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· 행렬곱 · GPU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파라미터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천차만별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파라미터(학습되는 숫자)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도나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선형모델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 (w, 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노트북에서 즉시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MNIST 분류기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수만 ~ 수십만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CPU로도 몇 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ResNet18 파인튜닝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1,100만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권장(Colab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언어모델(LLM)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수십억 ~ 수천억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수백~수천 대, 데이터센터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매 스텝 "예측→오차→조정"을 하는데, 그 계산의 대부분이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행렬 곱셈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파라미터·데이터가 많을수록 곱셈 횟수가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폭발적으로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그래서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일을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빠르게 처리하는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코어 몇 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다재다능하지만 같은 계산을 대량 병렬로 하는 덴 불리.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계산을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코어 수천 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행렬 곱셈처럼 "같은 계산을 엄청 많이 병렬로"에 딱.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 곱셈이 병렬에 잘 맞는 건 그 안 수많은 곱셈이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독립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순서 없이 한꺼번에 계산되기 때문. 그래서 GPU가 학습을 CPU보다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수십~수백 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빠르게 끝낸다.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 규모를 끝까지 밀면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학습(사전학습)하려면  고성능 GPU 수천 대 · 수 주 ·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수백만~수억 달러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현실의 실무는 대부분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훈련하지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학습된 모델을 가져와(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쓰거나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부른다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파인튜닝을 체험한 이유 — "남이 배운 것을 물려받는" 감각 + 그 아래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규모·비용의 현실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알기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원리를 아는 사람이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"무엇을·어디서·어떻게 돌릴지"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지시하면 되는 시대 — 직접 훈련 코드를 쓰지 않아도.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CLI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GPU 손에 넣기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없는 내 노트북에서 실습을 돌리는 가장 손쉬운 길이 구글 코랩. 2026년 6월, 브라우저 탭 없이 명령어로 쓰는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CLI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(google-colab-cli)가 나왔습니다.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google-colab-cli        # 설치 (uv tool install 도 가능)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run --gpu T4 train.py          # GPU VM 띄움 → 실행 → 자동 반납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0093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무료는 보통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더 강한 A100·H100·TPU는 유료(Pro/Pro+)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Colab CLI는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직접 쓰도록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설계됨 → Claude Code·Codex 같은 에이전트가 이 명령을 대신 실행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642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7642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7642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앞 덱의 "에이전트에게 프롬프트로 시킨다"가 말뿐이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실제 GPU에서 코드를 돌리고 정확도를 받아오는 데까지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이어진다.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데이터가 전부다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구조보다 데이터가 결과를 가른다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1 정리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세 실습을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 연속값 예측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MNIST  softmax 확률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개/고양이  물려받기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구조보다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결과를 가른다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10%↓ → 정확도↓ · 사전학습 특징 물려받기 → 적은 데이터로도 잘 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AI를 다루는 사람의 진짜 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"좋은 모델 고르기"보다 좋은 데이터를 모으고 검증하는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그래서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일은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직접 학습을 돌릴 일은 많지 않다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원리를 봤기에 — 코딩 에이전트에게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시킬지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(무슨 데이터로·어떤 학습)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나온 결과의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의심할지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(데이터가 충분한가·정확도가 왜 이런가) 판단할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오늘 잠깐 스친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언어모델의 속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토큰과 컨텍스트, 그리고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1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"배운다"는 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손으로 짜는 대신, 데이터에서 예측→오차→조정을 반복해 패턴을 찾는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회귀와 분류의 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회귀는 연속값(매출), 분류는 어느 범주인지(softmax 확률)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softmax가 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후보 점수를 합이 1인 확률로 바꿔 확신 정도와 함께 고르게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파인튜닝은 왜 쓰나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특징을 물려받아 적은 데이터·계산으로 내 문제에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GPU가 필요한가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학습은 방대한 행렬 곱셈, GPU가 대규모 병렬로 CPU보다 훨씬 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활용가의 진짜 일은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고르기보다 좋은 데이터를 모으고 결과를 의심·검증하는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카페(2개)와 LLM(수천억)의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규모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차이가 왜 "노트북으론 벅차다"로 이어지나?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CPU보다 유리한 이유는? (행렬 곱셈의 어떤 성질 때문)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LLM을 처음부터 학습하는 비용은? 그래서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대개 어떻게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강의 1 전체를 관통하는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"활용가의 진짜 일"은 무엇인가?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학습은 파라미터·데이터에 비례해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 곱셈이 폭발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수천억 파라미터를 수없이 조정하려면 노트북 연산·메모리로는 감당이 안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행렬 곱셈 안 수많은 곱셈이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독립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한꺼번에 계산 가능 → 작은 코어 수천 개의 GPU가 대규모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처리.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GPU 수천 대·수 주·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수백만~수억 달러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실무는 직접 훈련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파인튜닝하거나 API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부른다.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구조보다 데이터가 결과를 가른다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 10%↓ 정확도↓, 사전학습 물려받기 적은 데이터로도↑).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고르기보다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데이터를 모으고, 결과를 의심·검증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 원리를 알기에 무엇을 시키고 무엇을 의심할지 판단한다.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데이터가 전부다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어떻게 배우나 — 강의 1 여기서 매듭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2026-08-12T10:32:23Z</dcterms:created>
  <dcterms:modified xsi:type="dcterms:W3CDTF">2026-08-12T10:32:23Z</dcterms:modified>
</cp:coreProperties>
</file>