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작업부터 제품 기능까지 구현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계획한 모든 화면과 도구를 한 번에 만들 필요는 없습니다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구현할 것은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설계한 하네스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합의한 설계로 구현을 시작하자.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먼저 작은 파일 하나를 읽고 답하는 흐름부터 완성해 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854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1854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Claude Code나 OpenCode는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작성하고 검토하는 협업 도구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사용하지만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완성한 제품의 모델·도구 반복 전체를 그 CLI에 대신 맡기지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언어의 실행 환경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문제와 모델 문제를 나누기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구현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정보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선택한 언어로 실행 환경을 준비하고,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설치와 실행 방법을 README에 적어 줘. 필요한 패키지의 역할도 설명해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끝났다는 말만으로 넘어가지 말고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프로그램을 실행해 입력을 받거나 준비 상태를 표시하는지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연결하기 전에 단순한 실행 경로부터 확인하면 환경 문제와 모델 문제를 나누기 쉽습니다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인증 정보는 소스코드와 분리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정한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변수나 비밀정보 설정 경로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키를 채팅 요청, PRD, 테스트 결과, 캡처에 붙이지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Ollama를 선택했다면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서비스와 선택 모델이 준비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 있는지 확인.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키가 없는 경우를 임의의 예제 응답으로 대신 성공 처리하지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프로그램이 이름으로 읽는 실행 설정값으로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실행하는 프로세스에 전달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되어야 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터미널에서 값을 설정하고 이미 실행 중인 앱이 자동으로 알게 될 것이라고 기대하지 마세요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수직 구현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열 개 만든 뒤 마지막에 연결하는 것과 다릅니다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구현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응답 다음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모델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응답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검사할 상황을 프로그램에서 정해 제공하는 테스트 데이터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모델이 해당 도구를 선택했다는 증거는 아니지만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인자나 반복 호출 같은 조건을 재현하기 좋습니다.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실제 모델로 같은 읽기 작업을 수행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답이 그럴듯하다는 이유만으로 성공으로 판단하지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확인할 것: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 도구가 실제로 실행되었는지, 반환한 내용을 다음 모델 요청에 연결했는지, 답변이 원문과 맞는지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결과를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A01·A02의 증거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남깁니다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2762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12762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12762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키나 실제 개인 자료가 필요하지 않습니다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있는 짧은 가상 자료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충분합니다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작업의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경로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정상 읽기는 됐어. 없는 파일과 범위 밖 경로도 확인하고,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실패를 성공처럼 표시하는 곳이 없는지 봐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경로에 넣어 볼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파일, 허용 폴더 밖의 경로, 잘못된 도구 인자.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모델이 계속 요청하는 상황은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응답으로 만들어 합의한 상한에서 멈추는지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이름이 맞더라도 인자가 잘못될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실행이 성공해도 모델이 내용을 잘못 해석할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발견한 문제를 어느 단계의 문제인지 분리해 수정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과정에서 계약을 바꿔야 한다면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코드만 바꾸지 말고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INTERFACES.md와 완료 조건도 함께 갱신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변경과 테스트 연결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기대하는 동작은 수정 전에 정합니다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구현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구별합니다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내가 선택한 언어로 작은 결함 코드와 테스트를 준비해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정해 둔 기대 동작을 기준으로 수정 전 실패부터 확인하자.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우리 하네스에 변경 제안·승인·테스트 기능을 구현해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실습 코드는 아직 고치지 마.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(만든 하네스를 별도로 실행한 뒤 그 입력 화면에)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이 실습 코드의 문제를 찾아 고쳐 줘. 변경을 먼저 보여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52958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①은 제품의 코딩 기능을 시험할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만드는 과정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코드가 우연히 통과하도록 기대값을 바꾸면 검증의 의미가 사라집니다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③에서 확인할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도우미가 직접 파일을 고친 기록이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하네스의 변경 제안과 승인 화면, 도구 실행 기록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승인한 뒤 지정 테스트가 실행되는지, 거절하면 파일이 그대로인지 각각 검사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66915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66915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66915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중요한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본 변경과 실제 적용한 변경이 같은지, 거절했을 때 파일이 그대로인지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화면은 터미널이어도 웹이어도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도구의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도구에는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정한 실행 대상과 시간 제한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적용합니다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일을 쉽게 시키기 위해 곧바로 임의 셸 명령 전체를 열면 D05에서 정한 범위를 바꾸는 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확대가 필요하다면 이유와 영향을 먼저 결정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성공은 그 테스트가 확인한 조건의 증거이며 모든 결함이 없어졌다는 보장은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코드도 내 컴퓨터의 프로세스로 실행됩니다.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 도구가 폴더를 제한하더라도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프로세스 전체가 그 폴더 안에 격리되는 것은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가능한 작은 실습 코드만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신뢰할 수 없는 코드를 실행하려면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운영체제 격리 설계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제품 기능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작업이 되는 동안에는 상태 표시가 단순할 수 있습니다 — 이후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대기, 실패 이유, 결과 조회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합의한 형태로 정리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D07에서 정한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정책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구현해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세션의 후속 요청이 무엇을 이어 가는지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저장을 선택했다면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후 실제로 복원되는 범위를 검사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메모리만 사용하기로 했다면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후 이어갈 수 없다는 점을 명확히 표시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제공자, 취소, 동시 실행은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D08·D09의 선택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따라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계획에 없던 기능을 AI가 편의상 덧붙였다면 제품 목적에 필요한지 다시 판단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지점 좁히기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"에이전트가 안 돼요"로는 알 수 없습니다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구현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순서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관찰한 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확인할 증거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후 할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응답 자체가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연결부의 오류 종류와 상태, 선택한 모델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키·모델 이름·서비스 연결 중 실제 오류에 해당하는 설정을 고침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답은 왔지만 파일을 읽지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보낸 도구 설명, 모델이 반환한 일반 답 또는 도구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정보 전달·모델 지원·요청 해석 중 어디에서 빠졌는지 구별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 요청은 왔지만 내용이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이름·인자 검사 결과, 허용 경로 판단, 실행 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권한을 통째로 풀지 말고 잘못된 경로·인자·도구 연결을 고침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답이 틀리거나 같은 도구를 계속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읽은 내용이 다음 모델 요청에 실제 포함됐는지, 요청과 결과의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 누락·연결 오류를 먼저 고치고, 전달이 맞다면 모델의 해석을 평가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거절했는데 파일이 바뀜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상태와 쓰기 실행 순서, 변경 전후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프롬프트가 아니라 실행 코드의 승인 검사를 고침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실패인데 완료로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종료 코드·출력과 작업 완료 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 표시 조건을 명세에 맞추고 실패 사례로 다시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추가와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섞지 않기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요청이 어느 단계에서 막히는지 볼 수 있게 실행 기록을 추가해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키와 개인 파일 내용은 기록하지 마.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실패 기록과 우리 명세를 비교해서 처음 어긋난 곳을 찾아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원인을 확인할 작은 검사부터 해보자.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8575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이름과 결과 요약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 — 예: 도구 요청 수신 → 인자 검사 통과 → 파일 읽기 성공 → 결과 반환 → 최종 답 수신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추가하는 것과 문제를 고치는 것을 한 번에 섞지 않으면 바꾸기 전 실패가 무엇이었는지 남길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읽기는 성공했지만 다음 모델 요청에 도구 결과가 빠져 있다면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바꾸기 전에 결과 반환 코드를 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반대로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올바르게 전달됐는데도 답이 틀렸다면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프로그램의 연결 성공과 모델의 답변 품질을 따로 기록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3373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3373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3373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실패를 프롬프트 문제나 모델 성능 문제로 묶지 않는 것이 핵심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실패했던 입력을  그대로 다시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읽기와 권한 거절  같은 가까운 사례도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수정이든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"이제 됩니다"라는 설명보다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이전 실패가 사라졌고 지켜야 할 제한도 유지된 실행 결과가 필요합니다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367588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단계가 끝날 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계획에 확인한 결과와 남은 문제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남깁니다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거절했는데 파일이 바뀌었다면 어디를 고치나?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프롬프트가 아니라 실행 코드의 승인 검사.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승인 상태와 쓰기 실행 순서를 본다.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 폴더를 제한하면 테스트도 격리되나?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코드도 내 컴퓨터의 프로세스로 실행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된다. 신뢰할 수 없는 코드는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OS 격리 설계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필요하다.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기록 추가와 문제 수정을 왜 나누나?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바꾸기 전 실패가 무엇이었는지 남기기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위해서.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하나를 끝까지 🔨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⑧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