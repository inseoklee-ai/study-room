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벤치마크의 로컬 10문항 평가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하네스가 실제 문제에서 어떻게 동작하는지 확인합니다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재는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성능이 아니라, 같은 모델을 쓰는 서로 다른 하네스 구성의 차이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작업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같은 방식으로 실행해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성능(baseline)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남기고, 이후 개선이 실제로 효과가 있었는지 비교할 자리를 만듭니다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Docker는 필요하지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원본 컨테이너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작업 폴더로 이식한 판(local-port)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실행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기준선이 없으면 "좋아졌다"를 말할 수 없습니다.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개선을 시도하기 전에 먼저 한 번 돌려 숫자를 남기는 것이 이 소단원의 목적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10문항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쉬움 2 · 중간 4 · 어려움 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로컬 10문항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개의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22452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능력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 (2)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파일을 읽고 요청한 값을 정리해 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호출과 경로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주어진 스크립트를 실행하고 출력 형식을 맞춤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해석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(4)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실패하는 테스트를 읽고 구현을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기반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파일에 흩어진 자료를 모아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다단계 계획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형식이 어긋난 입력을 정규화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파일을 조건에 맞게 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정확한 부분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어려움 (4)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단계의 의존 관계를 따라가며 복구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반복의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자격정보 복구처럼 탐색이 필요한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탐색과 검증의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성능·제약 조건이 함께 걸린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 조건 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테스트가 여러 관점을 검사하는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성공의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424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57424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57424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10문항은 통계적으로 충분한 표본이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경향을 보는 개발용 세트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다루고, 한두 문항 차이를 성능 향상으로 단정하지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준비와 첫 실행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--dry-run으로 먼저 확인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로컬 10문항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harness_lab.benchmark_source --prepare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harness_lab.bench --name baseline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--provider openai --model gpt-4.1-mini --dry-run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harness_lab.bench --name baseline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--provider openai --model gpt-4.1-mini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34122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34122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330555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--prepare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manifest의 커밋과 파일 SHA256을 확인하고 원본 자료를 내려받아 로컬 경로로 이식.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실패하면 이후 점수는 의미가 없습니다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2125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40279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40279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92125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--dry-run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모델을 호출하지 않고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목록·경로·설정만 점검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오타나 준비 누락을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없이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잡는 단계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3694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6436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46436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453694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10개 작업을 순서대로 실행하고 jobs/baseline에 기록. --name은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비교할 때 쓰는 실험 이름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의미 있게 붙입니다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075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2075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52075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--name baseline처럼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바꾼 실행인지 이름에 담으면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나중에 폴더만 봐도 구별됩니다 — baseline, steps60, ollama-qwen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시행(trial)의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하나마다 새 작업 폴더를 복사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해서 시작합니다 — 앞 작업이 남긴 파일이 다음 작업에 영향을 주지 않도록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시행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준비된 작업 폴더 → 하네스 실행 → 원본 pytest 채점 →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네 단계가 모든 문항에서 동일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한도: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스텝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에이전트 전체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Python 도구 1회 실행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10초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75179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스텝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step_limit으로 중단 → 미완료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timeout으로 중단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10초/회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도구 호출만 오류로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767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25767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25767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때문에 끝난 실행을 "모델이 못 푼 것"으로 기록하지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초과와 오답은 다른 원인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나중에 한도를 바꾸는 실험의 근거가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jobs/baseline/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전체가 모이는 폴더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run-metadata.json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제공자·모델·한도·실행 모드·시각 — 나중에 "무슨 조건으로 잰 숫자인가"에 답하는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작업별 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모델·도구 호출 기록, 채점 출력,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점수만 적어 두고 조건을 적지 않으면 비교가 불가능해집니다.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run-metadata.json이 있기 때문에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 뒤에도 같은 조건으로 재현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시도할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에이전트를 끼워 넣기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--agent 로 교체하는 계약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로컬 10문항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harness_lab.bench --name mine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--agent my_agent:solve_task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solve_task(instruction, workspace, logs_dir, options):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{"status": "completed", "answer": text, "metrics": {...}}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81528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지시문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workspace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시행 전용 작업 폴더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logs_dir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기록을 남길 폴더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한도·작업 디렉터리 등 실행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1480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1480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51480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반환값은 status·answer·metrics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세 가지만 맞추면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구현이 무엇이든 같은 채점을 받습니다.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언어·구조가 달라도 계약만 지키면 비교 가능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8430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58430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58430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status: "completed"를 돌려준다고 점수가 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점수는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pytest가 산출물을 확인한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평가를 돌리려면 Docker가 필요한가?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 없다. 원본 컨테이너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작업 폴더로 이식한 local-port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실행한다.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--dry-run은 무엇을 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호출하지 않고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목록·경로·설정만 점검한다. 오타와 준비 누락을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없이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잡는 단계.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작업마다 폴더를 새로 복사하나?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작업이 남긴 파일이 다음 작업에 영향을 주지 않게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하려고. 시행 단위를 동일하게 유지해야 비교할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기준선 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⑩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