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자동화와 에이전트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워크플로에서 에이전트 사용하기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IF 노드에, 해석은 제한된 도구를 가진 AI Agent에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노드를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뒤에 연결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만든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Request 흐름의 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AI Agent 노드를 연결합니다. 노드에는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API를 읽는 읽기 전용 도구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연결하거나, 앞 실습을 맡긴 에이전트에게 같은 연결을 요청합니다.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Chat Model 입력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56260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모델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연결합니다 — 도구가 가져온 정보를 바탕으로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만드는 역할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도구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56260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아직 모르는 사실을 읽어 오는 역할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0210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0210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10210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구분을 통해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새 사실을 찾은 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받은 사실의 형식만 바꾼 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구별합니다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질문으로 도구 호출을 관찰합니다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사실 찾기 vs 재형식화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워크플로 속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질문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없이는 답할 수 없는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 문서의 제목과 설명은 무엇인가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081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081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197510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공개 API의 원 응답에서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title과 description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읽은 뒤 답변합니다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908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697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697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5908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호출과 그 결과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표시됩니다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064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3131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3131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2064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기록으로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답변의 근거가 어디에서 왔는지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질문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재형식화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방금 받은 제목과 설명을 한 문장으로 정리해 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질문은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받은 정보를 새 문장으로 재형식화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사실을 찾을 이유가 없으므로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대화 맥락에서 답했다면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도구 호출이 생기지 않습니다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3845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845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답변이 모두 그럴듯해 보여도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가져온 답변과 표현을 바꾼 답변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 서로 다른 일을 합니다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흐름을 판정하는 기준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한 문장으로 좁힙니다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워크플로 속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좁힙니다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넓은 문장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지원 자동화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— 입력과 확인 범위가 넓어집니다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좁힌 문장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오전 새로 들어온 공개 문의를 읽고 담당자가 확인할 세 줄 요약을 만듭니다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대상 · 결과를 받는 사람 · 사람이 확인하는 지점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드러납니다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강의의 예시 업무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"매일 공개 API에서 정보를 읽어 짧은 요약을 만듭니다"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흐름 — 반복 업무 한 문장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입력·산출물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권한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신호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· 보류 · 거절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화면의 노드와 CLI의 응답이 같아 보여도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 허용할 범위는 실행의 흔적과 권한 경계를 함께 읽어야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드러납니다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노드로 분기 만들기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입력에는 언제나 같은 결과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워크플로 속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검사해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경로를 나눕니다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n8n의 IF 노드는 정해진 조건을 검사하고 실행 경로를 true와 false로 나눕니다. HTTP Request와 AI Agent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추가할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Request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title과 description이 모두 있는가?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true  → AI Agent → 한 문장 요약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false → 확인 필요 기록 또는 담당자 검토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15843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title이 비어 있지 않은지 확인하고, 두 번째 조건으로 description이 비어 있지 않은지 확인합니다.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조건을 모두 만족해야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true 경로로 보냅니다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분기는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판단이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입력에는 언제나 같은 결과를 내는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명시적인 규칙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노드가 알맞은 조건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필드가 비어 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상태코드가 200인지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기준 이상인지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정확히 표현할 수 있을 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기록에서도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조건이 참이었고 어느 경로가 실행되었는지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경로를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비워 두지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통과시키는 장치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값을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자동 통과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🛑 통제 지점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입력이 다음 단계로 넘어가지 않도록 막는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자리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false 경로는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기록 · 재시도 · 사람의 확인 단계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연결하는 편이 좋습니다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경로뿐 아니라 예외 경로가 무엇을 하는지도 워크플로의 일부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다음 행동을 선택하게 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조건을 미리 나열할 수는 없습니다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워크플로 속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목표와 현재 상태로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고릅니다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요청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새 사실이 필요함 → 읽기 도구 호출 → 결과 확인 → 답변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받은 정보로 충분함 → 도구 호출 없이 재형식화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근거가 부족함     → 부족한 정보 표시 또는 사람에게 확인 요청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실습에서 AI Agent는 질문을 읽고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 도구를 호출할지 판단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한 경로를 실행하는 대신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목표와 현재 상태를 바탕으로 다음 행동을 선택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읽기 도구를 붙이면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범용적인 흐름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정보를 읽는 도구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상태를 확인하는 도구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연결하면, 에이전트는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필요한 도구를 골라 호출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호출로 정보가 충분하지 않다면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확인한 뒤 다른 도구를 호출하거나 질문을 좁힐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수도 있습니다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범용성은 에이전트에게 모든 권한을 주는 데서 생기지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도구 안에서 다음 행동을 선택할 수 있게 하는 데서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생깁니다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제한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데이터에 접근하는  읽기 전용 도구만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횟수와  처리 범위를 작게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확장할 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발송·수정·삭제는  승인 또는 IF 통과 뒤에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· 수정 · 삭제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상태를 바꾸는 도구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필요하다면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승인이나 별도의 IF 조건을 통과한 뒤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경계를 둡니다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노드와 AI Agent는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서로를 대신하지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IF 노드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Agent 노드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작성한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입력의 의미와 현재 맥락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입력의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경로로 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모델과 도구 결과에 따라 달라질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알맞은 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· 상태 · 수치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의도 해석 · 도구 선택 ·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 결과와 실행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 · 도구 결과 · 최종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조건식과 예외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권한 · 지시문 · 호출 범위 · 사람의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분명한 규칙은 IF 노드에, 해석이 필요한 부분은 제한된 도구를 가진 AI Agent에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맡깁니다 — 실제 흐름에서는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노드를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질문을 던져 확인하려는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사실을 찾은 답변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받은 사실을 재형식화한 답변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구별하는 것. 실행 기록의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유무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확인한다.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IF 노드의 두 얼굴은?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통과시키는 장치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이면서, 동시에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입력을 막는 통제 지점.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그래서 false 경로를 비워 두지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에이전트의 범용성은 어디서 생기나?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모든 권한을 주는 데서가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도구 안에서 다음 행동을 선택할 수 있게 하는 데서.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규칙과 해석을 함께 씁니다 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자동화와 에이전트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2026-09-02T13:29:05Z</dcterms:created>
  <dcterms:modified xsi:type="dcterms:W3CDTF">2026-09-02T13:29:05Z</dcterms:modified>
</cp:coreProperties>
</file>