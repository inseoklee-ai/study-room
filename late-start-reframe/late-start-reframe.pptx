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늦게 시작한 게 정말 약점일까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코드를 한 줄도 짜지 않습니다 — 대신 관점 하나를 손에 쥡니다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직함은 제각각인데,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첫날의 질문은 비슷합니다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강의실을 둘러보면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의사, 변호사, 마케터, 디자이너, 교사, 기획자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앉아 있습니다. 그런데 머릿속을 스치는 질문은 어디나 비슷합니다.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"코드도 모르는 내가, 지금 이걸 시작해도 되는 걸까."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너무 늦게 시작한 건 아닐까."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강의는 한 가지 가정에서 출발합니다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이 자리에 가져온 것 중에, AI가 대신 만들어내지 못하는 것이 분명히 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한쪽은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첫날의 시선은 대개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'내가 못 하는 것'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먼저 갑니다. 코드, 수식, 익숙하지 않은 용어. 자연스러운 일입니다. 다만 그 시선을 잠깐 돌려보겠습니다.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따라붙을 수 있는 것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문법  몇 달이면 손에 익는다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들여야만 쌓이는 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분야의 감각  익히는 데 몇 년이 걸렸다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 다룰 것은 바로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들여야만 쌓이는 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먼저 생각해보세요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(30초)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찾으려 하지 말고, 종이나 메모장에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직감으로 두 줄만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적어보세요.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648" y="1829943"/>
            <a:ext cx="11027664" cy="462153"/>
          </a:xfrm>
          <a:prstGeom prst="roundRect">
            <a:avLst>
              <a:gd name="adj" fmla="val 178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64008" cy="46215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4621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혹시 이런 생각을 해본 적이 있나요 — </a:t>
            </a:r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너무 늦게 시작한 건 아닐까."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이었나요?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" y="2374392"/>
            <a:ext cx="11027664" cy="462153"/>
          </a:xfrm>
          <a:prstGeom prst="roundRect">
            <a:avLst>
              <a:gd name="adj" fmla="val 178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4392"/>
            <a:ext cx="64008" cy="46215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374392"/>
            <a:ext cx="10707624" cy="4621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분야의 일 중에서,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대신 해주지 못할 것 같은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 한 가지 (AI가 초안은 써줘도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맞는지 틀린지는 내가 판단해야 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일이면 좋습니다)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8284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8284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8284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1번은 안 떠올라도 괜찮습니다.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2번이 잘 안 떠오른다면, 그게 바로 오늘 다룰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한 문장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전부 이 문장을 받치는 근거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늦게 시작한 게 약점일까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쥐고 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시대에 도메인 전문성은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채워야 할 약점이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AI가 대신 만들어내지 못하는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출발점이자 가장 큰 자산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말이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듣기 좋은 격려로만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들린다면 아직 절반만 받아들인 것입니다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이것을 기분 좋은 응원이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구조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보여드립니다 — 왜 그런지 따져보고,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데가 있다면 어디서 틀리는지까지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같이 봅니다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재프레이밍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사실을 다른 틀로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재프레이밍(reframing)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같은 사실을 다른 틀로 다시 보는 것을 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바뀌지 않는 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늦게 시작했다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"는 사실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결핍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보느냐, 아니면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자산을 먼저 쌓은 시간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보느냐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 하는 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틀을 바꾸는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근거 없는 자기 위안이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소단원들의 근거 위에서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짚고 넘어갈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쪽 용어는 처음 나올 때 풀어서 적습니다.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용어는 여러분이 더 잘 아시니 그대로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3335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Generative 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글·이미지·코드처럼 새로운 결과물을 만들어내는 AI. ChatGPT가 대표적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목표만 주면, 거기 도달하기 위한 여러 단계를 스스로 판단해 실행하는 AI. 이 과정 넉 달의 종착지 — 오늘은 이름만 기억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097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3097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3097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지금 여러분의 위치는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두려워할 단계가 아니라, 자기 무기를 점검하는 단계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파이썬 문법과 도메인 감각의 결정적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문법은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달이면 따라붙을 수 있고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도메인 감각은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들여야만 쌓인다.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다루는 건 후자.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재프레이밍이 바꾸는 것과 바꾸지 않는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"늦게 시작했다"는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사실은 바뀌지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바뀌는 건 그것을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결핍으로 보느냐, 다른 자산을 먼저 쌓은 시간으로 보느냐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강의가 핵심 문장을 다루는 방식은?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격려가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구조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 틀린 데가 있으면 어디서 틀리는지까지 본다.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약점이 아니라 출발점 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2026-08-27T22:40:34Z</dcterms:created>
  <dcterms:modified xsi:type="dcterms:W3CDTF">2026-08-27T22:40:34Z</dcterms:modified>
</cp:coreProperties>
</file>