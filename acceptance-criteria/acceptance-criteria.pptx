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하네스 만들기 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조건과 검증 시나리오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테스트 계획을 세웠다는 이유로 PASS를 적지는 않습니다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전에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성공의 증거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정하기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파일을 읽지 않고 답했을 수도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읽기는 했지만 원문에 있는 담당자를 빠뜨렸을 수도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수정도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내용이 바뀌었다는 사실만으로는 충분하지 않습니다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의도한 오류를 고쳤는지 검사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조건(인수 기준)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프로그램을 사용자의 기대에 맞는 결과로 받아들일 수 있는지 판단하는 기준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ACCEPTANCE.md에는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A01~A12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준비되어 있고 각 항목은 PRD의 요구사항과 연결됩니다. 아직 실행하지 않았으므로 상태는 NOT_RUN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테스트 계획을 세웠다는 이유로 PASS를 적지는 않습니다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결과와 실제 결과 구별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우연한 답변을 기대값으로 복사하지 않기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완료 조건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칸으로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나눕니다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기록할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준비한 자료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담당자와 마감이 명시된 작은 가상 회의록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행동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 초안의 담당자와 마감을 찾아 달라고 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기대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파일을 읽고, 수진·금요일을 근거와 함께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후 읽기 기록과 최종 답변을 확인해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38144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우연히 내놓은 답변을 기대값으로 복사하면 잘못된 동작도 통과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하게 만들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문장의 표현까지 고정할 필요는 없습니다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"담당 수진, 마감 금요일"과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뜻이라면 문장이 달라도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됩니다. 반면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담당자를 만들거나 금요일을 행사 날짜로 잘못 해석했다면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내용 기준 미충족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4577715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577715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4577715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아직은 검사 계획을 작성하는 단계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 실행하지 않은 증거 칸은 비워 둡니다. AI가 제시한 검사에 대해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"이것이 통과하면 내가 원한 일이 된다고 말할 수 있는가"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학생이 판단합니다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모의 모델과 실제 모델의 검사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 수 있는 것이 다릅니다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완료 조건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검사가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알려 주는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확인하는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검사만으로 알 수 없는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A02 모의 도구 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인수 검사, 실제 도구 연결, 결과 반환, 종료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모델의 도구 선택 능력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A06 반복하는 모의 응답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합의한 한도에서 멈추는지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모델이 반복할 빈도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A01 실제 모델의 자료 작업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연결과 읽기, 최종 답의 근거 일치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모든 자료에서도 같은 품질인지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054096"/>
            <a:ext cx="11091672" cy="12694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모의 모델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모델 대신 준비한 응답을 순서대로 반환하는 테스트용 구성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요청을 정확히 만들 수 있으므로 결과가 엉뚱한 요청에 붙거나 끝나지 않는 버그를 찾기 좋습니다.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하지만 이 결과를 "실제 모델 연결 성공"으로 기록하지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모델 검사는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인증과 통신, 응답 형식, 도구 실행, 내용 품질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함께 보여 줍니다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읽기는 성공했지만 요약이 틀렸다면 두 사실을 나누어 기록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 A01의 기준이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근거에 맞는 결과까지 포함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성공만으로 항목 전체를 통과시키지 않습니다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변경의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기준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픽스처(fixture)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검사를 반복할 수 있도록 준비한 입력·파일·상태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민감한 실제 프로젝트 대신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결함과 기대 동작을 이해할 수 있는 코드 픽스처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 — "참가자별 비용과 장소 고정 비용을 합한다"는 함수에서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장소비를 인원수만큼 중복 계산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결함.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기대값은 함수의 현재 출력이 아니라 비용 규칙으로 계산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합니다: 2명 × 5,000원 + 장소비 100,000원 =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110,000원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261175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261175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2511171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전 검사에서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의도한 결함이 드러납니다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14675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3215259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321525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3114675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제안한 변경 내용을 확인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18179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81876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81876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718179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합의한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절차 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변경을 적용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321683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" y="4422267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4422267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568" y="4321683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검사를 다시 실행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결과를 확인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925187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" y="5025771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" y="5025771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15568" y="4925187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요청과 무관한 변경이나 테스트의 기대값 조작이 없는지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583555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5583555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5583555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테스트를 통과해도 코드의 모든 입력이 옳다고 증명한 것은 아닙니다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검사하지 않은 경계 조건은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남깁니다.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정답 코드를 넣어 테스트가 통과한 것과, 실제 에이전트가 변경을 찾아 완료한 것도 구분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실행되지 않아야 할 요청 검증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거절 문구만으로 충족되지 않습니다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완료 조건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권한·오류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검사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89890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방법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A04 변경 거절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거절 뒤 파일 내용이 그대로인지 대조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A05 경로 이탈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임시 작업 폴더 밖에 가상 파일을 두고 코드의 검사에서 거절되는지 — 진짜 개인 파일로 시험할 필요는 없고, 모델이 우연히 그 요청을 하지 않았다는 관찰만으로 경로 제한이 구현되었다고 판단하지도 않습니다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A07 오류 상황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인수 오류는 실패를 모델에게 돌려주고 수정 기회를, API 연결 실패는 사용자에게 표시. 재시도를 허용한다면 한도와 조건이 앞서 정한 상태 설계와 맞아야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1680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1680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1680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경우에도 성공한 작업처럼 기록하지 않습니다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선택 범위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NOT_RUN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계획했지만 아직 실행하지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증거가 기대 결과를 충족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FAIL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실행했지만 기대 결과 미충족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DEFERRED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학생이 합의한 선택 범위에 따라 미룸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38144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필수 항목이 어렵다는 이유로 DEFERRED로 바꾸지는 않습니다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원인과 남은 구현을 기록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D07에서 영속 저장을 선택하지 않았다면 A09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D08에서 추가 제공자를 미뤘다면 A10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ID와 함께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미룰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A08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같은 세션 후속 요청은 선택한 대화 유지 범위에 맞게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앱이 실행 중일 때 이어지는 대화와, 종료한 뒤 파일에서 복원하는 대화는 다른 기능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저장하지 않기로 했다면 재시작 후 이어진다고 설명해서는 안 됩니다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시나리오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추가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Given — 준비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어떤 자료와 상태에서 시작하는지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When — 행동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사용자가 무엇을 요청하거나 결정하는지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Then — 관찰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무엇을 확인하면 기대한 동작이라고 볼지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273552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사례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예 — "담당자가 적힌 자료를 준비하고, 할 일 정리를 요청하면,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근거와 담당자를 함께 제시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한다"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사례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예 — "담당자가 없는 자료에서 담당자 확인을 요청하면,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이름을 만들지 않고 미정이라고 표시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한다"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기록 계획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버전, 제공자와 모델, 입력 자료, 도구 실행 결과, 최종 답과의 대조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키와 개인 자료는 증거에 넣지 않습니다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477131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477131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4477131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벤치마크의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A11·A12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로컬 파일 작업 검사가 끝나면 고정 10문항에서 확인합니다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환경 검사나 단위 테스트의 성공을 A11·A12의 실제 모델 평가 증거로 대신하지 않습니다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기대값은 어디서 정하나?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원문이나 요구사항에서 미리.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모델이 우연히 내놓은 답변을 복사하면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동작도 통과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모의 모델 검사로 알 수 없는 것은?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모델의 도구 선택 능력과 반복 빈도.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모의 성공을 "실제 모델 연결 성공"으로 기록하지 않는다.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필수 항목이 어려우면 DEFERRED로 바꿔도 되나?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 된다.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원인과 남은 구현을 기록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 미루기는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D07·D08 같은 결정 ID와 연결될 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확인할지 먼저 ✅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에이전트 하네스 ⑦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2026-09-08T01:39:01Z</dcterms:created>
  <dcterms:modified xsi:type="dcterms:W3CDTF">2026-09-08T01:39:01Z</dcterms:modified>
</cp:coreProperties>
</file>