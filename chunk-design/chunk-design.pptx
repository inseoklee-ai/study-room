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수집과 청크 설계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청크의 경계가 곧 검색의 경계입니다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가능한 자료와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답할 수 있는 자료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소개처럼 보이는 문장을 수집하더라도,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URL과 문단의 맥락이 빠져 있으면 사용자가 출처를 눌렀을 때 돌아갈 곳이 없습니다.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경우에는 해당 문장을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후보에서 제외하고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원문 URL과 섹션을 다시 확인해야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RAG에서 자료를 모은다는 말은 웹페이지를 많이 저장한다는 뜻이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답변의 문장과 연결할 수 있는 공개 근거를 고르는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206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 코퍼스는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범위의 공개 문서로 만든 37개 청크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구성됩니다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120자의 사실 단위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본문만 떼어 두지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URL과 섹션을 함께 보관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단계에서 먼저 물어야 할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120자 기준의 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자료와 청크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질문과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실패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페이지가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답을 포함하는가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답이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시점의 어떤 공개 문서에 근거하는가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3464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너무 크게 자르면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3163824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행사명이나 연도만 있는 페이지를 기계적으로 쪼개면 검색은 돼도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날짜·프로그램·소개처럼 서로 다른 사실이 한 청크에 섞여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 단계에서 엉뚱한 결론을 유도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7356" y="268833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8524" y="283464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너무 잘게 자르면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8524" y="316382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문장마다 잘라 버리면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문맥이 사라져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질문과의 관계를 판단하기 어려워집니다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93192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120자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글자 수가 품질을 보장한다는 뜻이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읽을 수 있는 사실 맥락을 확보하면서도 검색 단위가 지나치게 넓어지지 않게 하는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청크는 본문이 아니라 출처를 가진 레코드입니다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필드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자료와 청크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필드가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대상을 가리키게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청크를 식별하는 고정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MC-001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120자의 사실 단위 본문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모두콘 소개와 행사 사실을 담은 문단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본문을 확인할 공개 원문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모두콘 또는 모두의연구소 공개 페이지 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안의 맥락 또는 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 본행사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vector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본문을 임베딩한 검색용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768차원 임베딩 배열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22192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필드가 함께 있어야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순위, 화면의 출처 칩, 생성 프롬프트, 오류 조사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대상을 가리킬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vector만 보고 자료를 고르면 안 됩니다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숫자 배열은 빠른 비교를 돕지만, 사용자가 확인할 수 있는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 인용된 본문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벡터와 질의 벡터는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모델과 같은 공간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하며,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384차원과 768차원 경로를 혼재시키면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배열이 존재해도 비교 계약은 성립하지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37청크의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먼저 명시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모두콘의 37청크는 임의로 수집한 글 모음이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먼저 정한 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안에서 사실 단위로 나눈 결과입니다.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본행사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2018~2024 역대 행사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모두의연구소 소개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ID는 MC-001부터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연속적으로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부여하며, 새 자료를 추가할 때도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ID가 가리키는 원문을 바꾸지 않는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편이 검색 결과와 인용 기록을 비교하기 쉽습니다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section에 어느 행사인지 남기면 "역대 모두콘"처럼 넓은 질문에는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연도의 근거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를, 특정 연도 질문에는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맥락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우선 점검할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연도에 동일한 개수를 억지로 배분하지 않습니다.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자료가 부족한 연도는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부족하다는 사실을 남겨야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27710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7710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27710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37은 현재 구현에서 확인된 코퍼스 규모이지, 모든 도메인이 따라야 할 목표 수가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문서 수가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청크의 URL·본문·경계 이유를 검토할 수 있는가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기준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자를 때 확인할 세 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사실 · 단독 가독성 · 원문 충실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자료와 청크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통과했는지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청크에는 하나의 중심 사실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둡니다. 원문에 인접해 있더라도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질문자가 어느 사실을 물을지와 인용할 URL·섹션이 달라진다면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별도 청크 후보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단독으로 읽어도 주어와 맥락이 충분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한지 확인합니다.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행사는"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앞 문단을 알아야 이해되는 문장을 떼어 내면, 임베딩과 BM25는 일부 단어를 잡더라도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모델은 대상을 추측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표현을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요약하거나 정리했을 때는 URL과 섹션을 더 엄격하게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확인합니다. 원문이 말하지 않은 연결이나 평가를 덧붙이면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있어도 환각을 감추는 재료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청크 설계는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모델의 기억을 늘리는 작업이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재현 가능한 단위로 보관하는 작업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— 자기 도메인에서 8~15청크 모으기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코퍼스에서도 검색 경계가 생깁니다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자료와 청크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모읍니다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원문 후보를 찾고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URL과 페이지의 주제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기록합니다.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로그인이나 권한을 요구하는 자료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브라우저 정적 앱에서 재현 가능한 근거가 되기 어려우므로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자료 후보와 구분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자료를 읽어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120자 이상의 독립된 사실 단위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나누고, 임시 ID를 일정한 규칙으로 부여합니다 (MC는 예시 접두어 — 다른 접두어를 써도 되지만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코퍼스 안에서 규칙을 바꾸지 않습니다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8~15개가 모이면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text, url, section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채우고,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text만 읽어도 질문과 관계를 판단할 수 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교차 검토합니다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아직 vector가 없어도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URL이 없는 행, 두 주제가 섞인 행, 너무 짧아 맥락을 잃은 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찾아낼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질문으로 맡깁니다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공개 자료 기반 RAG 코퍼스의 수집 보조자입니다.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도메인: 모두콘 안내 챗봇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자료 범위: 2025 본행사, 2018~2024 역대 행사, 모두의연구소 소개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공개 자료 후보: [확인할 URL 목록]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원칙으로 8~15개 청크 초안을 제안합니다.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각 청크는 최소 120자의 독립된 사실 단위로 제안합니다.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id, text, url, section 필드를 모두 제시합니다.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URL을 실제로 확인하지 못했으면 추정하지 말고 [검증 필요]로 표시합니다.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한 청크에 서로 다른 행사 연도나 무관한 주제를 섞지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원문에 없는 평가, 날짜, 수치, 관계를 보태지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마지막에 중복 가능 청크와 사람이 원문으로 확인할 항목을 목록으로 정리합니다.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핵심입니다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링크가 나중에 검색과 출처 표시를 동시에 오염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시키는 일을 막습니다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모두콘이 37청크에 도달한 과정처럼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본행사 자료만 모은 뒤 역대 회차와 주관 소개를 덧붙이는 확장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자기 도메인에서도 반복해 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청크가 늘어나면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질문의 상위 검색 결과가 어떻게 바뀌는지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두면, 코퍼스 성장이 검색 품질에 미치는 영향을 관찰할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지나면 문서가 낡으므로,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주기로 출처·청크·임베딩을 다시 점검할지 정하는 재수집 루프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PRD 항목으로 남겨 두는 것도 설계의 범위입니다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청크의 경계가 곧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검색의 경계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URL이 빠진 청크가 문제인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 점수가 높아도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검증할 수 없다.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출처를 눌렀을 때 돌아갈 곳이 없으므로 검색 후보에서 제외하고 URL·섹션을 다시 확인한다.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최소 120자 기준의 진짜 의미는?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글자 수가 품질을 보장한다는 뜻이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읽을 수 있는 맥락을 확보하면서 검색 단위가 넓어지지 않게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출발점. 채우려고 주변 사실을 덧붙이면 안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"37청크"를 목표 수로 삼으면 안 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37은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구현에서 확인된 규모일 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 기준은 문서 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청크의 URL·본문·경계 이유를 검토할 수 있는가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에이전트에게 수집을 맡길 때 반드시 넣을 지시는?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확인하지 못한 URL은 추정하지 말고 [검증 필요]로 표시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것. 그럴듯한 링크는 검색과 출처 표시를 동시에 오염시킨다.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단위 · 출처 · 경계 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2026-08-27T22:58:50Z</dcterms:created>
  <dcterms:modified xsi:type="dcterms:W3CDTF">2026-08-27T22:58:50Z</dcterms:modified>
</cp:coreProperties>
</file>