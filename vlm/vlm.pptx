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C4D4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19456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CFE0D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단원 4 · AI는 문서와 사진에서 무엇을 꺼낼까 (4)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265176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이미지와 언어를 함께 보는 모델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31520" y="42976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VLM · 열린 질문, 고정된 출력 · 형식과 내용은 다르다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🗺️ 오늘의 흐름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VLM이란 — 이미지 단서와 언어 요구를 함께 해석하는 모델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그림을 언어 모델이 다룰 표현으로 — 패치·비전 인코더·연결 모듈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전용 VLM은 무엇을 더 보나 (PaddleOCR-VL)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말로 답한다 = 틀려도 말이 될 수 있다 → 외부 정거장을 만든다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🎯 한 줄: 질문의 의미 범위는 열려 있어도 답은 문장·Markdown·JSON으로 고정할 수 있습니다. 단 형식을 지켰다 ≠ 내용이 맞다.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🤔 두 질문에 공통으로 필요한 것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"갑이 누구입니까"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문서엔 "갑" 대신 "발주자". 글자 인식만으론 부족, 계약 문맥 해석 필요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"위험해 보이는 곳?"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적재물·열린 배전반·물기… 후보 목록을 질문 전에 못 정함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❖ 필요한 건 출력 형식의 자유가 아니라 이미지 단서 + 언어 요구를 함께 해석하는 능력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이런 모델이 VLM(Vision-Language Model, 시각-언어 모델). 답은 문장·Markdown·JSON으로 요구 가능 — 단 형식 준수와 내용 정확은 별개.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그림을 언어 모델이 다룰 표현으로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패치 · 비전 인코더 · 연결 모듈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539496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시각을 언어 옆에 놓기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🔗 이미지 특징을 언어에 연결하는 세 방식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이미지의 작은 영역 = 패치, 패치에서 특징을 만드는 신경망 = 비전 인코더. 연결 방식은 한 가지가 아닙니다.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⚠️ "모든 VLM이 한 줄에 넣어 동일한 self-attention으로 처리한다"는 지나친 일반화. 공통점은 시각 특징과 언어 요구가 모델 내부에서 정보를 주고받는다는 것뿐.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91672" cy="2697480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6743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방식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시각 정보가 언어와 만나는 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DE4"/>
                    </a:solidFill>
                  </a:tcPr>
                </a:tc>
              </a:tr>
              <a:tr h="6743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Projector·concat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이미지 특징을 언어 토큰 크기로 바꿔 같은 입력 줄에 붙임 (단순·널리 쓰임)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43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Cross-attention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언어 토큰이 별도 이미지 특징을 필요한 순간에 참고 (두 흐름 분리)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43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Q-Former 다리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6B6357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소수의 학습된 질의가 이미지에서 필요한 특징만 뽑아 전달 (압축 다리)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A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🧩 이미지를 언어 모델이 쓸 수 있는 정보로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▪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[그림] 문서·사진픽셀→ 비전 인코더시각 특징→ 연결 모듈projector · cross-attention · Q-Former 등→ 언어 모델질문과 함께 해석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🔑 구현마다 연결 방식은 달라도 시각 단서와 언어 요구를 함께 사용한다는 목적은 같습니다.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전용 VLM은 무엇을 더 보려 하는가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순서 · 표 셀 · 수식 · 차트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539496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PaddleOCR-VL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📑 범용 vs 문서 전용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범용 VLM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사진·도표·화면·문서를 폭넓게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문서 전용 VLM</a:t>
            </a:r>
            <a:endParaRPr lang="en-US" sz="1400" dirty="0"/>
          </a:p>
          <a:p>
            <a:pPr lvl="1"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순서·제목/본문·표 셀·수식·차트에 학습·출력 집중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PaddleOCR-VL — 문서 파싱용 VLM 계열. 초기 0.9B는 NaViT 동적 해상도 비전 인코더 + ERNIE 언어 모델 → 텍스트·표·수식·차트를 Markdown/구조화로 복원. 실제론 레이아웃 분석 + VLM 인식을 함께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🔑 "기존 OCR보다 무조건 우수한 하나의 모델"이 아님 — 좌표 대량 문자 인식엔 전용 OCR이 더 단순·빠르고, 복잡한 표·수식 읽기 순서 보존엔 문서 VLM이 유리. 그래서 같은 페이지를 두 방식으로 돌려 차이를 직접 봐야.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말로 답한다 = 틀려도 말이 될 수 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환각 · 좌표 대조 · 재현성 ≠ 정확성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539496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생성형의 특성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🌀 환각 · 좌표 · 재현성 ≠ 정확성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환각 — 잘 안 보이는 자리에서 멈추지 않고 문맥상 그럴듯한 값을 채움 → 원문에 없는 내용이 자연스럽게 섞임(따로 확인)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좌표 — OCR은 검출 영역·인식 문자열에 묶여 오류 위치를 되짚기 쉬움. VLM도 상자 출력은 되지만 필드마다 일관된 근거 좌표가 기본 보장은 아님 → 좌표 받았다고 믿지 말고 원문과 대조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재현성 ≠ 정확성 — 같은 오답을 두 번 낼 수 있음. 반복 실행 비교는 흔들리는 필드를 찾는 도구일 뿐 정답 검증을 대신하지 않음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🔑 "형식을 지켰다"와 "내용이 맞다"가 다르듯, "같은 답이 나온다"와 "맞는 답이다"도 다릅니다.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75504" y="1828800"/>
            <a:ext cx="1828800" cy="1828800"/>
          </a:xfrm>
          <a:prstGeom prst="roundRect">
            <a:avLst>
              <a:gd name="adj" fmla="val 15000"/>
            </a:avLst>
          </a:prstGeom>
          <a:solidFill>
            <a:srgbClr val="3F6B5F"/>
          </a:solidFill>
          <a:ln/>
        </p:spPr>
      </p:sp>
      <p:sp>
        <p:nvSpPr>
          <p:cNvPr id="3" name="Text 1"/>
          <p:cNvSpPr/>
          <p:nvPr/>
        </p:nvSpPr>
        <p:spPr>
          <a:xfrm>
            <a:off x="5175504" y="1828800"/>
            <a:ext cx="18288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914400" y="393192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 정거장이 밖에서 안 보일 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635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외부에 새 정거장을 만든다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539496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8A1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절차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🛠️ 외부에 만드는 다섯 정거장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원본 페이지와 해시를 보존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요약·추정·보정을 금지, 판독 불가는 [UNCLEAR]로 표시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페이지별 원시 결과와 정규화 결과를 둘 다 저장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사람이 미리 적은 확인점과 대조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실행일·모델·버전·프롬프트·데이터 전송 위치를 기록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3F6B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🔑 뒤 실습은 모델 순위를 정하는 대회가 아니라, 서로 다른 도구에 이 외부 정거장을 붙여 보는 과정입니다.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📌 이것만은 꼭 — 핵심 6문장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VLM = 이미지 단서와 언어 요구를 함께 해석. 열린 질문도 다룸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답은 문장·Markdown·JSON으로 고정 가능 — 단 형식 준수 ≠ 내용 정확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구조: 픽셀 → 비전 인코더 → 연결 모듈(projector/cross-attn/Q-Former) → 언어 모델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문서 전용 VLM(PaddleOCR-VL)은 구조·읽기 순서에 강점 — OCR과 우열이 아니라 용도 차이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생성형은 환각·좌표 근거 불확실·재현성 ≠ 정확성 → 원문 대조 필수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 내부가 안 보이니 외부 정거장 5단계(원본 보존·[UNCLEAR]·원시+정규화·확인점·기록)를 붙인다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이해도 확인 질문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Q1. VLM이 하는 일을 한 문장으로? "출력 형식의 자유"가 핵심이 아닌 이유는?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Q2. 이미지를 언어 모델에 연결하는 세 방식과 그 공통점은?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Q3. 문서 전용 VLM은 무엇에 집중하나? OCR과 우열 관계인가?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Q4. "말로 답한다 = 틀려도 말이 된다"는 무슨 뜻? 재현성과 정확성은 어떻게 다른가?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Q5. VLM에 외부 정거장이 필요한 이유와, 그 다섯 단계는?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✅ 정답 &amp; 해설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325880"/>
            <a:ext cx="11091672" cy="5074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A1. 이미지 단서와 언어로 표현된 요구를 함께 해석하는 것. 형식은 JSON 등으로 고정할 수 있으니, 핵심은 형식 자유가 아니라 시각+언어 공동 해석이다.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A2. Projector·concat / Cross-attention / Q-Former 다리. 공통점 = 시각 특징과 언어 요구가 모델 내부에서 정보를 주고받는다.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A3. 읽는 순서·제목/본문·표 셀·수식·차트에 집중. 우열이 아니라 용도 차이 — 좌표 대량 인식은 OCR, 복잡한 표·순서는 문서 VLM.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A4. 생성형은 안 보이는 자리도 그럴듯하게 채워 환각이 섞임. 재현성(같은 답이 나옴)은 안정성일 뿐, 정확성(원문에 맞음)과 별개 — 같은 오답도 두 번 나온다.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A272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A5. 내부 단계가 API 결과만으론 안 보여 오류 종류를 분리 못 하므로. ①원본+해시 ②[UNCLEAR]·보정 금지 ③원시+정규화 ④확인점 대조 ⑤실행 기록.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C4D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C4D4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65176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수고하셨습니다 🙌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429768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4EDE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검증은 밖에서 설계한다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5943600"/>
            <a:ext cx="10698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DBAA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study-room · AIFFEL 학습 정리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2026-07-29T08:24:53Z</dcterms:created>
  <dcterms:modified xsi:type="dcterms:W3CDTF">2026-07-29T08:24:53Z</dcterms:modified>
</cp:coreProperties>
</file>