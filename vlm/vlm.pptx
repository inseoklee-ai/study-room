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4 · AI는 문서와 사진에서 무엇을 꺼낼까 (4)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이미지와 언어를 함께 보는 모델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· 열린 질문, 고정된 출력 · 형식과 내용은 다르다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흐름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이란 — 이미지 단서와 언어 요구를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해석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모델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그림을 언어 모델이 다룰 표현으로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패치·비전 인코더·연결 모듈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전용 VLM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무엇을 더 보나 (PaddleOCR-VL)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답한다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틀려도 말이 될 수 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외부 정거장을 만든다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줄: 질문의 의미 범위는 열려 있어도 답은 문장·Markdown·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고정할 수 있습니다. 단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형식을 지켰다 ≠ 내용이 맞다.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두 질문에 공통으로 필요한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"갑이 누구입니까"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문서엔 "갑" 대신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"발주자"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글자 인식만으론 부족,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문맥 해석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"위험해 보이는 곳?"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적재물·열린 배전반·물기…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목록을 질문 전에 못 정함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865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건 출력 형식의 자유가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단서 + 언어 요구를 함께 해석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능력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4472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4472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모델이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(Vision-Language Model, 시각-언어 모델). 답은 문장·Markdown·JSON으로 요구 가능 — 단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준수와 내용 정확은 별개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그림을 언어 모델이 다룰 표현으로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패치 · 비전 인코더 · 연결 모듈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시각을 언어 옆에 놓기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이미지 특징을 언어에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연결하는 세 방식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이미지의 작은 영역 =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패치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패치에서 특징을 만드는 신경망 =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인코더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연결 방식은 한 가지가 아닙니다.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 정보가 언어와 만나는 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Projector·concat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특징을 언어 토큰 크기로 바꿔 같은 입력 줄에 붙임 (단순·널리 쓰임)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Cross-attention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 토큰이 별도 이미지 특징을 필요한 순간에 참고 (두 흐름 분리)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Q-Former 다리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소수의 학습된 질의가 이미지에서 필요한 특징만 뽑아 전달 (압축 다리)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51243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51243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51243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"모든 VLM이 한 줄에 넣어 동일한 self-attention으로 처리한다"는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지나친 일반화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공통점은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 특징과 언어 요구가 모델 내부에서 정보를 주고받는다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것뿐.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이미지를 언어 모델이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수 있는 정보로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문서·사진픽셀→ 비전 인코더시각 특징→ 연결 모듈projector · cross-attention · Q-Former 등→ 언어 모델질문과 함께 해석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237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237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5237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구현마다 연결 방식은 달라도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 단서와 언어 요구를 함께 사용한다는 목적은 같습니다.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전용 VLM은 무엇을 더 보려 하는가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 · 표 셀 · 수식 · 차트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📑 범용 vs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전용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VLM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사진·도표·화면·문서를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폭넓게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전용 VLM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순서·제목/본문·표 셀·수식·차트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학습·출력 집중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문서 파싱용 VLM 계열. 초기 0.9B는 NaViT 동적 해상도 비전 인코더 + ERNIE 언어 모델 → 텍스트·표·수식·차트를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Markdown/구조화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복원. 실제론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분석 + VLM 인식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18592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18592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18592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"기존 OCR보다 무조건 우수한 하나의 모델"이 아님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 대량 문자 인식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 전용 OCR이 더 단순·빠르고,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표·수식 읽기 순서 보존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 문서 VLM이 유리. 그래서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페이지를 두 방식으로 돌려 차이를 직접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봐야.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답한다 = 틀려도 말이 될 수 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· 좌표 대조 · 재현성 ≠ 정확성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생성형의 특성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🌀 환각 · 좌표 ·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 ≠ 정확성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잘 안 보이는 자리에서 멈추지 않고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문맥상 그럴듯한 값을 채움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원문에 없는 내용이 자연스럽게 섞임(따로 확인)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OCR은 검출 영역·인식 문자열에 묶여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위치를 되짚기 쉬움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VLM도 상자 출력은 되지만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필드마다 일관된 근거 좌표가 기본 보장은 아님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좌표 받았다고 믿지 말고 원문과 대조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 ≠ 정확성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오답을 두 번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낼 수 있음. 반복 실행 비교는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흔들리는 필드를 찾는 도구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뿐 정답 검증을 대신하지 않음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514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8514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"형식을 지켰다"와 "내용이 맞다"가 다르듯, "같은 답이 나온다"와 "맞는 답이다"도 다릅니다.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정거장이 밖에서 안 보일 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외부에 새 정거장을 만든다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절차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 외부에 만드는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정거장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페이지와 해시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보존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요약·추정·보정을 금지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판독 불가는 [UNCLEAR]로 표시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원시 결과와 정규화 결과를 둘 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미리 적은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확인점과 대조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실행일·모델·버전·프롬프트·데이터 전송 위치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기록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4439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4439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44439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뒤 실습은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순위를 정하는 대회가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서로 다른 도구에 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정거장을 붙여 보는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과정입니다.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6문장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06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06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이미지 단서와 언어 요구를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해석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열린 질문도 다룸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2056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11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11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2056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답은 문장·Markdown·JSON으로 고정 가능 — 단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준수 ≠ 내용 정확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2512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15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15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2512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구조: 픽셀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인코더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모듈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(projector/cross-attn/Q-Former) → 언어 모델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720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720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72968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전용 VLM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(PaddleOCR-VL)은 구조·읽기 순서에 강점 — OCR과 우열이 아니라 용도 차이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73424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724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724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73424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·좌표 근거 불확실·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 ≠ 정확성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원문 대조 필수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7388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472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472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37388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내부가 안 보이니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정거장 5단계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(원본 보존·[UNCLEAR]·원시+정규화·확인점·기록)를 붙인다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하는 일을 한 문장으로? "출력 형식의 자유"가 핵심이 아닌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이미지를 언어 모델에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연결하는 세 방식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그 공통점은?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전용 VLM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무엇에 집중하나? OCR과 우열 관계인가?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"말로 답한다 = 틀려도 말이 된다"는 무슨 뜻?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재현성과 정확성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어떻게 다른가?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VLM에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정거장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필요한 이유와, 그 다섯 단계는?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이미지 단서와 언어로 표현된 요구를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해석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것. 형식은 JSON 등으로 고정할 수 있으니, 핵심은 형식 자유가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시각+언어 공동 해석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Projector·concat / Cross-attention / Q-Former 다리. 공통점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 특징과 언어 요구가 모델 내부에서 정보를 주고받는다.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읽는 순서·제목/본문·표 셀·수식·차트에 집중.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우열이 아니라 용도 차이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좌표 대량 인식은 OCR, 복잡한 표·순서는 문서 VLM.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생성형은 안 보이는 자리도 그럴듯하게 채워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섞임.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(같은 답이 나옴)은 안정성일 뿐,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(원문에 맞음)과 별개 — 같은 오답도 두 번 나온다.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내부 단계가 API 결과만으론 안 보여 오류 종류를 분리 못 하므로. ①원본+해시 ②[UNCLEAR]·보정 금지 ③원시+정규화 ④확인점 대조 ⑤실행 기록.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 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검증은 밖에서 설계한다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2026-07-31T05:46:52Z</dcterms:created>
  <dcterms:modified xsi:type="dcterms:W3CDTF">2026-07-31T05:46:52Z</dcterms:modified>
</cp:coreProperties>
</file>