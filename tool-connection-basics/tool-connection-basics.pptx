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도구 연결 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에이전트와 도구 연결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설명은 조회 기능의 사용법입니다 — 업무 기록 자체가 아닙니다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빠진 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보고서를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좋게 구성하고 문장을 다듬는 데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익숙합니다. 그런데 빠진 것이 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9943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팀에서 이번 주에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무슨 일이 있었는지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890647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어떤 기능을 만들었는지, 배포까지 끝났는지, 다른 팀의 답변을 기다리고 있는지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요청 문장만으로 알 수 없습니다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자료는 실제 회사 기록이 아닌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제품팀의 업무 기록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첫째 주와 둘째 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준비되어 있습니다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기록을 전달하는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장면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붙여 넣기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기록이 몇 줄이고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번만 정리하면 된다면 충분히 좋은 방법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🔁 반복될 때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표나 여러 프로젝트에 나뉘어 있다면 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자료를 모으는 작업부터 반복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하게 됩니다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3865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865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중요한 변화는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더 그럴듯한 문장을 쓰게 되었다는 것이 아니라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밖의 자료를 실제로 가져오는 동작이 생겼다는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실행할 기능과 모델에게 줄 설명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저장했다고 알려지지는 않습니다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도구 연결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도구(tool)의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안내 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제공할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모델이 활용하는 정보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get_weekly_records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어떤 기능을 요청할지 구별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지정한 주의 가상 제품팀 업무 기록을 읽습니다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기능이 필요한지 판단하는 데 사용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week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어떤 주를 조회할지 값을 채움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형식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글자로 된 값이며 반드시 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값의 모양과 필수 항목을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준비된 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week-one · week-two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조회할 수 있는 자료의 범위를 이해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2219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82219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82219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📖 입력 항목과 형식을 정한 규칙이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스키마(input schema)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기능을 실행하려면 어떤 값을 어떤 모양으로 제출해야 하는지 적은 규칙"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형식을 지키는 일과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올바른 주를 고르는 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week-two는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형식에 맞는 값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이지만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첫째 주를 물었는데 이 값을 넣었다면 다른 자료를 읽게 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나중에는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"호출이 실행됐는가"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함께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"어떤 입력으로 실행됐는가"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확인합니다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34946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도구의 설명은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기능의 사용법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 업무 기록 자체가 들어 있는 것은 아닙니다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29565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29565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29565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"기록을 읽을 수 있다"는 안내만 받은 상태에서는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TASK-102의 개발이 끝났는지 아직 알 수 없습니다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내용은 조회 후에 도착합니다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모델의 요청이 만들어지는 지점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생성과 실행의 경계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도구 연결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응답은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문장일 수도, 호출 요청일 수도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235708"/>
          </a:xfrm>
          <a:prstGeom prst="roundRect">
            <a:avLst>
              <a:gd name="adj" fmla="val 2045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23570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0528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모델에게 전달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사용자 요청: 첫째 주 기록을 읽고 진행 상황을 알려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도구 안내: get_weekly_records는 지정한 주의 업무 기록을 읽음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필요한 입력: week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준비된 값: week-one, week-two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모델이 생성한 호출 요청의 예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사용할 도구: get_weekly_records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이번 입력: week = week-one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753612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'구조화'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란 프로그램이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이름과 입력을 구별해 읽을 수 있도록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정해진 항목으로 표현한다는 뜻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개발자가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사용자 문장에서 '첫째 주'를 찾아 week-one으로 바꾸는 조건문을 작성해야만 하는 것은 아닙니다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461695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461695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461695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여기까지는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도구를 이 값으로 실행해 달라"는 요청이 만들어진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업무 기록을 읽은 결과는 없고, Python 함수가 모델 안에서 실행된 것도 아닙니다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출력에서 호출을 읽어 내는 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 · 파서 · API · 어댑터 · MCP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도구 연결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 템플릿과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📥 채팅 템플릿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학습한 형식에 맞추어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입력을 준비하는 쪽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규칙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📤 파서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생성된 출력을 읽는 쪽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규칙 — 호출 구간을 찾고 그 안의 도구명과 입력을 추출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386584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모델에 따라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특별한 시작·종료 표시로 감싸거나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항목 이름과 값을 짝지어 적는 형식으로 표현합니다 — 예: {"week":"week-one"}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제공자(provider)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세부 모델에 따라 달라질 수 있지만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"제공자마다 반드시 고유한 파서가 하나씩 있다"는 뜻은 아닙니다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vLLM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에서는 자동 도구 선택 시 --tool-call-parser로 파서를 지정합니다. 공식 문서는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Qwen2.5에 hermes, Qwen3-Coder에 qwen3_xml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안내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계열이라도 세부 모델에 따라 달라지는 사례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첫째 주 조회에서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층이 맡는 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다루는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맡는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모델의 출력 표현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호출 표시와 입력 표현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도구와 week-one을 선택해 표현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서빙 쪽 파서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모델의 표현 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도구명과 입력을 읽어 서비스의 호출 구조로 정리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제공자 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앱에 공개된 응답 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Claude의 tool_use처럼 앱이 읽을 수 있는 호출 전달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앱의 연결 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제공자별 응답과 실제 도구의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호출을 읽고 조회 도구로 보낼 요청을 준비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MCP 메시지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앱과 도구 제공 프로그램 사이의 공통 형식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tools/call에 name과 arguments를 담아 보냄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2219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82219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82219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MCP는 모델 출력의 특수 표시를 읽는 파서가 아닙니다.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제공자 API의 호출 항목과 MCP 호출 메시지는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실행 의도를 전달하더라도 서로 구분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나눕니다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파싱 성공  도구명·입력을 읽음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성공  조회 프로그램이 처리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의미가 맞는 호출  원한 주와 도구를 고름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61518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261518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첫째 주를 부탁했는데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week-two를 출력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했다면  파싱과 실행이 모두 성공해도 사용자 요청에는 맞지 않습니다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8640" y="3675888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파서는 모델이 고른 입력을 읽는 역할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이며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선택이 사용자의 의도와 맞는지까지 보장하지는 않습니다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결과가 답변이 되기까지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TASK-102의 여덟 걸음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도구 연결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요청에서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답변까지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011680"/>
          </a:xfrm>
          <a:prstGeom prst="roundRect">
            <a:avLst>
              <a:gd name="adj" fmla="val 227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01168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사용자 ──1. 첫째 주 상황 요청──▶ AI 앱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앱 ──2. 요청 + 도구 설명──▶ 모델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모델 ──3. 도구 호출 요청(도구와 입력 선택)──▶ AI 앱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앱 ──4. 조회 실행 요청 (week = "week-one")──▶ 조회 프로그램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조회 프로그램 ──5. 첫째 주 기록 반환──▶ AI 앱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앱 ──6. 도구 결과 전달──▶ 모델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모델 ──7. 기록에 근거한 답변──▶ AI 앱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앱 ──8. 답변 표시──▶ 사용자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결과와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평가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기록된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TASK-102 · 로그인 안내 문구 개선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 / 기록된 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지우 / 개발 완료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 / 배포일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2026-09-07 / 기록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미실시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작성은 끝났으며 다음 배포를 기다린다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2219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82219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82219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프로그램이 모델에게 전달하는 것은 이런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결과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"팀 전체 업무가 모두 순조롭다"는 최종 평가가 아닙니다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4517136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예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"로그인 안내 문구 개선은 코드 작성이 끝났고 다음 배포를 기다리고 있습니다. 담당자는 지우이며, 기한은 9월 7일입니다."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문장의 '다음 배포를 기다린다'는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설명이 아니라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반환된 업무 메모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왔습니다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기록에서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읽을 단서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어느 단계인가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"첫째 주 기록을 읽겠습니다."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말한 계획일 수 있습니다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"get_weekly_records에 week-one을 전달했습니다."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기록에서 도구명과 입력을 확인할 때 실행 요청의 근거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"TASK-102의 메모에는 다음 배포를 기다린다고 적혀 있습니다."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반환된 자료와 맞춰 보아야 할 답변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AI의 문장만 읽고 끝내지 않고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도구명 · 입력 · 반환된 기록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함께 살펴봅니다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749040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대화에 주 정보가 없는데 "진행 상황을 알려 줘"라고만 하면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주의 기록이 필요한지 먼저 확인하는 답변이 적절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있습니다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도구 설명에 들어 있는 것과 들어 있지 않은 것은?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들어 있는 것은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기능의 사용법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들어 있지 않은 것은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기록 자체.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실제 내용은 조회 후에 도착한다.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 가지 성공은?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파싱 성공(도구명·입력을 읽음) · 실행 성공(프로그램이 처리) · 의미가 맞는 호출(원한 주를 고름).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앞의 둘이 성공해도 셋째는 틀릴 수 있다.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MCP는 모델 출력의 파서인가?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아니다. tools/call은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제공 프로그램에 실행을 요청하는 메시지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이며, 제공자 API의 호출 항목과 구분해야 한다.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밖의 자료를 가져옵니다 🔌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에이전트와 도구 연결 ①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2026-09-07T05:55:13Z</dcterms:created>
  <dcterms:modified xsi:type="dcterms:W3CDTF">2026-09-07T05:55:13Z</dcterms:modified>
</cp:coreProperties>
</file>