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5 · 에이전트 시스템 마스터 · 도구 연결 ⑩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완성한 업무 방식을 Skill로 남기기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한 줄과 그 결과를 만든 규칙을 구별하는 것이 출발점입니다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금요일에도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지식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첫째 주 TASK-102는 배포 전이어서 진행으로 분류했습니다.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주에도 같은 업무가 진행일까요? 기록이 바뀌면 판정도 바뀔 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'개발 완료만으로 우리 팀의 완료 성과에 넣지 않는다'는 기준은 다음 주에도 필요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대화에는 팀 규칙과 첫 보고서가 이미 있습니다.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그러나 다음 금요일 새 대화에서도 같은 자료가 자동으로 전달되는 것은 아닙니다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필요한 지식을 파일로 남겨 두면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지원하는 앱이 해당 Skill을 발견하고 작업에 필요한 내용을 읽을 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있습니다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모델을 다시 학습시키는 것이 아니라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작업할 때 참고할 지식을 준비하는 것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기록과 규칙 구분하기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주차나 ID를 바꿔도 뜻이 유지되는가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94860" y="5486400"/>
            <a:ext cx="299923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94860" y="5486400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⑩ Skill로 남기기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남기려는 내용과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 곳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485644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4142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남기려는 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둘 곳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판단 이유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142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완료만으로 완료 성과에 넣지 않는다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팀 규칙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주의 업무에도 적용할 기준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42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보고서의 기준일은 입력의 report_date다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팀 규칙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과거 기록을 오늘 다시 처리해도 같은 기준일을 써야 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42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첫째 주 TASK-102는 진행이다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첫째 주 보고서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특정 기록의 결과 — 다음 주 기록을 읽기 전에 답을 고정하면 안 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42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주차를 알아낼 수 없으면 확인한다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Skill 작업 지침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입력이 달라져도 필요한 행동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42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꼼꼼하고 완벽하게 작성한다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대개 생략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분류 기준이나 자료 위치를 추가하지 않음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003548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4003548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4003548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'완료'의 뜻, 날짜를 비교할 시점, 위험을 먼저 확인하는 순서는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가상 제품팀의 약속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회사에서 쓸 수 있는 보편 규칙처럼 바꾸기보다 어느 팀의 어떤 업무에 쓰는 지식인지 분명히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남기는 편이 재사용하기 좋습니다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초안 작성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667512"/>
          </a:xfrm>
          <a:prstGeom prst="roundRect">
            <a:avLst>
              <a:gd name="adj" fmla="val 6849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66751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4846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방금 사용한 보고 방식을 다음 주에도 쓸 수 있게 스킬로 만들어 줘.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이번 주 기록과 팀 규칙은 구분해 줘.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185416"/>
            <a:ext cx="11091672" cy="167373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대화라면 앞서 만든 보고서와 team-rules.md를 함께 제공하면 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요청에 파일 문법과 분류 정답을 모두 적을 필요는 없습니다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대신 초안을 읽으며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재사용할 지식으로 골랐는지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주 ID별 정답이 본문에 고정되어 있다면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규칙과 예시를 구별하도록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다시 요청해 볼 수 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skill-creator도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 파악 → 초안 작성 → 실제 요청으로 실행 → 결과를 보고 개선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과정을 다룹니다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파일이 생성됐다는 사실 다음에 확인할 것은 그 파일이 우리 작업에 필요한 지식을 잘 담았는지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 예제의 문장 읽기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문장이 작업에서 맡는 역할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94860" y="5486400"/>
            <a:ext cx="299923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94860" y="5486400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⑩ Skill로 남기기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SKILL.md 본문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앞부분과 범위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3579876"/>
          </a:xfrm>
          <a:prstGeom prst="roundRect">
            <a:avLst>
              <a:gd name="adj" fmla="val 1277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3579876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33969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team-weekly-report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가상 제품팀의 업무 기록을 팀 기준에 맞는 주간 진행 보고서로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작성한다. 주간 업무 보고, 이번 주 진행 상황 정리, 팀 보고서 갱신 요청에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사용한다. 단순 기록 조회나 일반 문장 요약에는 적용하지 않는다.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팀 주간 진행 보고서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입력은 한 주의 업무 기록이다. 결과는 팀의 완료 기준과 위험 분류를 적용한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Markdown 보고서다. 상태 이름만 보고 완료 여부를 결정하지 않는다.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보고서를 작성할 때 팀 규칙을 읽는다. 이 문서에 데이터 필드, 분류 우선순위,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기한 계산, 보고서 형식이 있다. 현재 팀 규칙을 새로 추측하거나 일반적인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프로젝트 관리 기준으로 바꾸지 않는다.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SKILL.md 본문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자료·판단·산출물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2907792"/>
          </a:xfrm>
          <a:prstGeom prst="roundRect">
            <a:avLst>
              <a:gd name="adj" fmla="val 1572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29077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2724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사용자가 준 JSON이나 파일이 있으면 그것을 사용한다. 연결된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get_weekly_records로 조회해도 된다. MCP 연결은 필수가 아니며, 보고서를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쓰기 위해 새 서버 설치나 계정 인증을 시작할 필요는 없다. 대상 주차를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알 수 없으면 주차를 확인한다.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입력의 report_date를 기준으로 각 기록을 한 번씩 분류한다. 보고서에는 업무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ID와 판정의 근거가 된 필드를 남긴다. 팀 규칙으로 판정할 수 없거나 기록이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충돌하면 위험 항목으로 분리하고 확인이 필요한 사실을 적는다.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보고서를 파일로 요청받으면 Markdown으로 저장한다. 이 Skill은 기록 자체를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고치거나 메시지를 발송하지 않는다. 사용자가 규칙 변경을 요청하면 해당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요청의 기준을 우선하고 보고서에 달라진 기준을 표시한다.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문단마다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맡는 일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있습니다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3211068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5351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맡는 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5351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첫 문단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입력과 결과물의 범위. '프로젝트를 관리한다'처럼 넓게 적으면 일정 수정이나 담당자 배정까지 포함한다고 해석할 여지가 있음. '상태 이름만 보고 결정하지 않는다'는 TASK-102 사례와 연결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51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두 번째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판단에 필요한 지식의 위치. '참고 자료도 활용한다'고 적는 대신 어느 파일을 언제 읽을지 지정 — 참조 파일을 비워 두거나 이름만 만들면 핵심이 빠집니다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51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 번째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자료를 얻는 방법과 업무 지식의 관계. 도구는 통로, Skill은 해석. 이미 JSON을 받았다면 MCP를 새로 연결할 필요가 없고, 기준이 정확해도 엉뚱한 주의 기록을 가져오면 다른 보고서가 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51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네 번째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재확인 가능한 판단. report_date를 쓰면 지난주 보고서를 다시 생성해도 시간 기준이 바뀌지 않고, 업무 ID와 근거 필드가 있으면 '왜 위험이지?'의 답을 원본에서 찾을 수 있습니다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51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마지막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보고서 작성과 원본 변경의 구별. 파일 저장은 요청한 산출물에 맞추고, 기준 변경 요청이 있으면 바뀐 기준을 드러냄 — 원래 규칙과 새 기준이 섞여 해석하기 어려워지는 일을 줄입니다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앞부분과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94995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.md는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Markdown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문서의 확장자 — 평문에 기호를 붙여 제목·목록·링크를 표현. #은 제목, 대괄호 안은 링크에 보이는 문구, 괄호 안은 대상 파일의 위치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맨 위 --- 사이의 구역을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frontmatter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 하며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YAML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(속성: 값)로 적습니다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본문이 실제 작업 지침이라면 앞부분은 Skill을 발견하고 선택하는 데 쓰는 안내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name은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폴더와 함께 다룰 식별자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description에는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'무엇을 하는지'와 '언제 필요한지'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— 예제의 '주간 업무 보고', '이번 주 진행 상황 정리'는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할 법한 요청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연결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'모든 일을 완벽히 처리한다'처럼 넓게 쓰면 선택 기준이 흐려집니다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제외 문장을 계속 늘리는 것보다 업무 범위를 먼저 정확하게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표현하세요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467862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3467862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3467862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📐 형식 규칙 — 파일 이름은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대문자를 포함해 SKILL.md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name은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1~64자, 소문자 영문·숫자·하이픈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(앞뒤 하이픈과 연속 하이픈 금지,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 폴더명과 일치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), description은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1~1024자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본문과 참조 자료 연결하기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 전체를 옮깁니다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94860" y="5486400"/>
            <a:ext cx="299923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94860" y="5486400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⑩ Skill로 남기기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관계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115568"/>
          </a:xfrm>
          <a:prstGeom prst="roundRect">
            <a:avLst>
              <a:gd name="adj" fmla="val 409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11556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9326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team-weekly-report/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SKILL.md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references/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team-rules.md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633472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references/team-rules.md는 Skill 폴더를 기준으로 찾는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상대경로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작성자 컴퓨터의 전체 위치를 적지 않았으므로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컴퓨터로 옮겨도 두 파일의 관계를 유지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공유하거나 설치할 때는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SKILL.md 하나가 아니라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team-weekly-report 폴더 전체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옮깁니다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773043"/>
            <a:ext cx="11091672" cy="667512"/>
          </a:xfrm>
          <a:prstGeom prst="roundRect">
            <a:avLst>
              <a:gd name="adj" fmla="val 6849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773043"/>
            <a:ext cx="54864" cy="66751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3864483"/>
            <a:ext cx="10707624" cy="4846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각 업무를 위험 → 완료 → 진행 순서로 확인하여 한 범주에만 넣는다.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기한이 보고 기준일과 같으면 지연이 아니다.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586859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4586859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4586859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두 문장 모두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판정을 바꿉니다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첫 문장은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차단 요인이 남은 '배포 완료' 업무를 어느 범주에 넣을지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두 번째는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 당일이 기한인 업무를 성급하게 지연으로 분류하지 않게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본문에서 참조 링크를 읽었다는 것과 이런 규칙을 실제로 읽은 것은 다른 상태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사용하지 않는 폴더를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만들 필요는 없습니다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관례적 이름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두는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references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판단에 필요한 문서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scripts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재사용할 실행 코드 — 매번 같은 날짜 계산 코드를 다시 만들고 있다면 묶을 이유가 생깁니다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assets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결과물에 적용할 서식이나 이미지 — 정해진 보고서 양식을 배포해야 한다면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54096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054096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054096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파일을 나눴다는 이유만으로 이번 보고서의 문맥이 무조건 작아지는 것은 아닙니다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지금의 분리는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지침과 팀 기준을 각각 관리하는 데에도 의미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있습니다.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이번에는 실제로 쓰는 팀 규칙만 있으면 됩니다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프로젝트에서 발견되는 위치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파일이 있다는 것과 Skill로 발견되는 것은 다릅니다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94860" y="5486400"/>
            <a:ext cx="299923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94860" y="5486400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⑩ Skill로 남기기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발견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33350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프로젝트 범위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 공용 범위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Code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.claude/skills/team-weekly-report/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~/.claude/skills/team-weekly-report/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OpenCode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.opencode/skills/team-weekly-report/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~/.config/opencode/skills/team-weekly-report/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2851404"/>
            <a:ext cx="11091672" cy="1563624"/>
          </a:xfrm>
          <a:prstGeom prst="roundRect">
            <a:avLst>
              <a:gd name="adj" fmla="val 2924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2851404"/>
            <a:ext cx="54864" cy="156362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4"/>
          <p:cNvSpPr/>
          <p:nvPr/>
        </p:nvSpPr>
        <p:spPr>
          <a:xfrm>
            <a:off x="768096" y="2942844"/>
            <a:ext cx="10707624" cy="13807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-p .claude/skills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 -R team-weekly-report .claude/skills/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최종 파일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.claude/skills/team-weekly-report/SKILL.md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.claude/skills/team-weekly-report/references/team-rules.md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4561332"/>
            <a:ext cx="11091672" cy="1333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앞의 점이 붙은 .claude, .opencode는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탐색기에서 숨겨 보일 수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있는 폴더. ~는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홈 폴더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OpenCode는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.claude/skills도 지원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하므로 두 앱에서 함께 쓸 때는 그 위치를 공유할 수 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이름의 Skill을 여러 위치에 중복 복사하기보다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사용할 위치 하나를 정하세요.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대상 폴더가 이미 있다면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복사본을 안에 중첩시키지 말고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내용을 비교한 뒤 수정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이름을 지정하여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불러오기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891540"/>
          </a:xfrm>
          <a:prstGeom prst="roundRect">
            <a:avLst>
              <a:gd name="adj" fmla="val 512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89154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7086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/team-weekly-report 첫째 주 기록으로 보고서를 만들어 줘.      # Claude Code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team-weekly-report 스킬을 사용해 첫째 주 보고서를 만들어 줘.   # OpenCode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409444"/>
            <a:ext cx="11091672" cy="160972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OpenCode는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skill 도구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Skill 내용을 불러옵니다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그 내부 호출 코드를 직접 입력할 필요는 없고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Code의 슬래시 문법을 OpenCode에서 똑같이 써야 하는 것으로 이해하지 마세요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AI의 '스킬을 사용했습니다'라는 말과 함께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파일 읽기 또는 Skill 로드 기록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살펴보세요 — team-weekly-report를 불러왔는지, 그 뒤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references/team-rules.md를 읽었는지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맞춰 볼 것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첫째 주 업무가 네 건인지, 보고 기준일이 2026-09-04인지, 업무 ID별 근거가 붙었는지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4165473"/>
            <a:ext cx="11091672" cy="1017270"/>
          </a:xfrm>
          <a:prstGeom prst="roundRect">
            <a:avLst>
              <a:gd name="adj" fmla="val 5393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4165473"/>
            <a:ext cx="54864" cy="101727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4165473"/>
            <a:ext cx="10707624" cy="101727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Skill을 찾지 못했다면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열어 놓은 프로젝트 위치와 최종 파일 경로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이름이 정확히 SKILL.md인지, 앞부분의 이름과 설명이 있는지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OpenCode는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 접근 권한이나 skill 도구가 꺼져 있는지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Claude Code는 감시 중인 디렉터리 변경을 반영하지만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시작 때 없던 최상위 Skills 디렉터리를 처음 만든 경우에는 재시작이 필요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Skill에 넣을 것과 넣지 않을 것은?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넣을 것은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기록에도 적용할 기준과 작업 방식.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넣지 않을 것은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주의 정답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(TASK-102는 진행)과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"꼼꼼하게 작성한다"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류의 문장.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공유·설치할 때 무엇을 옮기나?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SKILL.md 하나가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team-weekly-report 폴더 전체.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참조 경로가 상대경로이기 때문.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파일이 폴더에 있으면 Skill로 발견되나?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아니다.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앱이 찾아보는 위치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(.claude/skills/ 등)에 두어야 한다.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결과가 아니라 기준을 남깁니다 📚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에이전트와 도구 연결 ⑩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2026-09-07T07:54:22Z</dcterms:created>
  <dcterms:modified xsi:type="dcterms:W3CDTF">2026-09-07T07:54:22Z</dcterms:modified>
</cp:coreProperties>
</file>