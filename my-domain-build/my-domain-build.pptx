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메인 퀘스트 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도메인으로 날개 펴기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예시가 아니라, 내가 만들고 싶은 것을 자유롭게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스택도, 순서도, 어디까지 갈지도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절차는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필요할 때 꺼내 보는 참고서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뿐입니다.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하나만 붙잡으세요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작게, 한 흐름이 끝까지 굴러가게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89064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89064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89064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완성이 아니라 '내 첫 조각을 실제로 띄워 보는' 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시작해서 제출까지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걸음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내 도메인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한 문장으로 정하기 · 2.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자유롭게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859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859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문장으로 정하기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"[누가] [무엇을] 할 수 있는 [무엇]"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정도면 됩니다. 예: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'동네 모임 주최자가 참가 신청을 받는 페이지'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거창하지 않아도 좋습니다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02536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168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168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02536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자유롭게 만들기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 한 문장을 작업대(Claude Code 등)에 주고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→ 확인 → 막히면 다시 지시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밀고 나갑니다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88336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데이터·화면·저장·배포를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스택으로 어떻게 할지는 AI에게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맡기고, 여러분은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'무엇을 원하는지'와 '됐는지'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방법이 막막하면 앞의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단계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기록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그대로 참고하세요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내 규칙 하나 · 4. 막히면 · 5.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작동하는 지점에서 제출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511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1511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규칙 하나는 지키게(있다면)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서비스에 꼭 지켜야 할 규칙(예: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정원·선착순·중복 금지·하루 한 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)이 있으면, 그게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지켜지는지 눈으로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확인하세요. 없으면 넘어가도 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60956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044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044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60956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다음 소단원의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규율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앞 예시를 꺼내 보세요.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안 되는 게 정상입니다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50312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938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938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750312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작동하는 지점에서 제출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완성이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'굴러가는 첫 조각'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됩니다.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그대로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냅니다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9453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9453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9453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🛡️ 3번이 소단원 ④의 '오늘의 산'과 같은 자리입니다 — 내 서비스의 규칙은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아니라 데이터 쪽에서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지켜야 진짜입니다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낼 것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실행되는 저장소(GitHub 등)나 배포 주소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로컬만 됐으면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실행법 + 화면 캡처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서비스 한 문장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나눈 대화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가장 효과적이었던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하나는 표시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한 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무엇을 잘랐나 / 어디서 막혀 어떻게 풀었나 / 다음 한 걸음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이게 모듈 최종 제출(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Quest 01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소단원 ①에서 본 루브릭의 증거가 그대로 여기 모입니다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어디까지 가든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화면만 떠도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저장까지 돼도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배포까지 가도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낸 만큼이 오늘의 성과입니다  중요한 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만들고 싶은 것을 직접 손대 봤다는 것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소단원에서 유일하게 지켜야 하는 기준은?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작게, 한 흐름이 끝까지 굴러가게.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스택·순서·도달 지점은 자유.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 서비스에 규칙(정원·중복 금지 등)이 있다면 어디서 지켜야 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화면이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쪽(서버·DB)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에서. 그리고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지켜지는지 눈으로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오늘 제출에 반드시 포함해야 하는, 나중에 만들 수 없는 것은?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나눈 대화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(효과적이었던 프롬프트 표시). 세션을 닫으면 되살릴 수 없다.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· 자유 · 첫 조각 🕊️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퀘스트 ⑥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2026-08-27T14:19:45Z</dcterms:created>
  <dcterms:modified xsi:type="dcterms:W3CDTF">2026-08-27T14:19:45Z</dcterms:modified>
</cp:coreProperties>
</file>