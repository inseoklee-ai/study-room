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대단원 5 · 에이전트 시스템 마스터 · 하네스 톺아보기 ②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화면에서 하네스의 경계 먼저 관찰하기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설명을 읽는 대신, 지금 쓰는 도구가 무엇을 보여 주는지 봅니다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범위를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작게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정합니다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Code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Anthropic이 만든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터미널용 코딩 에이전트.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터미널 안에서 저장소를 읽고 파일을 고치고 명령을 실행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opencode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오픈소스 터미널 코딩 에이전트.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여러 모델 제공자를 설정에서 골라 쓸 수 있음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615184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관찰은 둘 중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사용하는 하나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에서만 합니다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설치, 로그인 변경, 확장 연결, 파일 수정은 이번 범위에 넣지 않습니다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읽기 전용 과업 하나면 충분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현재 작업 폴더의 파일 목록을 읽는 요청이나 공개 문서 한 건을 요약하는 요청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fixture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매번 같은 재료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fixture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개발자들이 오래전부터 써 온 테스트 용어입니다. 뜻은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"무엇을 시험할 때마다 결과가 똑같이 나오도록 미리 준비해 둔 고정된 자료"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829943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1829943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🍳 요리 교실에서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매번 같은 재료를 미리 다져 두는 것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 비슷합니다 — 재료가 그때그때 다르면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차이가 실력이고 어떤 차이가 재료 탓인지 구분할 수 없습니다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524887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관찰도 마찬가지입니다 — 자료가 늘 같아야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달라진 것이 자료가 아니라 도구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라는 말을 할 수 있습니다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문서 한 건 또는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내용이 알려진 작은 텍스트 파일 한 건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이면 충분합니다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비밀값·개인 자료·실제 저장소·수정이 필요한 파일은 이 관찰의 대상이 아닙니다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화면에서 다섯 신호를 찾습니다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· 도구 호출 · 관측 축약 · 기록 위치 · 승인 신호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14900" y="5486400"/>
            <a:ext cx="235915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14900" y="5486400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화면 관찰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신호와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연결되는 기능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304288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 보나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연결되는 기능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요청을 입력한 위치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행동 포맷 화면에서 어떤 순서와 단위로 드러나는가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호출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파일 읽기나 검색 같은 행동을 알린 위치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관측 축약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긴 출력 일부를 접거나 요약하는 표시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컨텍스트 관리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 위치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대화·세션 목록·작업 기록·로그 중 실행 결과가 남는 곳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경험·스킬 축적과 반성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신호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읽기 밖 행동 전의 승인 창·허용 선택지·실행 예정 명령·권한 안내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권한과 보안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82219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82219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82219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문장만 보이고 행동이 보이지 않으면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대표 행동은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아직 확인하지 못한 것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남깁니다. 승인 신호가 없으면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"이번 읽기 요청에서는 확인하지 못했다"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 남깁니다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 — 한 바퀴를 처음부터 끝까지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Code CLI 2.1.220 · ~/obs-lab · notes.txt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14900" y="5486400"/>
            <a:ext cx="235915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14900" y="5486400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화면 관찰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걸음 요청 · 둘째 걸음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45720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54864" cy="457200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463040"/>
            <a:ext cx="10707624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 폴더의 파일 목록을 보여 줘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75104"/>
            <a:ext cx="11091672" cy="56921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문장은 대화 흐름 안에 남고,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본문과 구분되어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표시됩니다. 결과 목록의 내용보다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요청이 들어간 화면의 위치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먼저 봅니다. 요청을 넣으면 응답이 만들어지는 동안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영역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표시됩니다.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690622"/>
            <a:ext cx="11091672" cy="667512"/>
          </a:xfrm>
          <a:prstGeom prst="roundRect">
            <a:avLst>
              <a:gd name="adj" fmla="val 6849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690622"/>
            <a:ext cx="54864" cy="66751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2782062"/>
            <a:ext cx="10707624" cy="4846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Bash(ls -la /Users/admin/obs-lab)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List files in obs-lab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504438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3504438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3504438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🔎 공식 문서는 파일 탐색에 Glob, 파일 읽기에 Read를 안내하지만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요청에서 모델은 Bash의 ls -la를 골랐습니다.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도구를 고른 주체가 모델의 판단이었다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점이 첫 번째 관찰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셋째 걸음 결과 · 넷째 걸음 </a:t>
            </a:r>
            <a:pPr indent="0" marL="0">
              <a:buNone/>
            </a:pPr>
            <a:r>
              <a:rPr lang="en-US" sz="240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응답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1339596"/>
          </a:xfrm>
          <a:prstGeom prst="roundRect">
            <a:avLst>
              <a:gd name="adj" fmla="val 3413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54864" cy="1339596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463040"/>
            <a:ext cx="10707624" cy="11567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8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drwxr-xr-x   4 admin  staff   128 Sep  2 01:36 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drwxr-xr-x@ 171 admin  staff  5472 Sep  2 01:38 ..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drwxr-xr-x   4 admin  staff   128 Sep  2 01:37 .omc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-rw-r--r--   1 admin  staff    32 Sep  2 01:36 notes.txt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857500"/>
            <a:ext cx="11091672" cy="1115568"/>
          </a:xfrm>
          <a:prstGeom prst="roundRect">
            <a:avLst>
              <a:gd name="adj" fmla="val 4098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857500"/>
            <a:ext cx="54864" cy="111556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2948940"/>
            <a:ext cx="10707624" cy="9326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`/Users/admin/obs-lab` 내용: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`notes.txt` — 32바이트 파일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`.omc/` — OMC 상태 디렉터리 (숨김)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4119372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명령의 출력이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돌아옵니다 — 이 원본이 세션 기록에 남는다는 사실이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컨텍스트 관리의 재료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됩니다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네 줄이라 그대로 두지만,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출력이 길어지면 관측 축약이 개입할 자리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4982718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4982718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982718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🧱 실행의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층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→ 도구 호출 → 도구 결과(원본) → 사람을 위한 요약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한 세션에 순서대로 남습니다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완성된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 메모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2459736"/>
          </a:xfrm>
          <a:prstGeom prst="roundRect">
            <a:avLst>
              <a:gd name="adj" fmla="val 1859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54864" cy="2459736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463040"/>
            <a:ext cx="10707624" cy="227685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조건: Claude Code CLI 2.1.220 · 작업 폴더 ~/obs-lab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fixture는 공개 문서를 받아 둔 notes.txt 한 건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입력    — 요청은 대화창에 들어가고 응답과 구분되어 남았습니다.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도구 호출 — Bash(ls -la)가 화면에 표시되었습니다.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공식 문서가 안내하는 Glob/Read가 아니라 모델이 Bash를 골랐습니다.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관측    — 원본 ls 출력 네 줄이 그대로 돌아왔습니다.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축약 표시는 이 실행에서 확인하지 못했습니다.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승인    — 이 읽기 요청에는 승인 창이 없었습니다. 설정의 허용 규칙은 미확인입니다.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기록    — 세션에 요청부터 요약까지 순서대로 남았습니다.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39776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3977640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3977640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🚫 아직 쓰지 않는 문장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도구는 읽기가 안전하다"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안전 판정에는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규칙 확인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필요한데 이번 관찰은 그 규칙을 열어 보지 않았습니다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 기록은 사실과 해석을 나눕니다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내용도 어떻게 적느냐에 따라 갈립니다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14900" y="5486400"/>
            <a:ext cx="235915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14900" y="5486400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화면 관찰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줄로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이렇게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남깁니다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사실로 남기는 문장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"파일 목록 요청에 승인 없이 읽기가 실행되었습니다.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관측한 사실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화면의 파일 목록.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미확인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설정 파일의 권한 규칙"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아직 쓰지 않는 문장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도구는 읽기가 안전하다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 — 이 관찰만으로 안전을 단정할 수 없습니다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615184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버전, 작업 폴더와 fixture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 조건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남깁니다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요청이 들어간 곳과 화면의 도구 호출 →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 포맷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세션·로그 위치와 축약 표시 →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컨텍스트 관리·경험·반성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실행 전 승인 신호 →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권한과 보안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 보인 연결·설정 단서는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확인한 사실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로, 이번 실행에서 보이지 않은 기능은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구분합니다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3818763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3818763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3818763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 기록은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전체를 판정하는 증명이 아니라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짧은 실행 하나에서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보인 경계와 보이지 않은 경계를 구분하는 출발점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❓ 이해도 확인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129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fixture를 쓰는 이유는?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5188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5188"/>
            <a:ext cx="64008" cy="431292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5188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자료가 늘 같아야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달라진 것이 자료가 아니라 도구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라고 말할 수 있기 때문. 매번 같은 재료를 미리 다져 두는 것과 같다.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398776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98776"/>
            <a:ext cx="64008" cy="43129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398776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시범에서 가장 중요한 관찰은?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12364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12364"/>
            <a:ext cx="64008" cy="431292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12364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공식 문서는 Glob/Read를 안내하지만 모델이 Bash(ls -la)를 골랐다 →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도구를 고른 주체는 모델의 판단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이고, 화면에 나타난 것이 그 실행의 사실.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25952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25952"/>
            <a:ext cx="64008" cy="43129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25952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승인 창이 뜨지 않았을 때 어떻게 적나?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39540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39540"/>
            <a:ext cx="64008" cy="431292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39540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"승인 없이 읽기가 실행됨. 관측: 화면의 파일 목록.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미확인: 설정 파일의 권한 규칙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 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"읽기가 안전하다"고 쓰지 않는다.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2648" y="4453128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4453128"/>
            <a:ext cx="64008" cy="43129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4453128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실행의 네 층은?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12648" y="4966716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4966716"/>
            <a:ext cx="64008" cy="431292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4966716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→ 도구 호출 → 도구 결과(원본) → 사람용 요약.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한 세션에 순서대로 남는다.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신호 · 네 층 · 미확인 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하네스 톺아보기 ② — 여기까지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2026-09-02T02:55:55Z</dcterms:created>
  <dcterms:modified xsi:type="dcterms:W3CDTF">2026-09-02T02:55:55Z</dcterms:modified>
</cp:coreProperties>
</file>