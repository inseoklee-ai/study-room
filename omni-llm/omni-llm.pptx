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6 · 멀티모달 (5)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Omni LLM으로 처리하기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도구 여럿인가, 하나가 다 받는가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옴니 모델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글·소리·이미지·영상을 어떤 조합으로든 받는 하나의 모델(GPT-4o의 'o', Gemma 4)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함정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받는다고 내가 쓸 수 있는 건 아니다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(실행 도구에 따라 입력이 다름)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엔진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 무엇이고, 개인용 vs 서버용이 왜 다른가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모델이 다 받으면 무엇이 달라지나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손실↓ vs 검증 자리↓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91541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선택은 정확도가 아니라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검증해야 하는가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갈린다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9761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9761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9761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"이 모델이 무엇을 할 수 있나"와 "내 환경에서 무엇을 쓸 수 있나"는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옴니 모델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하나가 다 받는다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오픈AI는 GPT-4o를 "글·소리·이미지·영상을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조합으로든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입력으로 받는 옴니 모델"이라 설명 — 이름 끝 o가 그 뜻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이런 모델을 노트북에서도 만져 볼 수 있다 — 구글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 4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가중치를 내려받아 쓰고, 글·이미지에 더해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소리·영상까지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받는다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34946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받는가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크기에서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글, 이미지, 영상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크기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E2B · E4B · 12B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3339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3339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3339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이름의 숫자가 크기 — 12B=120억.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E2B·E4B는 실제로 더 크지만 돌 때 2B·4B만큼만 메모리를 쓰게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 것(노트북 시작은 E4B 무난). 12B는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시각·청각 인코더를 따로 두지 않고 입력을 곧바로 모델 안으로 투영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공유 공간의 중간 단계를 없앤 쪽.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모델이 받는다고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쓸 수 있는 건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모델을 로컬 실행 도구(Ollama ollama run gemma4:e4b)로도 받을 수 있다. 그런데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돌리느냐에 따라 넣을 수 있는 입력이 달라진다.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9943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무엇으로 돌리나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넣을 수 있는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간편한 로컬 실행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글, 이미지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서버용 추론 엔진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글, 이미지, 소리, 영상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12839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12839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12839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가중치는 하나인데 받는 게 다르다. 심지어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도구의 문서끼리도 어긋난다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(소개엔 소리를 받는다는데 판본 표기엔 글·이미지만). 모델이 못 하는 게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도구가 아직 안 열어 준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🔧 실행 도구(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엔진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내려받은 가중치는 그 자체론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숫자가 잔뜩 든 파일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이걸 돌리려면 — 메모리에 올리고, 입력을 모델이 먹을 형태로 바꾸고, 계산을 GPU에 실어 보내고, 나온 숫자를 다시 글자로. 그 일을 하는 프로그램이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엔진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노트북, 하나씩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쉽고 메모리를 적게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GPU 없어도 돌고, 명령 한 줄로 끝나야.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234946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한 대, 수십 명 동시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710434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중요한 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GPU를 놀리지 않는 것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요청을 겹쳐 밀어 넣고, 앞 요청을 안 기다리고 끼워 넣고, 같은 앞부분 계산을 재사용.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"한 사람이 하나씩"과 "서버로 수십 명 동시"는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완전히 다른 문제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 도구가 갈린다.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어느 갈래인지만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알아보면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갈래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 잘하나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기기에서 혼자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쉽고 GPU 없어도 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실행 도구, C++ 구현(llama.cpp)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서버에서 여럿이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요청을 겹쳐 GPU를 꽉 채운다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vLLM · SGLang · LMDeploy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애플 기기 전용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통합 메모리에 맞춰 최적화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애플 전용 프레임워크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서버 엔진을 세울 일은 당장 없어도 알아 둘 이유 셋 — 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넣을 수 있는 입력이 다르다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배포 때 도구가 바뀐다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(노트북서 잘 되던 게 열 명만 붙어도 느려짐) ③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속도 비교 글은 어느 엔진으로 잰 건지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본다(같은 모델도 두세 배 차이).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한 모델이 다 받으면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달라지나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중간에서 잃는 게 줄어든다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소리를 글자로 바꾸면 억양·침묵이 사라진다. 소리째로 받는 모델엔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단서가 남아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"긴 침묵 뒤 낮은 목소리로 말했다"를 나중에 물어볼 수 있다.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검증할 자리가 줄어든다 (대가)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받아쓰기·요약을 나누면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단계에서 틀렸는지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짚을 수 있다(제안→제한도 중간 산출물로 잡음). 한 모델이 곧바로 결론을 말하면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중간이 없다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선택은 정확도가 아니라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검증해야 하는가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갈린다근거를 되짚어야 하면 나누고, 실시간 상황 파악이면 한 번에 받는다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5문장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옴니 모델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글·소리·이미지·영상을 어떤 조합으로든 받는다(GPT-4o·Gemma 4).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받는다 ≠ 내가 쓸 수 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같은 가중치도 실행 도구에 따라 넣을 입력이 다르다.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엔진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가중치 파일을 실제로 돌리는 프로그램. 개인용(쉬움)과 서버용(GPU 꽉 채움)이 다르다.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외우지 말고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갈래인지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— 입력·배포 도구·속도 비교에서 필요하다.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모델이 다 받으면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손실↓·검증 자리↓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선택은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검증해야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"옴니 모델"이란? GPT-4o의 o는 무슨 뜻인가?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"모델이 받는다 ≠ 내가 쓸 수 있다"를 실행 도구로 설명하면?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엔진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이란? 개인용과 서버용이 다른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서버 엔진을 직접 안 세워도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알아 둘 이유 셋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받아쓰기 분리 vs 한 모델 통합,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기준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글·소리·이미지·영상을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조합으로든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입력으로 받는 하나의 모델. o=omni(모든 것).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가중치도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도구는 글·이미지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엔진은 소리·영상까지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도구가 안 열어 준 입력은 못 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가중치 파일을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메모리에 올리고 계산해 글자로 되돌리는 프로그램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개인용은 쉬움·저메모리, 서버용은 요청을 겹쳐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GPU를 꽉 채움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 입력이 다름 ② 배포 때 도구가 바뀜(열 명만 붙어도 느려짐) ③ 속도 비교는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엔진으로 잰 건지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봐야.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정확도가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검증해야 하나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근거를 되짚으면 나누고, 실시간이면 통합.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받는다 ≠ 쓸 수 있다 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Omni LLM으로 처리하기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2026-08-12T23:16:07Z</dcterms:created>
  <dcterms:modified xsi:type="dcterms:W3CDTF">2026-08-12T23:16:07Z</dcterms:modified>
</cp:coreProperties>
</file>