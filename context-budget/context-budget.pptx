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하네스 돌아보기 ④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것만 남겨 다시 꺼내기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관리 — 창의 크기가 아니라 예산의 배분입니다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단서가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위쪽으로 밀려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묻힙니다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실행에서는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결과, 오류 메시지, 파일 내용, 중간 판단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계속 쌓입니다. 처음에는 유용했던 단서도 새 관측이 이어지면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대화의 위쪽으로 밀려나 찾기 어려워집니다.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994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컨텍스트 관리는 이때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행동에 필요한 관측과 저장소 구조를 골라 다시 보여 줍니다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24887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524887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문맥을 다루는 일은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창의 크기를 비교하는 일이 아니라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정해진 토큰 예산 안에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넣고, 빠진 정보는 어디에서 다시 찾을지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정하는 일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3821811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크기의 창이라도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채우는지에 따라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다음 행동의 질은 달라집니다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관측을 고르는 방식도 결과를 바꿉니다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SWE-agent · repo map · RepoCoder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컨텍스트 관리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다섯 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18.0%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vs 전체 이력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15.0%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SWE-agent 연구진은 SWE-bench Lite에서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다섯 개 관측은 자세히 남기고 과거 관측은 축약하는 조건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이력 조건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비교했습니다.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15214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최근 5개 자세히 + 과거 축약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18.0%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이력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15.0% (3.0%p 낮음)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128391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대조 사례가 보여 주는 것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과업과 모델에서도 관측을 고르는 방식이 결과를 바꾼다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다섯 개가 모든 과업에서 항상 최적이라는 의미로 해석해서는 안 됩니다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전부 대신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구조를 먼저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repo map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저장소의 파일을 전부 넣으면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창이 곧 넘칩니다.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Aider의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 map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대신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저장소의 뼈대만 담은 기호 지도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만듭니다.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담나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클래스·함수가  어디에 정의되고  어디에서 참조되는지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02024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7784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2648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고르나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40936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정의·참조가 많을수록  중요하다고 순위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21168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86928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1792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60080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1천 토큰 안에서  지도 항목 선택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073527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전체가 아니라 이 지도를 보고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필요한 파일만 편집 요청에 첨부합니다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RepoCoder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같은 문제를 다른 각도에서 — 검색으로 찾은 코드 조각만 쓰지 말고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조각이 속한 이웃 문맥(같은 파일의 앞뒤 정의)을 함께 읽을 때 더 정확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하다는 것을 측정했습니다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 근거 — 먼저 버리는 것이 답은 아닙니다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vs long-context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컨텍스트 관리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예산이 충분하면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long-context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앞섰습니다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RAG와 long-context를 비교한 연구는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예산이 충분할 때 long-context가 평균 성능에서 일관되게 RAG보다 높았고, RAG의 장점은 비용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이라고 보고했습니다.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9943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문맥이 넘칠 때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정보를 버리는 것이 답은 아닙니다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890647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03695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자리에서 판단할 것 ①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3366135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충분한 예산에서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전체가 필요한 과업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7356" y="2890647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8524" y="303695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자리에서 판단할 것 ②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78524" y="3366135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비용을 낮추기 위해 선택과 압축을 할 과업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인가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905631"/>
            <a:ext cx="11091672" cy="6530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관측 유지, 과거 관측 축약, repo map, 검색 재진입, 서브에이전트의 격리 문맥은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무조건 줄이는 방법이 아니라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비용과 정확도가 만나는 경계를 찾는 방법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도구는 어떻게 문맥을 격리하나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· opencode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컨텍스트 관리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칸으로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나란히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23240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61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opencode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대화가 터미널의 과업 요청을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에이전트가 대화의 과업 요청을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서브에이전트는 맡은 좁은 문맥에서 작업하고, 결과만 메인 대화에 돌려줍니다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에이전트별 대화 문맥과 실행 단계가 분리되어 기록됩니다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행동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조사를 맡긴 서브에이전트의 결과를 받아 메인 대화가 다음 행동을 정합니다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에이전트별 steps 상한을 두어 한 대화가 끝없이 관측을 쌓지 않게 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경계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서브에이전트가 쓸 도구와 승인 동작은 해당 설정과 실행 기록에서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에이전트별 도구 설정과 단계 상한은 설정 파일 및 실행 기록에서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서브에이전트 문서 · 설정 파일 · 실행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설정 문서 · 에이전트 설정 파일 · 실행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격리된 결과가 메인 대화로 돌아오므로 전달 결과의 충분성을 과업마다 검토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 상한은 관련 문맥을 골라 넣는 규칙이 아니므로 검색과 요약의 품질을 별도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기록으로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세 가지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요약이 틀린 단서를 버렸는지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 map이 필요한 파일을 놓쳤는지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 결과가 메인 대화에 충분히 돌아왔는지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실험 — 같은 모델과 같은 과업에서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이력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뒤 검색 재진입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비교합니다. 컨텍스트 관리를 같게 두고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여부 · 사용 토큰 · 다시 찾은 정보가 원문과 맞는지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기록하면, 어느 조건에서 요약이 도움이 되고 어느 조건에서 원문이 필요한지 확인할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컨텍스트 관리를 한 문장으로?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518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5188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518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창의 크기 비교가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토큰 예산에 무엇을 넣고, 빠진 정보는 어디서 다시 찾을지 정하는 일.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39877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98776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9877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SWE-agent의 18.0% vs 15.0%이 말하는 것과 말하지 않는 것은?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12364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12364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12364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말하는 것 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관측을 고르는 방식이 결과를 바꾼다.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말하지 않는 것 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"다섯 개가 항상 최적"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25952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25952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25952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"문맥이 넘치면 먼저 버린다"가 왜 답이 아닌가?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3954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39540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3954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예산이 충분하면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long-context가 평균 성능에서 일관되게 RAG보다 높았고 RAG의 장점은 비용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이었다. 원문이 필요한 과업인지 비용을 낮출 과업인지 같은 자리에서 판단한다.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" y="445312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453128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45312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opencode의 steps 상한의 한계는?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" y="496671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966716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496671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관측 무한 축적은 막지만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문맥을 골라 넣는 규칙은 아니다.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검색과 요약의 품질은 별도로 확인해야 한다.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· 선택 · 재진입 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하네스 돌아보기 ④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2026-09-02T03:45:18Z</dcterms:created>
  <dcterms:modified xsi:type="dcterms:W3CDTF">2026-09-02T03:45:18Z</dcterms:modified>
</cp:coreProperties>
</file>