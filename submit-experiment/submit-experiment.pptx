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5 · 에이전트 시스템 마스터 · 하네스 만들기 ⑫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결과와 구현체 제출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검증과 벤치마크 결과를 나누어 정리합니다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섞으면 안 되는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가지 결과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152144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확인했나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제품 검증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하네스가 PRD의 완료 조건을 만족하는가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⑦에서 정한 검증 시나리오 실행 결과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벤치마크 결과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고정 10문항에서 몇 개를 통과했는가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 pytest 채점, local-port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267004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267004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267004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벤치마크 점수가 낮다고 제품이 실패한 것도, 점수가 높다고 완료 조건을 채운 것도 아닙니다.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결과를 각각의 표로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제출합니다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실패를 추적하는 순서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관찰에서 재실행까지 여섯 단계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50892" y="54864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50892" y="54864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⑫ 결과와 제출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688336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하는 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남기는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 관찰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어떤 문항이 어떤 상태로 끝났는지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상태와 중단 원인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 요구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 작업 지시가 무엇을 요구했는지 다시 읽음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기대 산출물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 계약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입출력·경로 계약이 지켜졌는지 로그로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어긋난 호출 기록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 구현 수정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원인 한 곳만 고침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변경 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 검증 추가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실패를 다시 잡을 검사를 테스트에 추가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회귀 검사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 재실행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조건으로 다시 돌려 비교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전·후 결과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20624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420624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420624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5단계를 건너뛰면 같은 실패가 반복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됩니다 — 고친 사실보다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잡을 장치를 남긴 사실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제출물에서 더 중요합니다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회귀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회귀(regression)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전에 되던 것이 다시 안 되는 것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한 곳을 고치다 다른 곳이 깨지는 상황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고칠 때마다 검사를 하나 추가해 두면,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이후 변경에서 자동으로 다시 확인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전에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검사를 한 번 통째로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돌려 봅니다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수정만 확인하고 끝내지 않습니다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45720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575179"/>
            <a:ext cx="54864" cy="45720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2666619"/>
            <a:ext cx="10707624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python -m pytest -q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17868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17868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17868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검사가 몇 개는 통과하고 몇 개는 실패한다면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"대체로 된다"가 아니라 실패 목록을 그대로 적습니다.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숨긴 실패는 평가에서 더 크게 드러납니다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잰 것과 안 잰 것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NOT_RUN을 그대로 적습니다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50892" y="54864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50892" y="54864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⑫ 결과와 제출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측정과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미측정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36192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쓰는 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측정값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실제로 돌려서 얻은 숫자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조건과 함께 적음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NOT_RUN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시간·비용·환경 때문에 돌리지 않음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빈칸이나 0이 아니라 명시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error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돌렸으나 채점이 실패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실패 이유를 함께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054096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054096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054096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돌리지 않은 항목을 0으로 채우면 성능이 나쁜 것처럼, 빈칸으로 두면 잰 것처럼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보입니다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NOT_RUN이라고 쓰는 것이 가장 정확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합니다. ⑪의 usage_known=False와 같은 원칙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개발용 세트의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10문항은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개발하면서 반복해서 본 세트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 — 여기에 맞춰 고치다 보면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10문항에만 잘 맞는 하네스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될 수 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개발용 세트 점수는 일반 성능의 상한이 아니라 참고값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씁니다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문서에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 점수는 개발 과정에서 반복 사용한 세트의 결과"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라고 적습니다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7517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7517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문항의 정답을 코드에 심어 통과시키는 것은 개선이 아닙니다.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채점 통과는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일반적인 방법으로 문제를 푼 결과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여야 합니다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제출물 꾸리기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넣고 무엇을 빼는가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50892" y="54864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50892" y="54864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⑫ 결과와 제출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넣을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것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241820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PRD와 설계 문서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사용자·작업·완료 조건·플랫폼·제공자 결정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코드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실행 방법(설치·실행 명령)을 README에 명시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검증 결과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⑦의 시나리오별 통과/실패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벤치마크 결과 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n/10, 난이도별 분해, 상태 분포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메타데이터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run-metadata.json, execution_mode: local-port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실험 기록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가설, 바꾼 변수 하나, 전·후 비교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추적 기록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관찰부터 회귀 검사 추가까지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936111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3936111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3936111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사람이 같은 명령으로 재현할 수 있는가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기준입니다 — 실행 명령이 빠진 코드는 검증할 수 없습니다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뺄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것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2024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제외 대상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benchmark/upstream/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 벤치마크 자료 — 별도 저장소의 내용이므로 사본을 함께 배포하지 않음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.benchmark-cache/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내려받은 캐시 — 용량이 크고 재생성 가능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 키·토큰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환경 변수·설정 파일·로그 어디에도 남기지 않음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실습 중 사용한 개인 파일·계정 정보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43814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43814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43814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폴더를 빼더라도 실패 기록의 행은 그대로 남깁니다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어떤 문항이 왜 실패했는지는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제출물의 내용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이고, 원본 자료 사본과는 별개입니다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413308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413308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7"/>
          <p:cNvSpPr/>
          <p:nvPr/>
        </p:nvSpPr>
        <p:spPr>
          <a:xfrm>
            <a:off x="786384" y="413308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제출 직전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복사본에서 키가 들어갈 만한 파일을 한 번 훑어보는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절차를 넣으면 실수를 크게 줄일 수 있습니다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돌리지 않은 측정 항목은 어떻게 적나?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NOT_RUN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0으로 채우면 성능이 나쁜 것처럼, 빈칸이면 잰 것처럼 보인다.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실패를 고친 뒤 반드시 남겨야 할 것은?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실패를 다시 잡을 회귀 검사.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고친 사실보다 다시 잡을 장치가 더 중요하다.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benchmark/upstream/을 빼면 실패 기록도 빼야 하나?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아니다.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행은 그대로 남긴다.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원본 자료 사본을 배포하지 않는 것과 내 결과를 기록하는 것은 별개다.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만든 것과 잰 것 🎓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나만의 에이전트 하네스 ⑫ — 중단원 완결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2026-09-08T01:39:02Z</dcterms:created>
  <dcterms:modified xsi:type="dcterms:W3CDTF">2026-09-08T01:39:02Z</dcterms:modified>
</cp:coreProperties>
</file>