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톺아보기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궤적을 분리해 검증하기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루프 — 패치가 맞았다는 사실만으로는 구분되지 않는 것들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패치가 맞아도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구분되지 않는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낭비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우연한 성공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권한 사용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평가 루프는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패치가 과업을 해결했는지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결과에 이른 검색·편집·실행 궤적이 적절했는지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구성요소와 결과를 따로 측정합니다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ablation · SWE-bench · Verified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평가 루프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ACI ablation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구성요소를 바꿔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검색, 편집, 관측 형식처럼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구성요소를 바꾸고 결과를 비교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있음을 보였습니다.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모델이라도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읽고 어떤 형식으로 행동했는지를 고정해야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구성요소의 기여를 물을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Lite와 논문에 적힌 실행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결과입니다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328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9328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모델이나 저장소에서도 같은 구성요소가 같은 기여를 한다고 해석해서는 안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이슈와 저장소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코딩 에이전트를 측정하는 벤치마크입니다.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Python 저장소 · 2,294개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FAIL_TO_PASS와 PASS_TO_PASS 테스트로 최종 패치를 채점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문제를 푸는 루프와 채점하는 루프를 구분할 근거를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통과 ≠ 유지보수 품질 전체, 정적 문제에는 contamination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Verified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검증 500문제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저장소에서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인간이 검증한 500개 문제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제공하는 공식 데이터셋 카드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PR 테스트 행동을 정답 대리물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둡니다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검수자 수와 합의 절차는 확인하지 못했습니다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등급은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가능성 검토의 근거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 특정 하네스가 더 낫다는 근거는 아닙니다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SWE-agent를 평가 기능으로 다시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 단위에 무엇이 남는가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평가 루프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 단위에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4945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재조명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 평가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설명·저장소 · trajectory · patch · 테스트 결과를 같은 실행 단위에 남겨 결과와 경로를 함께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 공개 저장소와 실행 기록, ACI 논문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4673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4673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4673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네 가지가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 단위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있어야 — "이 패치는 어떤 경로로 나왔는가"를 되짚을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trajectory가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하는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못 하는 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의도나 패치의 정답성을 스스로 증명하지 못합니다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하는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근거로 남깁니다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어느 검색이 먼저였는지, 테스트 실패 뒤 무엇을 편집했는지, 어떤 명령이 실행됐는지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기록에서 다시 확인할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바꾼 관측이었는지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탐색을 반복했는지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승인한 권한이 과도했는지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결과만으로는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벤치마크의 테스트 통과는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유지보수 · 설명 가능성 · 코드 검토 · 의존성 변화 대응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모두 재지 못합니다. 공개된 문제와 해답이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또는 도구 설정에 섞였을 가능성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비교를 흐릴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1899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899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08711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점수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519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980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69519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 · 모델 · 권한 정책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327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4061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30327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승인 횟수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1134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0142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91134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trajectory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검토를 별도로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7428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428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57428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남은 질문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trajectory 신호가 좋은 하네스를 가리는지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아직 열려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결과와 궤적을 왜 분리하나?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패치가 맞았다는 사실만으로는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낭비 · 우연한 성공 · 과도한 권한 사용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구분할 수 없기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trajectory가 증명하는 것과 증명하지 않는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모델의 의도나 패치의 정답성은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증명하지 못한다.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다만 검색 순서·편집 시점·실행 명령을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근거로 남긴다.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SWE-bench Verified 등급이 뜻하는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가능성 검토의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하네스가 낫다는 근거가 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사후 PR 테스트 행동을 정답 대리물로 삼는다.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경로를 따로 봅니다 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톺아보기 ⑨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2026-09-02T03:38:37Z</dcterms:created>
  <dcterms:modified xsi:type="dcterms:W3CDTF">2026-09-02T03:38:37Z</dcterms:modified>
</cp:coreProperties>
</file>