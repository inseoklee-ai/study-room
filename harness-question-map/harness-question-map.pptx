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톺아보기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맡길 일을 하네스 기능 질문으로 바꾸기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이름부터 고르면 기능 목록을 비교하게 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맡길 일이 어디서 막히는지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찾습니다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시간에 나눈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'내가 할 일 · 검토할 일 · 맡길 일'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맡길 일 하나를 고릅니다. 반복되는 오류 원인을 모으는 일을 맡겼다면 —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파일을 읽는 일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받은 뒤 읽기만 하는 행동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변경을 실행하는 일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위험이 아닙니다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449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449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8449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문장만 보면 이 차이가 사라집니다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그래서 실행 환경을 열어 봐야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하네스란 무엇인가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일하는 동안 무엇을 연결하나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하네스 기능 질문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감싼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7436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012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499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1327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65853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31613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6477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04765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7339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099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7963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6251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4882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71458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945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78773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261518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하네스는 모델이 일을 하는 동안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요청, 도구, 기록, 승인, 관측을 연결하는 실행 환경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3073527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073527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행동을 적는 형식 · 남겨 둘 문맥 · 허용된 권한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달라지면  다른 결과를 냅니다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맡길 일이 막히는 곳을 일곱 기능으로 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도구의 등급표가 아니라 병목의 지도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하네스 기능 질문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기능이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다루는 문제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07238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다루는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행동 포맷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읽고, 고치고, 실행하는 행동을 실패하기 어렵게 적게 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작업에서 무엇을 남기고 무엇을 줄일지 정한다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경험과 스킬 축적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 해결한 일을 다음 작업에 다시 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결과를 살펴 다음 행동을 고친다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구성만 남겨 운영 부담을 줄인다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권한과 보안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읽기·수정·실행의 경계와 승인 방식을 정한다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루프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결과가 맞았는지 어떤 근거로 확인할지 정한다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질문의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일은  어디서 막히는가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병목을 줄일  기능은 무엇인가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기능이 작동했다는 기록을  어디에서 확인할 수 있는가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1번은 이렇게 차례로 묻습니다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행동이 애매한가 · 문맥이 넘치는가 · 경험이 재사용되지 않는가 · 승인이 많은가 · 결과를 어떻게 증명할까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13829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13829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13829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세 질문은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설명보다 먼저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맡길 일의 경계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드러냅니다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지도와 비교 카드는 다른 일을 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진단용 제목 vs 관찰 기록 항목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하네스 기능 질문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기능은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여섯 칸은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일곱 기능 (기능 지도)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맡길 일의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병목을 진단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섹션 제목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🃏 여섯 칸 (비교 카드)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화면과 문서를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방식으로 관찰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하기 위한 기록 항목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86584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관찰할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요청이 들어가는 화면, 명령, 연결 지점을 확인합니다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세션, 대화, 작업 기록이 남는 위치를 확인합니다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읽기·검색·수정·실행 가운데 화면에서 확인한 행동을 적습니다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경계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읽기 밖의 행동 전에 승인이나 제한이 보이는지 확인합니다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기록·설정·공식 문서처럼 나중에 다시 열 수 있는 근거를 연결합니다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관찰만으로 확인하지 못한 범위를 구분합니다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하네스를 한 문장으로?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모델이 일하는 동안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요청·도구·기록·승인·관측을 연결하는 실행 환경.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모델도 형식·문맥·권한이 달라지면 다른 결과를 낸다.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도구를 고르기 전에 먼저 물어야 하는 것은?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맡길 일이 어디서 막히는가."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 이름부터 고르면 기능 목록 비교가 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질문의 마지막이 특히 중요한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 기능이 작동했다는 기록을 어디서 확인하나"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물어야 제품 설명이 아니라 관찰이 시작되기 때문.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일곱 기능과 여섯 칸의 차이는?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일곱 기능은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진단용 섹션 제목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여섯 칸은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같은 방식으로 관찰하는 기록 항목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· 기능 · 기록 🗺️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하네스 톺아보기 ①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2026-09-02T02:55:55Z</dcterms:created>
  <dcterms:modified xsi:type="dcterms:W3CDTF">2026-09-02T02:55:55Z</dcterms:modified>
</cp:coreProperties>
</file>