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— 한 Gateway에 여러 역할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챗봇을 여러 개 만드는 일이 아니라, 대화를 역할에게 보내는 라우터를 설계하는 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눈여겨 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도착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에이전트를  고름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작업 폴더와  자기 기록 안에서만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실무에서는 역할이 갈립니다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문의를 받는 역할, 코드를 고치는 역할, 자료를 조사하는 역할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OpenClaw는 이 차이를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프로세스 하나 안에 서로 격리된 에이전트 여럿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들어온 대화를 담당 역할에게 나르는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것으로 풉니다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binding — 채널 계정을 역할에 연결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라우터가 갈 길을 정합니다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멀티에이전트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짧은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803904"/>
          </a:xfrm>
          <a:prstGeom prst="roundRect">
            <a:avLst>
              <a:gd name="adj" fmla="val 120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80390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entries: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default: true,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workspace: "~/.openclaw/workspace",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support: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workspace: "~/.openclaw/workspace-support",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bindings: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channel: "discord", account: "support", agent: "support"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32180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디스코드의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support 계정에서 온 메시지는 항상 support 에이전트로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가게 만드는 규칙이 binding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default: true를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에이전트를 정하지 않으면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곳이 없어진 메시지가 조용히 사라지는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사고가 날 수 있습니다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binding에도 해당하지 않는 대화가 도착하면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에이전트가 받습니다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역할을 두기로 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에이전트가 남은 대화를 받을지 반드시 정해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binding이 하는 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메시지를 받을 에이전트를 고르는 것까지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앞 절의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페어링 승인이나 허용 목록처럼 "누가 말을 걸 수 있는지"를 정하는 규칙은 채널 설정이 따로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가집니다.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라우터가 갈 길을 정할 뿐, 문지방의 기준을 대신 정하지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에이전트마다 분리되는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하나의 전체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멀티에이전트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에이전트마다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따로입니다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workspace (작업 폴더)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에이전트가 기본으로 일하는 폴더. main과 support가 각자 다른 폴더를 쓰므로 만지는 파일이 처음부터 갈립니다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폴더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프로필과 에이전트별 설정이 사는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에이전트마다 따로인 SQLite 파일 — ~/.openclaw/agents/&lt;agentId&gt;/agent/openclaw-agent.sqlite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16808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기억과 기록은 기본으로 섞이지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에이전트의 기본 메모리는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에이전트의 기록을 검색하지 않습니다.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함께 써야 하는 자료는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에이전트가 모두 읽는 공유 문서를 명시적으로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분명히 적은 경계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상태 폴더 재사용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에이전트끼리 재사용하면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인증과 세션 상태가 충돌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작업 폴더의 성격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작업 경로일 뿐 단단한 격리 장치가 아닙니다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폴더 밖의 경로를 막아야 한다면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sandbox를 따로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두어야 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나눈 것과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밖을 막은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다른 일입니다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delegate — 자기 계정으로 대신 행동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사람으로 가장하지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멀티에이전트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정체성을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못 박습니다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사람으로 가장하지 않고, 자기 자격 증명으로,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정해진 권한 안에서 대신 행동합니다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delegate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조직 안에서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이메일 주소와 표시 이름을 가지고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일하는 에이전트입니다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계정을 빌려주는 자동화가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범위를 정해 둔 보조 구성원을 추가하는 설계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권한은 작은 것에서 시작합니다 — 첫 단계는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초안만 만들고 사람의 검토를 받는 등급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승인 없이는 밖으로 나가지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발송과 일정 생성처럼 밖으로 나가는 행동은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등급에서 delegate 자신의 이름으로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넓힐 때는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제한 · sandbox · 감사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 갖추는 순서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standing orders와 전문가 레인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작업은 역할 설계가 먼저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멀티에이전트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standing orders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적용되는 지시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해도 되는지, 무엇은 승인을 받아야 하는지, 무엇이 보이면 멈추는지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에이전트에게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적어 두는 규칙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절에서 만든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기준 메모와 같은 문양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레인과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defaults: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maxConcurrent: 4,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subagents: { maxConcurrent: 8, delegationMode: "prefer"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queue: { mode: "collect", cap: 20, drop: "summarize"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01668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문서의 병렬 전문가 레인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연구·제작·검토처럼 역할이 겹치지 않게 나누고, 동시에 돌릴 개수를 정해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두는 구성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 수에 한도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두고,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몰리는 메시지는 모아 두었다가 요약해 넘기는 규칙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까지가 설계 대상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에이전트를 늘리는 일보다 역할 겹침과 용량을 먼저 정하는 편이 사고를 줄입니다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에이전트끼리 직접 대화는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기본으로 닫혀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agentToAgent: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enabled: false,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allow: ["home", "work"],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5295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 활성화와 허용 목록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상대만, 필요한 범위만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지정하는 설계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명령줄의 openclaw agent는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별개의 도구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--agent, --session-id처럼 대상을 지정해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실행을 요청할 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사이의 대화를 여는 장치가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간 전달은 서로의 대화를 모두 보는 것이 아니라, 누구에게 무엇을 넘길지 명시하는 작업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Gateway가 문을 지키고  binding이 대화를 역할에게 나르고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에이전트는 자기 폴더와 자기 기록 안에서  정해진 권한만 움직입니다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66852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이렇게 나뉘면 다음 질문이 따라옵니다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역할마다 토큰을 얼마나 쓰는지, 비용이 어떻게 쌓이는지, 지금 연결이 살아 있는지를 어디서 보는지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default: true가 없으면?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binding에도 맞지 않는 대화가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곳이 없어 조용히 사라지는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사고가 날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binding과 페어링의 역할 차이는?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binding은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메시지를 받을 에이전트를 고르는 것까지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페어링·허용 목록은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말을 걸 수 있는지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정하는 채널 설정.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라우터가 문지방 기준을 대신 정하지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폴더가 격리 장치인가?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작업 경로일 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폴더 밖을 막아야 한다면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sandbox를 따로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둔다. 상태 폴더 재사용은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인증·세션 충돌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낸다.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늘립니다 🗂️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⑦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