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2 · AIFFEL_LMS · 프레임워크 ⑦ + 과제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쇼핑몰을 운영해보고 싶다!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정의 → 판단 → 데이터 · 그리고 내 PRD 과제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🗺️ 만들기 전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준비 세 단계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서비스를  한 줄로 정한다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0202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67784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2648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40936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프레임워크를  추천받고 판단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2116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86928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1792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60080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목업 데이터를  만든다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2615184"/>
            <a:ext cx="11091672" cy="37680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쇼핑몰의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장바구니·결제·주문은 백엔드가 필요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나중에. 오늘은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 없이 만들 수 있는 부분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(상품을 보여 주는 화면)까지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3138297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138297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138297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한 줄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정의 → 판단 → 데이터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이 세 가지가 있으면 실제로 화면을 만들 때 헤매지 않는다.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쇼핑몰로 세 가지를 꿴다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정의 · 판단 · 목업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106924" y="5486400"/>
            <a:ext cx="1975104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06924" y="5486400"/>
            <a:ext cx="19751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⑦ 종합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1️⃣ 서비스를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줄로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정하기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536192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쇼핑몰 예시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수제 디저트를 파는 작은 온라인 가게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누구를 위해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선물용 케이크를 찾는 20~30대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핵심 화면 3개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 상품 목록 ② 상품 상세 ③ 장바구니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054096"/>
            <a:ext cx="11091672" cy="1150620"/>
          </a:xfrm>
          <a:prstGeom prst="roundRect">
            <a:avLst>
              <a:gd name="adj" fmla="val 11126"/>
            </a:avLst>
          </a:prstGeom>
          <a:solidFill>
            <a:srgbClr val="3F6B5F"/>
          </a:solidFill>
          <a:ln/>
        </p:spPr>
      </p:sp>
      <p:sp>
        <p:nvSpPr>
          <p:cNvPr id="6" name="Text 3"/>
          <p:cNvSpPr/>
          <p:nvPr/>
        </p:nvSpPr>
        <p:spPr>
          <a:xfrm>
            <a:off x="1005840" y="3054096"/>
            <a:ext cx="10177272" cy="1150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세 줄이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뒤의 모든 요청의 뼈대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"쇼핑몰 만들어 줘"보다 "수제 디저트 상품 목록·상세·장바구니 화면"이 AI에게 훨씬 잘 통한다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48640" y="435102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8" name="Shape 5"/>
          <p:cNvSpPr/>
          <p:nvPr/>
        </p:nvSpPr>
        <p:spPr>
          <a:xfrm>
            <a:off x="548640" y="435102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6"/>
          <p:cNvSpPr/>
          <p:nvPr/>
        </p:nvSpPr>
        <p:spPr>
          <a:xfrm>
            <a:off x="786384" y="435102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거창할 필요 없이 딱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가지 — 무엇을 / 누구를 위해 / 핵심 화면 3개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2️⃣ 프레임워크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추천받고 판단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2011680"/>
          </a:xfrm>
          <a:prstGeom prst="roundRect">
            <a:avLst>
              <a:gd name="adj" fmla="val 2273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2011680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1828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나는 수제 디저트를 파는 작은 온라인 쇼핑몰을 만들려고 해.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화면: 상품 목록, 상품 상세, 장바구니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검색에 잘 노출되면 좋겠어 (선물 검색으로 유입)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자료와 예제가 많은 프레임워크를 선호해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나중에 결제·주문 기능을 백엔드로 붙일 계획이야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 조건에 맞는 후보를 2~3개 추천하고,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각각의 장단점과 "이런 경우엔 오히려 별로"인 상황도 알려줘.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3529584"/>
            <a:ext cx="11091672" cy="37680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보통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Next.js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첫 후보로 답한다(검색 노출·자료 많음). 멈추지 말고 — 후보를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하나만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미나?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없이 "제일 좋아요"만? 내 조건을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반영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했나?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4052697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4052697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4052697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판단을 3문장으로 남긴다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"Next.js를 골랐다. ①선물 검색 유입이 중요한데 검색 노출에 유리, ②비전공자 참고할 한국어 자료·예제 많음, ③나중에 백엔드를 같은 틀에서 붙이기 쉬움."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3문장이 "유행 따라"와 "조건 보고"를 가른다.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3️⃣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목업 데이터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만들기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1115568"/>
          </a:xfrm>
          <a:prstGeom prst="roundRect">
            <a:avLst>
              <a:gd name="adj" fmla="val 4098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111556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93268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수제 디저트 쇼핑몰의 상품 목록에 쓸 목업 데이터를 만들어줘.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상품 6개, 각각 JSON 배열로: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id, name, price(원), category(케이크/쿠키/음료),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image(설명용 텍스트), soldOut(true/false)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633472"/>
            <a:ext cx="11091672" cy="1563624"/>
          </a:xfrm>
          <a:prstGeom prst="roundRect">
            <a:avLst>
              <a:gd name="adj" fmla="val 2924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633472"/>
            <a:ext cx="54864" cy="156362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" y="2724912"/>
            <a:ext cx="10707624" cy="138074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{"id":1,"name":"딸기 생크림 케이크","price":32000,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"category":"케이크","soldOut":false},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{"id":3,"name":"얼그레이 밀크티","price":6500,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"category":"음료","soldOut":true}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434340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434340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434340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데이터만 있으면 상품 목록 화면을 진짜처럼 만들 수 있다.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나중에 백엔드가 생기면 이 가짜 데이터를 진짜 API 호출 한 줄로 바꾸면 된다 — 화면 코드는 그대로 둔 채로.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서비스를 AI와 함께 준비하기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PRD 한 장 · 체크 · 회고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402836" y="5486400"/>
            <a:ext cx="3383280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02836" y="54864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📝 과제 + 프로젝트 제출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📝 제출물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PRD 한 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536192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내가 채울 것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 서비스 한 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무엇을 / 누구를 위해 / 핵심 화면 3개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 프레임워크 판단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AI에게 조건 주고 받은 추천 + "왜 골랐나" 3문장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 목업 데이터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핵심 목록에 쓸 가짜 데이터(JSON, 5개 이상)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054096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054096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054096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제출 전 체크 — 정의가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"쇼핑몰"처럼 뭉뚱그리지 않고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무엇을 누구에게인지 또렷한가 · 프레임워크 이유가 "유행"이 아니라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조건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근거하나 · 목업 필드가 화면에 보여줄 정보와 맞나 ·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백엔드가 필요한 기능(결제·로그인·저장)과 지금 만들 부분을 구분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했나.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3970020"/>
            <a:ext cx="11091672" cy="787146"/>
          </a:xfrm>
          <a:prstGeom prst="roundRect">
            <a:avLst>
              <a:gd name="adj" fmla="val 10455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9808" y="4116324"/>
            <a:ext cx="10689336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🌱 이 PRD는 완벽하지 않아도 된다 — 앞으로 만들며 계속 고쳐 나갈 거니까. 지금은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"내가 무엇을 만들지"를 내 말로 적어 두는 것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목표. 쇼핑몰이 아니어도 됨(맛집 지도·독서 기록·반려동물 커뮤니티 등 "목록·상세 화면이 있는 서비스")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강 전체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정리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304288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배운 것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문장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프레임워크의 이유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반복·상태·협업을 추상화·모듈화로 줄이려 발전 — 이름보다 문제를 본다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생태계의 다양성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각자 다른 조건을 겨냥 — 전부 배우지 말고 후보를 좁힌다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추천 활용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정답보다 후보·근거·반대 조건을 정리하게 — 내 조건을 프롬프트로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목업 데이터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백엔드 없이 진짜 응답과 같은 구조의 가짜로 화면·테스트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API의 역할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프론트↔백은 API(JSON)로 대화, REST가 표준 — GET·POST를 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822192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822192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822192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🤔 회고 — 프레임워크를 "배울 이름 목록"이 아니라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"문제를 푸는 선택지"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본 지점은? 추상화·모듈화로 내 프로젝트에서 덜어질 반복은? 검색 결과가 쏟아질 때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덜 압도되게 하는 나만의 기준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하나는?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이해도 확인 질문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"만들기 전 준비"의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단계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1단계 "서비스 한 줄"에 들어가는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가지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프레임워크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 3문장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가르는 것은 무엇인가?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쇼핑몰에서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만들 수 있는 부분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나중으로 미루는 부분은?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PRD 과제에서 제출물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항목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은?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정답 &amp; 해설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①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서비스를 한 줄로 정의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②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프레임워크를 추천받고 판단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③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목업 데이터 만들기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정의 → 판단 → 데이터.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/ 누구를 위해 / 핵심 화면 3개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"쇼핑몰"보다 "수제 디저트 목록·상세·장바구니"가 AI에게 잘 통한다.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"유행 따라 골랐다"와 "조건 보고 골랐다"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가른다 — 왜 이 선택이 내 조건에 맞는지를 근거로 남긴다.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상품을 보여 주는 화면(목록·상세)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백엔드 없이 목업으로.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장바구니·결제·주문·로그인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백엔드가 필요해 나중에.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①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한 줄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②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프레임워크 판단(추천+3문장)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③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목업 데이터(JSON 5개 이상)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정의·판단·데이터 🛒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쇼핑몰을 운영해보고 싶다! — 여기까지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2026-08-13T23:41:26Z</dcterms:created>
  <dcterms:modified xsi:type="dcterms:W3CDTF">2026-08-13T23:41:26Z</dcterms:modified>
</cp:coreProperties>
</file>