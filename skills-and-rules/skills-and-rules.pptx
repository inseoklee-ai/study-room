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에이전트 도구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— 반복 작업을 AI에게 외워 두기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프로젝트 상시 안내문 — 규칙 파일(AGENTS.md · CLAUDE.md)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— 매번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설명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다시 하고 있지 않나요?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"우리 브랜드 톤으로 정리해 줘", "이 형식으로 보고서 만들어 줘"를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처음부터 설명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있다면 — 지겹고,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그때그때 결과도 달라집니다.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이걸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재프롬프트(re-prompting) 문제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24887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634615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2927223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 반복 작업의 플레이북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02024" y="252488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67784" y="2524887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2648" y="2634615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40936" y="2927223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파일  프로젝트 상시 안내문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21168" y="252488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86928" y="2524887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1792" y="2634615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60080" y="2927223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구분하기  MCP·스킬·규칙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= 재사용하는 '플레이북'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하나 · SKILL.md 하나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스킬과 규칙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기술적으로는 그냥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하나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하는 작업을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적어 두고 계속 꺼내 쓰는 설명서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폴더 안 SKILL.md에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"무엇을, 언제 쓰는지"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적어 두면, AI가 관련된 일을 만났을 때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알아서 꺼내 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영리한 점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 두어도 거의 공짜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AI는 평소엔 스킬의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 한 줄 설명만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알고 있다가(약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30~50 토큰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정말 필요할 때만 본문을 읽습니다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개를 켜 둬도 느려지지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'토큰'은 AI가 읽고 쓰는 글자 단위이자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 요금 단위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(자세한 건 소단원 ④에서)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"내가 쓴 글을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서비스 말투로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다듬는 법"을 스킬로 만들어 두면, 다음부터는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"말투 스킬 써서 다듬어 줘"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한마디면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SKILL.md는 실제로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생겼습니다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tone-polish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사용자용 안내 문구를 우리 서비스 말투(정중하고 짧게)로 다듬을 때 사용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우리 서비스 말투로 다듬기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한 문장은 40자 이내로 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"~해야 합니다"보다 "~해 주세요"처럼 부탁형으로 쓴다.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전문용어는 괄호로 짧게 풀어 준다.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마지막에 도움받을 곳(고객센터 링크)을 붙인다.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0166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부분입니다 — 맨 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머리말(이름·설명)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그 아래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본문(실제 지시)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원리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 공개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(progressive disclosure)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name·description만  수십 토큰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맞을 때만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전체를  읽어 온다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평소 머리말만 훑고 있다가,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하는 일이 그 설명과 맞을 때만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본문을 읽습니다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수십 개를 켜 둬도 평소엔 거의 공짜이고, 필요한 순간에만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'펼쳐집니다'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description을 잘 쓰는 게 중요한 이유가 여기 있습니다 — AI가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이 스킬을 꺼낼지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그 한 줄로 판단하니까요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남들이 이미 만들어 둔 스킬들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스킬 · 스킬 만드는 스킬 · MCP 빌더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스킬과 규칙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유명한 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'문서 스킬' 네 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claude.ai에서 "이 자료로 발표 슬라이드 만들어 줘"라고 하면 뒤에서 조용히 이 스킬들이 돕니다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마크다운을 흉내 낸 가짜가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서식까지 갖춘 진짜 .pptx·.xlsx 파일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뽑아 줍니다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Claude의 문서 생성 기능이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이 스킬들 위에서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돌아가고, 소스도 공개돼 있어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'잘 만든 스킬은 어떻게 생겼나'의 교본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자주 인용됩니다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그 밖에도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만드는 스킬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설명만 주면 MCP 서버를 짜 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빌더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브랜드 가이드라인을 지키게 하는 스킬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하나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조심할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스킬은 결국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'AI에게 주는 지시문 + 실행 코드'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25389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5389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432304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불분명한 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함부로 켜면 위험합니다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480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31546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3154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30480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만들었거나 공식 저장소에서 온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위주로 쓴다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636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7703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7703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6636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스킬은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 뭐가 들었는지 한 번 열어 보고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쓴다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파일 — AGENTS.md · CLAUDE.md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"에이전트를 위한 README"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스킬과 규칙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설명하기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지겨울 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파일 하나에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"우리 프로젝트는 이런 규칙이야"를 매번 설명하기 지겨울 때, 그걸 파일 하나에 적어 둡니다. 흔히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부르고, 공식 설명은 이걸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"에이전트를 위한 README"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8711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많은 도구가 대화를 시작할 때 이 파일을 자동으로 먼저 읽습니다 — 단,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Code는 CLAUDE.md만 자동으로 읽습니다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206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8849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8849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78206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이게 무슨 서비스인지 한두 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9013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4930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493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39013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명령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실행·테스트 방법 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설명보다 명령어를 먼저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98214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41010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41010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998214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규칙·컨벤션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폴더 구조, 스타일 등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0629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4709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4709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460629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말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"이 폴더는 건드리지 마" 같은 금지사항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하나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통일됐습니다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예전엔 도구마다 파일 이름이 제각각이었는데,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여러 회사가 모여 AGENTS.md라는 공통 표준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만들었습니다(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수만 개 프로젝트가 채택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스킬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작업의 플레이북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필요할 때 꺼내 쓴다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규칙 파일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프로젝트의 상시 안내문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대화를 시작할 때마다 읽힌다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규칙 파일은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짧고 명령어 중심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쓰는 게 좋습니다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헷갈리지 않기 — MCP vs 스킬 vs 규칙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규칙 세 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스킬과 규칙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충분합니다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원하는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쓰나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새 능력·연결을 주고 싶다 (내 DB·도구에 붙이기)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항상 이런 식으로 행동하게 하고 싶다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(CLAUDE.md / AGENTS.md)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반복하는 다단계 작업을 자동화하고 싶다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스킬(Skill)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05409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스킬은 선반에서 꺼내 쓰는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'방법서'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규칙은 프로젝트의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'상시 안내문'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MCP는 도구를 꽂는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'어댑터'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경쟁이 아니라 함께 씁니다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미니 퀴즈 — MCP? 스킬? 규칙?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우리 회사 DB를 직접 조회하게 하고 싶다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새 능력·연결을 주는 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"보고서는 항상 우리 양식으로"를 늘 지키게 하고 싶다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(CLAUDE.md / AGENTS.md) — 항상 지킬 행동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"경쟁사 조사 → 표로 정리"라는 다단계 작업을 매번 반복한다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스킬(Skill)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반복하는 다단계 작업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3771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3771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53771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능력 = MCP · 항상 = 규칙 · 반복 작업 = 스킬.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세 갈래만 기억하면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스킬을 수십 개 켜 둬도 느려지지 않는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 공개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평소엔 name·description만(약 30~50 토큰) 훑고, 지금 하는 일이 그 설명과 맞을 때만 본문을 읽는다.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description을 잘 써야 하는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이 스킬을 꺼낼지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그 한 줄로 판단하기 때문.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 Code에서 규칙 파일 이름은?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CLAUDE.md만 자동으로 읽는다.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AGENTS.md를 쓰려면 CLAUDE.md에서 불러오면 된다.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방법서 · 안내문 · 어댑터 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도구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2026-08-27T13:46:44Z</dcterms:created>
  <dcterms:modified xsi:type="dcterms:W3CDTF">2026-08-27T13:46:44Z</dcterms:modified>
</cp:coreProperties>
</file>