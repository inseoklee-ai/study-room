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도구를 인스턴스에서 관찰한다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노드와 선이 다음 행동과 데이터의 이동 경로를 드러냅니다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 Claude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Zapier  Make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 Node-RED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코드·에이전트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코드·터미널  저장소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말로 요청을 건네고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대화의 맥락으로 다음 행동을 정합니다.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답이 곧바로 오는 장면은 친숙하지만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판단이 어떤 연결을 거쳤는지는 대화창 밖에서 살펴야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Zapier와 Make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규칙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1485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과금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Zapier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수천 개 앱을 트리거(이런 일이 일어나면) → 액션(이렇게 한다) 규칙으로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연결한 앱 수와 실행 횟수인 task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Make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 Integromat. 흐름을 그래프처럼 그리고 필터·반복·에러 처리 분기를 시나리오 안에서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연산량인 operation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327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327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327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두 서비스에서는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사람이 미리 정한 규칙이 대신 수행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같은 층에 놓이지만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n8n에서는 그래프를 내 눈으로 들여다보고 나중에는 직접 띄워 볼 수도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것과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어려운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그래프형 (n8n · Node-RED)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노드와 선이 다음 행동과 데이터의 이동 경로를 화면에 드러냅니다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🟣 코드·코딩 에이전트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터미널 · 저장소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 역할을 나누어 가집니다. 더 세밀한 규칙을 정할 수 있지만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흐름과 기록을 한 화면에서 모두 보기는 어려울 수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비교할 세 가지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누가 정하는지 · 그 과정이 어디까지 보이는지 · 무엇에 비용이 붙는지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도구로 n8n을 고릅니다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그래프가 곧 실행되는 구조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인스턴스 관찰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nodemation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온 이름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2019년 베를린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태어난 워크플로 자동화 도구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노드(node)와 오토메이션(automation)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합친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nodemation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왔습니다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노드를 잇는 그래프가 곧 실행되는 구조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자체가 이름의 출발점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부르는 블록을 연결해 흐름을 그리면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그래프가 그대로 돌아갑니다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메일·폼·스프레드시트·채팅 같은 외부 서비스와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노드로 묶을 수 있고, 실행할 때마다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노드가 무엇을 주고받았는지 기록이 남습니다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그래프가 화면에 그대로 보이므로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흐름과 데이터의 이동을 눈으로 따라갈 수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관찰 학습에 알맞은 이유입니다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수치와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 한 해 GitHub 별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11만 개 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활동 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170만 넘음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에이전트 노드를 앞세워 커뮤니티를 확장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규모가 곧 신뢰라는 뜻은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다만 많은 사람이 같은 도구로 흐름을 만들고 기록을 남긴다는 사실은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내용을 강의 밖에서도 써먹을 생태계가 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선택의 폭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fair-code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📂 소스 코드 공개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fair-code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방식이라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내 컴퓨터나 서버에 직접 띄워 볼 수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그래서 무엇이 달라지나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서비스가 문을 닫아도 내 환경에서 흐름을 계속 돌릴 수 있습니다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마련된 인스턴스에 접속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하므로 — 설치 없이 계정을 만들면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워크플로를 바로 조립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공개 정보를 읽는 짧은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흐름과 실행 뒤 기록을 나란히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인스턴스 관찰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n8n 접속 주소 — https://n8n.vibemakers.kr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안내한 설문 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만듭니다. 폼 진입 시 아이디·비밀번호를 물으면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 안내받은 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입력합니다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폼을 제출하면 수업용 계정이 만들어지고, 그 계정으로 접속 주소에 로그인합니다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뒤 화면에 표시되는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버전은 그대로 기록해 둡니다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가입, 초대 수락, 비밀번호 설정처럼 인증 방법을 추정하여 진행하지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방식으로 계정을 만들려 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계정의 권한 경계와 기록이 흐려집니다.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화면, 오류 문구, 접속한 주소를 남기는 편이 더 정확한 관측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노드를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역할과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 Trigger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Execute Workflow로 실행할 때에만 흐름을 시작하므로 — 첫 실행의 출발점이 눈앞에 보입니다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 Request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주소에 인증 없이 읽을 수 있는 https://en.wikipedia.org/api/rest_v1/page/summary/N8n을 넣습니다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85140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노드를 이은 뒤 실행하면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그래프로 설계한 흐름이 공개 API를 읽고 결과를 돌려줍니다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기록에서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응답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목록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방금 흐름의 기록을 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Request 노드의 출력에는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상태코드와 서버가 돌려준 원 응답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보입니다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응답에서 찾을 필드 — title · description · timestamp · content_urls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실행 기록은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전체가 한 번 실행된 단위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화면과 실행 한 건을 구별해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살핍니다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7012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7012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선으로만 보이던 흐름이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데이터를 가져왔다는 사실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기록으로 확인합니다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확인한 내용을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확인한 화면 위치 또는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 Trigger와 HTTP Request 노드를 찾았는가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실행은 어디에 기록되는가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응답은 어디에 보이는가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오른쪽 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둔 채 시작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남의 답을 베끼지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화면에서 본 위치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적기 위해서입니다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넓힐 수 있는 흐름과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경계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폼의 응답을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스프레드시트로 옮기는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시각에 공개 API를 읽어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요약을 남기는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메일이나 폼 접수를 감지해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알림을 보내는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웹페이지의 변화를 확인하는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노드가 있다는 사실과 실제 업무를 맡겨도 된다는 판단은 같지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연결할 서비스의 권한, 실패 뒤에 남는 기록, 사람이 다시 확인할 지점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살펴야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 학습에 n8n이 알맞은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노드와 선이 곧 실행되는 그래프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여서 흐름과 데이터의 이동을 눈으로 따라갈 수 있고, 실행마다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노드가 무엇을 주고받았는지 기록이 남기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로그인이 안 될 때 해야 할 일은?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인증 방식을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추정해서 시도하지 않는다.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 경계와 기록이 흐려지므로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화면, 오류 문구, 접속한 주소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 11만·MAU 170만이 뜻하는 것과 뜻하지 않는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생태계가 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뜻은 되지만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규모가 곧 신뢰라는 뜻은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그래프가 그대로 돌아갑니다 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