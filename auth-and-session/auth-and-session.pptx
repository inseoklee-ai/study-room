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데이터베이스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회원가입과 로그인 — 사용자를 다루기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표 · 세션과 토큰 · 캐시 — 전부 '데이터를 다루는 일'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원리는 지난 시간에, 오늘은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데이터·저장 관점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표  무엇을 저장하나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상태 유지  세션 vs 토큰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캐시와 Redis  빠름의 비결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인증·인가·쿠키/세션의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 자체는 지난 시간(백엔드)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봤습니다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 데이터가 DB에 어떻게 담기나"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 봅니다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결론을 먼저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인증은 직접 만들지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이해하고, 믿을 만한 도구에 맡기는 판단까지가 우리 몫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회원가입·로그인을 '데이터'로 보면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하나와 CRUD 두 동작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사용자를 다루기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하나가 필요합니다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76809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회원(users) 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 · email · password_hash · created_at(가입일)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hong@example.com · (해시값) · 2026-03-02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2860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" y="24003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" y="24003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5568" y="22860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= 회원 표에 행 하나 넣기(Create)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사용자가 입력한 이메일로 새 줄을 만든다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169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30312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30312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29169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= 그 이메일로 행을 찾아(Read) 비밀번호를 대조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맞으면 통과, 틀리면 거절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6027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36027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6027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결국 앞서 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조합입니다 — 새로운 마법이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꼭 지킬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비밀번호는 절대 원문으로 저장하지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칸에 원문이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해시(솔트 + bcrypt)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저장한다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이메일은 '유일'하게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이메일로 두 번 가입되지 않도록 email 칸에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유일(unique) 제약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건다. 없으면 중복 계정·로그인 혼란이 생긴다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것만 모은다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가입에 꼭 필요한 것 외엔 받지 않는다 (최소 수집)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인증은 직접 만들지 마세요.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로그인·비밀번호 재설정·소셜 로그인은 함정이 많아 자작하면 사고로 이어지기 십상입니다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서비스·라이브러리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Supabase Auth)를 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"인증은 처음부터 만들지 말고 검증된 Auth를 붙여줘. 비밀번호는 해시로, 이메일은 유일하게."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상태는 어떻게 유지되나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무상태 · 쿠키 · 세션 vs 토큰(JWT)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사용자를 다루기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매 요청이 남남입니다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시간에 봤듯 HTTP는 '무상태'라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'나 아까 그 사람'을 다시 증명해야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합니다. 그 증명을 실어 나르는 게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🍪 쿠키란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사이트가 브라우저에 건네는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메모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브라우저가 보관했다가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요청할 때마다 자동으로 함께 보낸다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(지난 시간의 '지갑 속 카드')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그래서 갈림길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쿠키(또는 그 자리)에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담느냐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여기서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갈린다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로그인이 계속 유지되는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쿠키 덕분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 1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서버가 기억한다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상태를  세션 저장소에 적음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번호표  (세션 ID)만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요청마다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번호표 제시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상태를 쥐고 있어서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로그아웃·강제 차단을 바로 할 수 있습니다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저장소에서 지우면 번호표는 즉시 휴지 조각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 — 서버가 여러 대로 늘면 그 저장소를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나눠 써야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단순한 웹앱 +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로그아웃·차단이 중요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세션이 더 단순하고 안전합니다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 2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토큰(JWT)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서버가 기억하지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로그인하면 서버가 사용자 정보와 만료 시각을 담아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 못 하게 서명(도장)한 증명서(JWT)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통째로 내줍니다. 이후 브라우저는 요청마다 이 토큰을 내밀고, 서버는 저장소를 뒤질 필요 없이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서명만 확인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강한 곳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56260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확장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·여러 서비스 연동·모바일. 저장소 조회가 없어 '무상태'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087118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꼭 알 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562606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내용은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암호가 아니라 그냥 인코딩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가진 사람은 누구나 열어 봅니다. 서명이 막는 건 '못 바꾸게'이지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'못 보게'가 아닙니다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민감정보를 토큰에 넣으면 안 됩니다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33070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 — 한 번 내준 토큰은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무효화가 어렵습니다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(서버에 지울 기록이 없으니)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보통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만료를 짧게 두고 '리프레시 토큰'으로 조용히 갱신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방식을 씁니다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뭘 쓰나 — 그리고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만들지 마세요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유리한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단순한 웹앱, 즉시 로그아웃·차단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상태를 쥐고 있어 지우면 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서비스·모바일·큰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조회 없이 서명만 확인 → 확장에 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67004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MDN조차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"세션 관리를 직접 구현하지 말고 검증된 라이브러리를 쓰라"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못 박습니다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73075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서비스(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Auth · Clerk · Auth0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등)가 세션이든 토큰이든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발급·만료·갱신·저장까지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알아서 안전하게 처리합니다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몫은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"무슨 방식인지 이해하고, 믿을 만한 도구에 맡기는" 판단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캐시와 Redis — 로그인이 빠른 비결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계산대 옆 바구니 · TTL · 저장 위치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사용자를 다루기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— 자주 쓰는 걸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캐시(cache)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자주 쓰는 데이터를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메모리에 잠깐 두어 빠르게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꺼내 쓰는 것입니다. 매번 창고(디스크·DB) 깊숙이 다녀오는 대신,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찾는 물건을 계산대 옆 바구니에 올려 두는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셈이죠.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얻는 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56260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오른다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감당할 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562606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잠깐 어긋날 수 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'언제까지 신선한 걸로 볼지'(수명,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)를 정해 둔다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0210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0210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10210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캐시는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속도와 신선함의 거래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공짜가 아니라는 점이 색인과 같습니다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딱 맞는 이유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로그인에서 캐시가 등장하는 자리가 바로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세션 확인은 거의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요청마다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일어나 '빠름'이 생명인데, 소단원 ③에서 본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Redis(키-값, 메모리 기반)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딱 맞습니다.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1937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1937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087118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조회가 매우 빠르다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메모리 기반 키-값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0281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80949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80949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70281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키마다 자동 만료(TTL)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걸 수 있다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"30분 활동 없으면 자동 로그아웃"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손쉽게 만든다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1851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4251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4251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31851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서버가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저장소를 나눠 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앞서 본 세션의 단점이 해결된다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8907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8907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98907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"세션을 여러 서버가 나눠 쓰는 문제"와 "캐시로 속도를 얻는 것"이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도구(Redis)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만납니다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두느냐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중요합니다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localStorage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악성 스크립트(XSS)에 그대로 읽힌다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httpOnly 쿠키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자바스크립트가 읽을 수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 표준(OWASP) 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비전공자는 세 줄만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저장·갱신은 Auth 서비스에 맡기고 ② 민감정보는 토큰에 넣지 말고 ③ 저장 위치는 안전한 곳으로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회원가입과 로그인을 CRUD로 말하면?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회원가입 = 회원 표에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하나 넣기(Create)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로그인 = 이메일로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행을 찾아(Read)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비밀번호 대조.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세션과 토큰의 결정적 차이는?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상태를 기억하는가.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세션은 서버가 기억해 즉시 로그아웃·차단이 되고, 토큰은 기억하지 않아 확장에 강하지만 즉시 무효화가 어렵다.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JWT에 비밀번호를 넣으면 안 되는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토큰 내용은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암호화가 아니라 인코딩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가진 사람은 누구나 열어 볼 수 있다. 서명은 '못 바꾸게' 할 뿐 '못 보게' 하지 않는다.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Redis가 세션 저장소로 적합한 두 가지 이유는?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메모리 기반이라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조회가 매우 빠르다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 키마다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만료(TTL)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걸 수 있어 자동 로그아웃을 쉽게 만든다.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· 상태 · 위임 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2026-08-27T13:24:21Z</dcterms:created>
  <dcterms:modified xsi:type="dcterms:W3CDTF">2026-08-27T13:24:21Z</dcterms:modified>
</cp:coreProperties>
</file>