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범위와 모델 제공자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이름이 많아도 어디까지 동작하는지 확인하기 어려울 수 있습니다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작아도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 동작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구현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구현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작더라도 여러 층을 통과해 끝까지 동작하는 구현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모델 연결만 따로 만드는 것보다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 요청 → 모델의 파일 읽기 요청 → 내 프로그램의 실제 읽기 → 결과 전달 → 답변"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한 번 연결하면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경계들이 함께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7524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제품 목표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수업에서 완성하고 검증할 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자료 작업, 코드 변경·검사, 권한, 상태·기록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최초 수직 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구조를 처음 확인할 작은 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지정한 가상 회의록을 읽고 담당자 찾기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후속 필수 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연결 뒤 확장할 제품 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확인과 승인, 제한된 테스트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확장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필요에 따라 구현하거나 미룰 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번째 제공자, 동시 실행, 원격 접속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3540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3540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3540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읽기부터 시작하는 것은 코딩 기능을 제외한다는 뜻이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제공자를 붙였다고 코드 변경과 검증이 생략되어도 되는 것은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모델 제공자 선택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 이름만으로 모델까지 정해지지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범위와 제공자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준비하고 확인할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설계에 미치는 영향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제공된 키, 사용 가능한 모델, 선택한 API의 도구 호출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외부 서비스로 전송되며 사용량·오류를 다뤄야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Ollama 로컬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중인 로컬 서버, 설치된 모델, 도구 호출 지원, 장치 자원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실행 환경과 모델의 응답 품질을 확인해야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70048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자체가 하나의 모델인 것은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어떤 모델을 실행하느냐에 따라 도구 요청과 답변 품질이 달라집니다.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모델이 실행된다는 사실만으로 코드 수정까지 잘한다고 판단하지 않습니다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3469386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469386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3560826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환경에서 먼저 연결할 제공자와 모델을 고르자.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도구 호출 지원과 선택 이유를 확인해서 D04에 남겨 줘.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28320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428320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428320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확인하지 못한 사항은 확인 예정이라고 남기고, 추천만으로 CHOSEN으로 바꾸지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실제 연결 검증은 D01~D07을 정하고 구현을 요청한 뒤 수행합니다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호환과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지원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프로그램이 다른 프로그램에 기능을 요청하는 약속 — 요청 주소, 입력 필드, 응답 형식 등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Ollama는 OpenAI API의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일부와 호환되는 경로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제공합니다. 기존 클라이언트를 재사용할 수 있지만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기능과 저장 방식이 같다는 뜻은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API가 도구 설명을 받는 것과, 선택한 모델이 적절한 도구 호출을 반환하는 것은 별개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지원하는 모델인지 확인하고 실제 응답을 받아 판단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67804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67804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575179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선택한 주소와 인증으로 응답을 받는다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83255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328612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328612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3183255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형식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 이름과 입력이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프로그램에서 해석할 수 있는 구조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반환된다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1331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89420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89420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791331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전달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실제 실행 결과를 돌려주면 다음 응답이 이어진다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99407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450227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450227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4399407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품질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모델의 답이 실제 자료나 검사 결과와 맞는다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6234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06234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506234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텍스트에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"파일을 읽었습니다"라고 적힌 것만으로 2·3번을 통과한 것은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함수가 성공해도 담당자나 마감일을 잘못 답했다면 4번은 실패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도구와 작업 범위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 목록보다 허용할 행동을 먼저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범위와 제공자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민감하지 않은 자료와 기준 폴더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도구가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대상과 반환해야 할 정보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접근하지 않을 위치와 파일 종류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확인할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사용자 요청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이후에 추가할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변경·테스트의 범위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44398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첫 요청이 "지정한 회의록에서 담당자를 찾아 줘"라면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 하나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시작할 수 있습니다.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스스로 찾아야 하는 시나리오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라면 목록 조회나 검색이 추가로 필요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컴퓨터 전체 접근이나 임의 터미널 명령을 기본 기능으로 넣지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코드 예제와 정해진 검사부터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선택하면 실제 변경과 검증을 이해하기 쉽습니다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방식은 D06에서 더 구체화하되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쓰기와 테스트에 승인이 필요한지 빠뜨리지 않도록 연결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둡니다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실패할 때의 동작도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명세에 남길 동작의 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이유를 반환하고 다른 자료 확인이나 사용자 질문으로 이어감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범위 밖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읽지 않고 거절 사실을 남김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인증·연결 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요청을 실패로 표시하고 원인을 확인할 단서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해석할 수 없는 도구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실행하지 않고 오류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근거와 다른 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 평가에서 실패로 기록하고 실행 성공과 구별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22192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"파일을 읽을 수 있다"만 적으면 파일이 없을 때가 남고, "모델과 연결된다"만 적으면 인증 오류나 응답 형식 오류를 성공처럼 숨길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상황도 사용자가 경험하는 제품 동작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복사할 최종 정책은 아닙니다.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반복 시도 여부와 중단 조건은 다음 절에서 — 다만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실패했을 때 몰래 다른 제공자나 준비된 답변으로 바꾸어 성공한 것처럼 보이지 않게 한다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기준은 분명히 둡니다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수직 구현이란?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작더라도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층을 통과해 끝까지 동작하는 구현.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요청→도구 요청→실제 실행→결과 전달→답변을 한 번 연결한다.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Ollama 호환 경로를 쓰면 도구 호출도 보장되나?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API가 도구 설명을 받는 것과 모델이 적절한 호출을 반환하는 것은 별개.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응답을 받아 판단한다.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가지 확인 항목은?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· 호출 형식 · 결과 전달 · 내용 품질.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"파일을 읽었습니다"라는 텍스트만으로 2·3번이 통과된 것은 아니다.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시작해 끝까지 잇습니다 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2026-09-08T01:39:01Z</dcterms:created>
  <dcterms:modified xsi:type="dcterms:W3CDTF">2026-09-08T01:39:01Z</dcterms:modified>
</cp:coreProperties>
</file>