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에이전트 도구 ⑦ + 과제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워크플로 강화하기와 과제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AI를 '내 전용 조수'로 — 그리고 스킬 하나를 GitHub에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아침의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다시 보기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팀원이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"어제 만든 예약 화면에서 오늘 예약만 보여 줘"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합니다. 이때 범용 채팅창에 화면 구조·DB 이름·확인 순서를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길게 설명하면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일은 되더라도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설명을 계속 반복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하게 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21937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21937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2087118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하나 고르고 (내 조건에 맞게)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02814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80949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80949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702814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MCP나 앱의 CLI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내 데이터·도구에 잇고 (규칙 파일로 사용법을 알려 주고)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1851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42519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42519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31851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하는 일을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외워 두면 —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98907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98907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AI가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서비스를 아는 전용 조수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바뀝니다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책임까지 넘기는 건 아닙니다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넘기는 것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권한 · 반복 작업 · 정리와 요약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넘길 수 없는 것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결과에 대한 검토와 판단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3865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865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처음에는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전용 연결과 작은 작업부터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시작하고,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결과를 내가 확인하는 습관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남겨 둡시다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081528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소단원 ④의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'승인 93%'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소단원 ①의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'작은 단위·명확한 권한·중간 확인'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모두 이 한 줄로 모입니다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— 내가 실제로 쓸 스킬 하나, GitHub에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제출은 저장소 링크 하나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과제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스킬 후보 고르기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"또 이걸 설명하고 있네"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"AI한테 또 이걸 설명하고 있네" 싶은 순간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후보입니다.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고칠 때마다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팀 린트·컨벤션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다시 알려 주는 일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작업을 끝내고 항상 돌리는 정리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메시지·변경 요약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회의록·안내문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우리 팀 양식으로 바꾸는 일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03352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03352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303352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스킬의 본질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'매번 반복하던 일'에서 나와야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합니다. 멋있어 보이는 걸 새로 상상해 만들면 쓰지 않게 됩니다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저장소를 만들고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쓰기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GitHub 저장소를 하나 만듭니다(예: my-skills). 그 안에 스킬 폴더와 SKILL.md를 만듭니다. Claude Code 기준 경로는 .claude/skills/&lt;스킬이름&gt;/SKILL.md이고, 다른 도구는 각 도구의 스킬 위치에 둡니다.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2459736"/>
          </a:xfrm>
          <a:prstGeom prst="roundRect">
            <a:avLst>
              <a:gd name="adj" fmla="val 185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87118"/>
            <a:ext cx="54864" cy="245973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178558"/>
            <a:ext cx="10707624" cy="22768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commit-summary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오늘 작업을 우리 팀 커밋 메시지 양식으로 요약할 때 사용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커밋 메시지 요약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`git diff`로 바뀐 부분을 확인한다.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바뀐 것을 주제별로 묶어 한 줄씩 요약한다.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양식은 `[범위] 한 일 (#이슈)` 로 맞춘다.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693158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프론트매터(name·description)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씁니다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README로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'왜'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쓰기 · 4. 올리고 링크 제출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859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859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최상단 README.md에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스킬을 만들었는지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한 장으로.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"무슨 불편이 있었고, 스킬이 어떻게 없앴는지"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한눈에 들어와야 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02536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1168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1168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02536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push하고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링크를 제출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8833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68833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268833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🎁 보너스 — 친구에게 링크를 주고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스킬 써 봐"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했을 때,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 설명하지 않아도 돌아가면 성공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이게 소단원 ⑤의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플러그인·팀 공유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값진 이유와 같은 원리입니다 — 내 머릿속에만 있던 세팅을 남이 쓸 수 있게 만드는 것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41579"/>
          </a:xfrm>
          <a:prstGeom prst="roundRect">
            <a:avLst>
              <a:gd name="adj" fmla="val 186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41579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4157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스킬이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'매번 반복하던 일'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나왔는가? (스킬의 본질)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5475"/>
            <a:ext cx="11027664" cy="441579"/>
          </a:xfrm>
          <a:prstGeom prst="roundRect">
            <a:avLst>
              <a:gd name="adj" fmla="val 186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5475"/>
            <a:ext cx="64008" cy="441579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5475"/>
            <a:ext cx="10707624" cy="44157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description만 봐도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쓰는지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아는가?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9350"/>
            <a:ext cx="11027664" cy="441579"/>
          </a:xfrm>
          <a:prstGeom prst="roundRect">
            <a:avLst>
              <a:gd name="adj" fmla="val 186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9350"/>
            <a:ext cx="64008" cy="441579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9350"/>
            <a:ext cx="10707624" cy="44157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README에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'왜'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불편에서 해결로 적혀 있는가?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43225"/>
            <a:ext cx="11027664" cy="441579"/>
          </a:xfrm>
          <a:prstGeom prst="roundRect">
            <a:avLst>
              <a:gd name="adj" fmla="val 186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43225"/>
            <a:ext cx="64008" cy="441579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43225"/>
            <a:ext cx="10707624" cy="44157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대화에서 한마디로 발동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시켜 보았는가?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53110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53110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53110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두 번째 항목이 실제로 가장 중요합니다 — AI가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한 줄로 이 스킬을 꺼낼지 판단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하니까요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프로젝트 제출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루브릭과 제출 방식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5486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916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제출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루브릭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학습목표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스스로 작업을 효율화 할 수 있습니다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충분히 유의미한 내용에 대해서 skill 이 만들어졌는가?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사용할 기능을 직접 설계합니다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만들어진 skill 이 재사용 될만한 요소인가?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skill 에 대해서 이해합니다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만들어진 skill 이 실제로 동작하는가?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세 기준이 곧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유의미함 · 재사용성 · 실제 동작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앞의 '제출 전 체크' 네 항목이 그대로 대응합니다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방식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가지만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수정 불가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📁 파일 업로드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ZIP · PDF · 이미지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첨부 가능 (최대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5MB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URL 업로드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링크 하나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과제는 이쪽이 자연스럽습니다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5008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" y="25008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15568" y="2386584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또는 URL 중 한 가지 방식으로만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업로드 가능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31318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31318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5568" y="3017520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후 수정은 불가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링크가 열리는지, 저장소가 public인지 미리 확인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회고와 핵심 정리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질문 · 여섯 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5486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916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마무리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'USB-C'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빗댄다면, 내 서비스에서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 꽂고 싶은 것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반복해서 설명하던 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(= 스킬 후보)은 무엇인가?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AI 도구가 쏟아질 때,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나를 덜 휩쓸리게 해 줄 기준 하나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세 질문 모두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'외웠는가'가 아니라 '내 상황으로 옮길 수 있는가'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묻습니다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배운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 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할 수 있는 행동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에이전트의 구조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= 모델(지능) + 하네스(껍데기)입니다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도구를 볼 때 '하네스'를 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AI를 내 데이터·도구에 꽂는 'USB-C' 표준입니다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연결하고 싶은 데이터를 하나 고릅니다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작업을 외워 두는 재사용 설명서입니다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매번 반복하던 지시를 스킬 후보로 적습니다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파일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 상시 안내문(AGENTS.md·CLAUDE.md)입니다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설명을 파일에 한 번 적어 둡니다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CLI로 잇기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명령을 규칙 파일로 알려 두면 AI가 직접 실행합니다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자주 쓰는 조회를 명령 하나로 만듭니다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종류는 많고 빠르게 바뀌니 '내 조건'으로 고릅니다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개념을 잡고, 유행에 덜 휩쓸립니다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더 찾아보기 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447979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공식 문서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modelcontextprotocol.io/docs/getting-started/intro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쉬운 설명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IBM, "What is Model Context Protocol (MCP)?" · ibm.com/think/topics/model-context-protocol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스킬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Claude Platform Docs, "Agent Skills" · platform.claude.com/docs/en/agents-and-tools/agent-skills/overview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예시 저장소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anthropics/skills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플러그인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code.claude.com/docs/en/plugins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AutoGPT 초기 급성장(2023년 봄)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Significant-Gravitas/AutoGPT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 비교 2026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Faros AI, "Best AI Coding Agents for 2026" · DEV, "Every AI Coding CLI in 2026"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Devin Desktop(구 Windsurf)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docs.windsurf.com/windsurf ·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Roo Code 확장 종료(2026-05-15)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docs.roocode.com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CLI → Antigravity CLI 전환(2026-06)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Google Developers Blog ·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Antigravity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antigravity.google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더 찾아보기 ②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09867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 주도 개발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github/spec-kit · Fission-AI/openspec · Kiro(AWS) kiro.dev/docs/specs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오케스트레이션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Yeachan-Heo/oh-my-claudecode · code-yeongyu/oh-my-openagent(omo)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토큰 부담과 코드 실행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Anthropic, "Code execution with MCP"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도구 검색(툴 서치)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Anthropic, "Advanced tool use"; Claude Code MCP 문서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컴파운드 엔지니어링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Every, every.to/guides/compound-engineering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Hermes Agent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NousResearch/hermes-agent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Ralph 루프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Geoffrey Huntley, ghuntley.com/ralph ·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 엔지니어링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Pragmatic Engineer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열린/닫힌 모델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OpenRouter, "The open weight models that matter" ·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지표·요금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Artificial Analysis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오픈소스 에이전트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goose(리눅스재단 AAIF) · Earendil Pi · OpenClaw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마지막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범용 AI를 '내 전용 조수'로 바꾸는 세 단계는?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내 조건에 맞게 고르고 ②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MCP나 앱의 CLI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내 데이터에 잇고(규칙 파일로 사용법을 알려 주고) ③ 자주 하는 일을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외워 둔다.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좋은 스킬 후보를 찾는 신호는?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"AI한테 또 이걸 설명하고 있네" 싶은 순간.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새로 상상해 만든 스킬은 쓰지 않게 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제출에서 가장 흔한 실수는?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저장소가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 링크가 안 열리는 것. 제출 후 수정이 불가하므로 로그아웃 상태에서 미리 열어 본다.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· 하네스 · 내 조건 🛠️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 도구 — 강의 완결 (7/7 + 제출)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2026-08-27T13:52:35Z</dcterms:created>
  <dcterms:modified xsi:type="dcterms:W3CDTF">2026-08-27T13:52:35Z</dcterms:modified>
</cp:coreProperties>
</file>