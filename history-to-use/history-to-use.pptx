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트랜스포머 (8) · 종합 정리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역사에서 활용까지 한 줄로 꿰기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2 트랜스포머 — 여덟 소단원을 한 문장으로 접는다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긴 역사를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각자의 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 · 초기 언어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벽을 넘다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쌓아 올려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2C4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낳은 것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언어 모델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남긴 것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· 컨텍스트  (비용·한계)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활용가의 일은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긴 입력을 넣는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 필요한 문맥을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가능한 구조로 배치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수식 없이 봤다고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얕게 본 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활용가에게 필요한 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내부 계산을 재현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게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입력 설계가 답의 품질과 비용을 좌우하는지 설명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있는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어텐션이 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수의 제곱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가까운 비용을 만드는지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 정보가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묻히면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놓치기 쉬운지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두 가지를 말할 수 있다면, 그 사람은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에이전트가 만든 구조를 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있습니다. 그게 오늘 강의의 목적지였습니다.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강의 2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소단원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되짚기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45643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소단원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골목이 같은 벽에 부딪히다 — 이미지·언어의 합류 예고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이미지가 연 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CNN → ResNet, 깊이의 벽을 skip connection으로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언어의 또 다른 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word2vec·RNN·LSTM·seq2seq → 순서의 벽과 attention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두 길의 합류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Attention·Q/K/V·멀티헤드·위치 인코딩 = 트랜스포머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세상을 먹다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사전학습·스케일링·정렬(SFT·RLHF·DPO)·언어 밖 정복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토큰과 컨텍스트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어텐션 n² 비용 → 토큰·컨텍스트 윈도우·Lost in the Middle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예산표·캔버스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예산표·병목 계산식·컨텍스트 설계 실습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한 줄로 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— 역사에서 활용까지 종합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활용가가 기억할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트랜스포머는 문맥을 보는 구조지만,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확인 능력이나 책임 판단을 보장하진 않는다.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그래서 컨텍스트 설계엔 항상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장치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붙어야 한다.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문서 중 일부를 놓칠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결론마다 근거 위치를 요구하고 샘플을 검수한다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비용이 누적된다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입력·출력 예산표를 만들고 반복 지시를 압축한다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요약이 근거를 삭제할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정보는 원문 링크·ID를 보존한다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모델별 토큰화가 다르다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사용하는 모델의 공식 문서·도구로 확인한다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정리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질문 → 가져갈 판단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가져갈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트랜스포머를 왜 알아야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문맥을 어떻게 참고하는지 알아야 입력 설계·실패 원인을 설명한다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토큰은 왜 중요한가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비용·지연·컨텍스트 한계가 글자 수보다 토큰 수에 가깝게 움직인다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어텐션은 왜 비용이 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토큰이 서로를 참고 → 계산이 토큰 수의 제곱에 가깝게 늘어난다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윈도우는 무엇인가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펼치는 작업대 — 크기보다 배치·선별이 중요하다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활용가의 역할은 무엇인가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에이전트가 만든 구조에서 토큰 예산·근거 보존·위험한 압축을 판단한다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한 문장으로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만들고, 컨텍스트는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만든다    트랜스포머를 잘 쓰는 일은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긴 입력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넣는 일이 아니라  필요한 문맥을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가능한 구조로 배치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일이다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세 줄로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트랜스포머 구조가 왜 곧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비용·한계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되는지, 어제와 달라진 관점을 한 문장으로.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오늘 만든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예산표·컨텍스트 캔버스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가장 중요한 칸은 무엇이었나.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❤️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"비용을 줄이자"는 제안을 받았을 때,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근거만은 지키겠다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마음먹었나.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노트에 세 줄로 남겨 보세요. 머리·손·마음 — 아는 것, 만든 것, 지킬 것.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출처 · 더 찾아보기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(1) 논문·개념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241820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어텐션·트랜스포머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Attention Is All You Need, arXiv:1706.03762 (Vaswani et al., 2017)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컨텍스트 위치 문제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Lost in the Middle, arXiv:2307.03172 (Liu et al., 2023)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RAG(검색 증강 생성)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arXiv:2005.11401 (Lewis et al., 2020)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ViT, arXiv:2010.11929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Whisper, arXiv:2212.04356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Decision Transformer, arXiv:2106.01345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DiT(2212.09748) · SD3(2403.03206) · CogVideoX(2408.06072)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과학·로봇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AlphaFold(Nature 2021) · RT-2, arXiv:2307.15818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출처 · 더 찾아보기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(2) 도구·한국어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수 확인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OpenAI Tokenizer, Platform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컨텍스트·모델 사양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OpenAI Models Docs ·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컨텍스트 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Google AI "Long context"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더 읽기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ratsgo's NLPBOOK(Self Attention), FFighting(ResNet 리뷰), greeksharifa(ViT 설명), cosmoquester(Decision Transformer 요약)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모델별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길이와 가격은 빠르게 바뀝니다.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과제·프로젝트에서 실제 수치를 쓸 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중인 제공사의 공식 문서를 요청 직전에 다시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강의 2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복습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이미지의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언어의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순서의 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무엇으로 넘었나?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트랜스포머가 RNN을 이긴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계산상의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결정적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어텐션이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밖으로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번질 수 있었던 한 문장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비용은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수가 아니라 토큰 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가깝게 움직이나?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"트랜스포머를 잘 쓰는 일"을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말하면?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깊이의 벽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connection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(ResNet), 순서의 벽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 셀 상태 → 끝내 attention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둘 다 "통로를 터 준다"는 한 뿌리.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RNN은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 처리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였는데 트랜스포머는 모든 토큰을 동시에 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병렬 계산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가능 → 큰 데이터·모델을 감당.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어텐션은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조각들이 서로를 참고하는 계산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뿐, 조각이 단어일 필요가 없어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토큰으로 자를 수 있으면 무엇이든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삼킨다.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모델은 글을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단위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다루고 비용도 그 단위로 매겨진다. 한국어는 글자당 토큰이 더 들어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 길이와 비용이 어긋난다.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긴 입력을 넣는 일이 아니라, 필요한 문맥을 검토 가능한 구조로 배치하는 일.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꿰었다 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2 트랜스포머 — 여기서 매듭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2026-08-03T22:15:10Z</dcterms:created>
  <dcterms:modified xsi:type="dcterms:W3CDTF">2026-08-03T22:15:10Z</dcterms:modified>
</cp:coreProperties>
</file>