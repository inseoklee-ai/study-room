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수백만 달러 모델과 60만 원 그래픽카드, 둘 다 사실인 이유를 오늘 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수백만 달러짜리가 어떻게 60만 원 카드 안에 들어갔나? 둘 다 사실. 열쇠는 학습과 추론의 비용 구조 차이.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학습은 파라미터+활성값+그래디언트+옵티마이저 상태까지 메모리에. 추론은 정해진 파라미터로 행렬곱 한 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18바이트 vs 2바이트. 7B면 126GB vs 14GB. 추론은 첫 줄만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추론의 유일한 조건: 전체 파라미터를 메모리에. 70B=140GB는 노트북엔 불가능.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양자화 → 실행 → 한계 → 판단(데이터/비용/의존성 3축).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장 요약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퀴즈 5문항. 핵심 개념 위주.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정답 및 해설.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206240" cy="4206240"/>
          </a:xfrm>
          <a:prstGeom prst="ellipse">
            <a:avLst/>
          </a:prstGeom>
          <a:solidFill>
            <a:srgbClr val="16273D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206240"/>
            <a:ext cx="3108960" cy="3108960"/>
          </a:xfrm>
          <a:prstGeom prst="ellipse">
            <a:avLst/>
          </a:prstGeom>
          <a:solidFill>
            <a:srgbClr val="1E5F8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331720"/>
            <a:ext cx="1051560" cy="1051560"/>
          </a:xfrm>
          <a:prstGeom prst="ellipse">
            <a:avLst/>
          </a:prstGeom>
          <a:solidFill>
            <a:srgbClr val="27C4A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33172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노트북에서도 LLM이 돌아갈까?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EC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학습과 추론의 차이 · 로컬 LLM의 메모리 벽 · 오늘의 로드맵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0080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C4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모두의연구소  ·  LLM 학습노트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7C4A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B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모순처럼 보이는 질문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2578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8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3774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만드는 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수백만 달러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68680" y="379476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수천 대가 몇 달씩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B7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사전학습(pre-training)의 세계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55080" y="2148840"/>
            <a:ext cx="52578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8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75120" y="23774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C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쓰는 쪽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75120" y="283464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60만 원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75120" y="379476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게임용 그래픽카드 한 장으로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B7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30B 모델을 굴리는 사람도 있다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806440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E8F6F3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5806440"/>
            <a:ext cx="128016" cy="713232"/>
          </a:xfrm>
          <a:prstGeom prst="roundRect">
            <a:avLst>
              <a:gd name="adj" fmla="val 35714"/>
            </a:avLst>
          </a:prstGeom>
          <a:solidFill>
            <a:srgbClr val="27C4A8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5806440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 </a:t>
            </a:r>
            <a:pPr indent="0" marL="0">
              <a:buNone/>
            </a:pPr>
            <a:r>
              <a:rPr lang="en-US" sz="15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사실이다. 이 모순을 푸는 열쇠 하나가 오늘 배울 모든 것을 이어 준다.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7C4A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B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학습과 추론은 애초에 다른 일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257800" cy="3429000"/>
          </a:xfrm>
          <a:prstGeom prst="roundRect">
            <a:avLst>
              <a:gd name="adj" fmla="val 3200"/>
            </a:avLst>
          </a:prstGeom>
          <a:solidFill>
            <a:srgbClr val="FDEEE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31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70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= 모델을 만드는 일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880360"/>
            <a:ext cx="4709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순전파 – 입력을 층층이 통과시켜 답을 냄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활성값 – 순전파 중 각 층의 중간 결과를 전부 보관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그래디언트(기울기) – 값을 바꾸면 오차가 얼마나 변하나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옵티마이저(Adam) – 방향·들쭉날쭉함 2개 기록 보관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혼합 정밀도 – FP16 계산 + FP32 사본 별도 보관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2148840"/>
            <a:ext cx="5257800" cy="3429000"/>
          </a:xfrm>
          <a:prstGeom prst="roundRect">
            <a:avLst>
              <a:gd name="adj" fmla="val 3200"/>
            </a:avLst>
          </a:prstGeom>
          <a:solidFill>
            <a:srgbClr val="E5F4F1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331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8C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= 만든 모델을 쓰는 일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75120" y="2880360"/>
            <a:ext cx="4709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파라미터는 이미 정해졌고 조정하지 않음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오차를 잴 일도, 거슬러 올라갈 일도 없음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옵티마이저 상태를 들고 있을 필요 없음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숫자로 행렬곱 한 번 → 다음 토큰 출력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E8C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학습 메모리 항목 중 '첫 줄'만 필요하다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5806440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E8F6F3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5806440"/>
            <a:ext cx="128016" cy="713232"/>
          </a:xfrm>
          <a:prstGeom prst="roundRect">
            <a:avLst>
              <a:gd name="adj" fmla="val 35714"/>
            </a:avLst>
          </a:prstGeom>
          <a:solidFill>
            <a:srgbClr val="27C4A8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806440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 </a:t>
            </a:r>
            <a:pPr indent="0" marL="0">
              <a:buNone/>
            </a:pPr>
            <a:r>
              <a:rPr lang="en-US" sz="15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'만드는 일'과 '쓰는 일'은 비용 구조가 완전히 다르다 — 여기서 모든 것이 갈린다.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 1개를 감당하는 데 드는 바이트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허깅페이스가 정리한 학습 메모리 해부 기준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167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28232"/>
                <a:gridCol w="1691640"/>
                <a:gridCol w="16916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파라미터당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7B 모델 기준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870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3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 2B + FP32 마스터 4B + Adam 8B + 그래디언트 4B  (+활성값 별도)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870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18바이트+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870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126GB 이상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8C9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3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 가중치 2B  (+ KV cache)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8C9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2바이트대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8C9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14GB 남짓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F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70916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0E1B2C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470916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C4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9배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같은 모델인데 학습과 추론의 메모리 요구가 아홉 배 가까이 차이 난다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48640" y="5806440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E8F6F3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5806440"/>
            <a:ext cx="128016" cy="713232"/>
          </a:xfrm>
          <a:prstGeom prst="roundRect">
            <a:avLst>
              <a:gd name="adj" fmla="val 35714"/>
            </a:avLst>
          </a:prstGeom>
          <a:solidFill>
            <a:srgbClr val="27C4A8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5806440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 </a:t>
            </a:r>
            <a:pPr indent="0" marL="0">
              <a:buNone/>
            </a:pPr>
            <a:r>
              <a:rPr lang="en-US" sz="15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학습은 데이터센터의 일, 추론은 노트북의 일 — 우리는 남이 정해 놓은 숫자를 '읽기만' 하면 된다.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7C4A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B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벽은 하나 남는다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94360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317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추론이 공짜란 뜻은 아니다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880360"/>
            <a:ext cx="5394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b="1" dirty="0">
                <a:solidFill>
                  <a:srgbClr val="E870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파라미터를 전부 메모리에 올려놓아야 한다</a:t>
            </a:r>
            <a:endParaRPr lang="en-US" sz="14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하나를 만들려면 모든 층을 처음부터 끝까지 통과 → 각 층 가중치가 매번 필요</a:t>
            </a:r>
            <a:endParaRPr lang="en-US" sz="14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일부만 올리고 디스크에서 읽어오면? 토큰마다 수 GB를 긁어와야 해 실용 속도가 안 나온다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858000" y="2148840"/>
            <a:ext cx="4782312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0" y="2148840"/>
            <a:ext cx="118872" cy="749808"/>
          </a:xfrm>
          <a:prstGeom prst="roundRect">
            <a:avLst>
              <a:gd name="adj" fmla="val 30769"/>
            </a:avLst>
          </a:prstGeom>
          <a:solidFill>
            <a:srgbClr val="0E8C99"/>
          </a:solidFill>
          <a:ln/>
        </p:spPr>
      </p:sp>
      <p:sp>
        <p:nvSpPr>
          <p:cNvPr id="10" name="Text 8"/>
          <p:cNvSpPr/>
          <p:nvPr/>
        </p:nvSpPr>
        <p:spPr>
          <a:xfrm>
            <a:off x="7178040" y="214884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7B (FP16)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509760" y="2148840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E8C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14GB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0" y="3017520"/>
            <a:ext cx="4782312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3017520"/>
            <a:ext cx="118872" cy="749808"/>
          </a:xfrm>
          <a:prstGeom prst="roundRect">
            <a:avLst>
              <a:gd name="adj" fmla="val 30769"/>
            </a:avLst>
          </a:prstGeom>
          <a:solidFill>
            <a:srgbClr val="1E5F8C"/>
          </a:solidFill>
          <a:ln/>
        </p:spPr>
      </p:sp>
      <p:sp>
        <p:nvSpPr>
          <p:cNvPr id="14" name="Text 12"/>
          <p:cNvSpPr/>
          <p:nvPr/>
        </p:nvSpPr>
        <p:spPr>
          <a:xfrm>
            <a:off x="7178040" y="301752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Llama 3.1 8B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509760" y="3017520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5F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14.96GB 측정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0" y="3886200"/>
            <a:ext cx="4782312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3886200"/>
            <a:ext cx="118872" cy="749808"/>
          </a:xfrm>
          <a:prstGeom prst="roundRect">
            <a:avLst>
              <a:gd name="adj" fmla="val 30769"/>
            </a:avLst>
          </a:prstGeom>
          <a:solidFill>
            <a:srgbClr val="E8703A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388620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70B (FP16)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0" y="3886200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70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140GB — 다른 세계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0" y="4754880"/>
            <a:ext cx="4782312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0" y="4754880"/>
            <a:ext cx="118872" cy="749808"/>
          </a:xfrm>
          <a:prstGeom prst="roundRect">
            <a:avLst>
              <a:gd name="adj" fmla="val 30769"/>
            </a:avLst>
          </a:prstGeom>
          <a:solidFill>
            <a:srgbClr val="6B7A8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8040" y="475488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 GPU 메모리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509760" y="4754880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6B7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~ 16GB 뿐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5806440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E8F6F3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5806440"/>
            <a:ext cx="128016" cy="713232"/>
          </a:xfrm>
          <a:prstGeom prst="roundRect">
            <a:avLst>
              <a:gd name="adj" fmla="val 35714"/>
            </a:avLst>
          </a:prstGeom>
          <a:solidFill>
            <a:srgbClr val="27C4A8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806440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 </a:t>
            </a:r>
            <a:pPr indent="0" marL="0">
              <a:buNone/>
            </a:pPr>
            <a:r>
              <a:rPr lang="en-US" sz="150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14.96GB 파일은 16GB 카드에도 겨우 들어간다 — 이 '메모리 벽'을 어떻게 넘었나가 다음 이야기.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7C4A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B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우리가 갈 길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18004"/>
            <a:ext cx="530352" cy="530352"/>
          </a:xfrm>
          <a:prstGeom prst="ellipse">
            <a:avLst/>
          </a:prstGeom>
          <a:solidFill>
            <a:srgbClr val="27C4A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18004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2148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94760" y="21488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4152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14GB를 4GB대로 줄이는 기술. 왜 줄여도 멀쩡한지, 얼마나 줄일 수 있는지, 무엇을 잃는지를 숫자로 확인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72968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342132"/>
            <a:ext cx="530352" cy="530352"/>
          </a:xfrm>
          <a:prstGeom prst="ellipse">
            <a:avLst/>
          </a:prstGeom>
          <a:solidFill>
            <a:srgbClr val="0E8C99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342132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54480" y="317296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실행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794760" y="3172968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4152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도구를 설치하고 모델을 받아, 내 기계에서 토큰이 나오는 것을 눈으로 확인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197096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366260"/>
            <a:ext cx="530352" cy="530352"/>
          </a:xfrm>
          <a:prstGeom prst="ellipse">
            <a:avLst/>
          </a:prstGeom>
          <a:solidFill>
            <a:srgbClr val="1E5F8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36626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197096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체험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794760" y="4197096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4152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속도는 어떤지, 품질이 어디서 무너지는지, 컨텍스트를 늘리면 무슨 일이 벌어지는지 몸으로 파악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5221224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5390388"/>
            <a:ext cx="530352" cy="530352"/>
          </a:xfrm>
          <a:prstGeom prst="ellipse">
            <a:avLst/>
          </a:prstGeom>
          <a:solidFill>
            <a:srgbClr val="5E5AA8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39038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554480" y="5221224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794760" y="5221224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4152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vs API를 3축으로 결정: ① 데이터가 어디까지 나가도 되나 ② 비용 역전점 ③ 인프라 의존도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3474720" cy="3474720"/>
          </a:xfrm>
          <a:prstGeom prst="ellipse">
            <a:avLst/>
          </a:prstGeom>
          <a:solidFill>
            <a:srgbClr val="1627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핵심 한 장 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847088"/>
            <a:ext cx="384048" cy="384048"/>
          </a:xfrm>
          <a:prstGeom prst="ellipse">
            <a:avLst/>
          </a:prstGeom>
          <a:solidFill>
            <a:srgbClr val="27C4A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470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7373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E4ED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학습과 추론은 비용 구조가 완전히 다르다 — 모델을 만드는 일과 쓰는 일은 별개다.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2715768"/>
            <a:ext cx="384048" cy="384048"/>
          </a:xfrm>
          <a:prstGeom prst="ellipse">
            <a:avLst/>
          </a:prstGeom>
          <a:solidFill>
            <a:srgbClr val="27C4A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7157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606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E4ED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학습은 파라미터당 18바이트+ (가중치·그래디언트·옵티마이저·활성값), 추론은 2바이트대.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" y="3584448"/>
            <a:ext cx="384048" cy="384048"/>
          </a:xfrm>
          <a:prstGeom prst="ellipse">
            <a:avLst/>
          </a:prstGeom>
          <a:solidFill>
            <a:srgbClr val="27C4A8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5844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4747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E4ED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7B 모델 기준 학습 126GB+ vs 추론 14GB — 약 9배 차이. 그래서 추론은 노트북의 일이 될 수 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" y="4453128"/>
            <a:ext cx="384048" cy="384048"/>
          </a:xfrm>
          <a:prstGeom prst="ellipse">
            <a:avLst/>
          </a:prstGeom>
          <a:solidFill>
            <a:srgbClr val="27C4A8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4531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43434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E4ED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추론에도 벽 하나: 전체 파라미터를 메모리에 올려야 한다 (7B≈14GB, 70B≈140GB).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85800" y="5321808"/>
            <a:ext cx="384048" cy="384048"/>
          </a:xfrm>
          <a:prstGeom prst="ellipse">
            <a:avLst/>
          </a:prstGeom>
          <a:solidFill>
            <a:srgbClr val="27C4A8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3218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521208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E4ED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 GPU는 8~16GB뿐 → 이 벽을 넘는 기술이 '양자화'이며, 그것이 오늘의 출발점이다.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이해도 확인 질문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5문항으로 오늘 핵심을 스스로 점검해 보세요. (정답은 다음 장)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286000"/>
            <a:ext cx="10515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 같은 모델인데 학습은 데이터센터에서, 추론은 노트북에서 가능한 이유는 무엇인가?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108960"/>
            <a:ext cx="10515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 혼합 정밀도 학습에서 파라미터 1개당 필요한 메모리는 총 몇 바이트이며, 어떤 항목으로 구성되는가?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10515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 추론 시 파라미터 1개당 필요한 바이트는? 7B 모델이면 대략 몇 GB인가?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4754880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754880"/>
            <a:ext cx="10515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 추론에서도 넘어야 하는 '벽' 하나는 무엇인가? 왜 디스크에서 조금씩 읽어오는 방식은 안 되는가?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5577840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577840"/>
            <a:ext cx="10515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 로컬 실행 vs API 사용을 결정하는 3가지 축은 무엇인가?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&amp; 해설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8C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16916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학습과 추론의 비용 구조가 다르기 때문. 학습은 파라미터를 조정하려고 활성값·그래디언트·옵티마이저 상태까지 메모리에 얹지만, 추론은 정해진 파라미터로 행렬곱만 한다.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62432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8C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2624328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18바이트+ = FP16 사본 2B + FP32 마스터 4B(가중치 6B) + Adam 옵티마이저 8B + 그래디언트 4B. 여기에 활성값이 별도로 얹힌다.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355701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8C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3557016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2바이트대(FP16 가중치). 7B × 2B ≈ 14GB (Llama 3.1 8B는 14.96GB로 측정).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48970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8C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4489704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파라미터를 메모리에 올려야 한다는 것. 토큰마다 모든 층의 가중치가 필요한데, 디스크에서 매번 수 GB를 읽어오면 실용적인 속도가 안 나오기 때문.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54223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8C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542239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A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데이터가 어디까지 나가도 되는가 ② 비용이 어느 지점에서 역전되는가 ③ 남의 인프라에 얼마나 의존해도 되는가.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2026-07-28T01:05:25Z</dcterms:created>
  <dcterms:modified xsi:type="dcterms:W3CDTF">2026-07-28T01:05:25Z</dcterms:modified>
</cp:coreProperties>
</file>