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AIFFEL · LLM 학습노트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노트북에서도 LLM이 돌아갈까?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학습과 추론의 차이 · 로컬 LLM의 메모리 벽 · 양자화로 가는 길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오늘의 지도 — 4개 단원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한 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모순처럼 보이는 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수백만 달러 vs 60만 원, 둘 다 사실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≠ 추론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만드는 일과 쓰는 일은 비용 구조가 다르다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그래도 남는 벽 하나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파라미터 전체를 메모리에 올려야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갈 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양자화 → 실행 → 한계 → 판단 3축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381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4381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4381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끝나면 이 질문에 답할 수 있습니다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"왜 학습은 데이터센터의 일이고, 추론은 노트북의 일이 될 수 있나?"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30초 복습 — 앞 시간에 배운 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시간, 우리는 LLM이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만들어지는지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따라왔습니다.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939671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232279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수조 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047238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12998" y="1829943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7862" y="1939671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486150" y="2232279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토큰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11596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77356" y="1829943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32220" y="1939671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 측정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0508" y="2232279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정답과 비교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775954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141714" y="1829943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96578" y="1939671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214866" y="2232279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 갱신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3073527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사전학습에는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수천 대가 몇 달씩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붙어 있어야 합니다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수백만 달러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단위 — 데이터센터의 일이죠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548640" y="3936873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936873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3936873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🤔 그런데 커뮤니티에는 "어제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맥북에서 모델 하나 돌려봤는데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"라는 사람이 태연히 있습니다. 어떻게?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모순처럼 보이는 질문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중 하나는 거짓말 같지만, 둘 다 사실이다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22876" y="548640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22876" y="5486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· 문제 제기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💥 이상한 일이 벌어지고 있습니다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"수백만 달러짜리 물건이  어떻게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60만 원짜리 그래픽카드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안으로 들어간 걸까?"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432304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257860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🏭 모델을 만드는 쪽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907792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수백만 달러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GPU 수천 대가 몇 달씩 = 사전학습의 세계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77356" y="2432304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78524" y="257860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모델을 쓰는 쪽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78524" y="2907792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60만 원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게임용 그래픽카드 한 장으로 30B 모델을 굴리기도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열쇠는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 하나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만드는 일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 모델을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일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 비용 구조가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 다르다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432304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모델이라도 '학습'과 '추론'은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자원이 다른 일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하나를 이해하면 앞의 모순이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모순이 아니게 됩니다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329565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29565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329565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➡️ 그래서 먼저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학습과 추론이 각각 무슨 일인지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부터 뜯어봅니다. (단원 2)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학습과 추론은 애초에 다른 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메모리에 무엇을 올려야 하는가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466844" y="5486400"/>
            <a:ext cx="325526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66844" y="5486400"/>
            <a:ext cx="3255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개념 · 메모리 해부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🏗️ 학습 = 모델을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만드는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학습에서 GPU 메모리에 올라가야 하는 건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파라미터만이 아닙니다.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1737741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순전파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입력을 층층이 통과시켜 답을 내는 앞 방향 계산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활성값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오차를 되짚으려면 순전파 중 각 층의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결과값을 전부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붙들고 있어야 함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그래디언트(기울기)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"이 값을 바꾸면 오차가 얼마나 변하나"를 파라미터마다 기록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옵티마이저(Adam)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파라미터마다 '어느 방향으로 밀려왔나 + 얼마나 들쭉날쭉했나'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기록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보관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혼합 정밀도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속도를 위해 FP16으로 계산하되, 반올림에 갱신이 사라지는 걸 막으려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FP32 사본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따로 보관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371398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371398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371398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FP16 = 16비트(2바이트), FP32 = 32비트(4바이트).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자릿수가 많을수록 정확하지만 자리를 더 차지합니다.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추론 = 만든 모델을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학습이 하던 일들…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 측정 · 역전파 · 그래디언트 · 옵티마이저 상태 · 활성값 보관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추론이 하는 일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숫자로  행렬곱 한 번 → 다음 토큰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386584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정해졌고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우리는 그걸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조정하지 않습니다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오차를 잴 일도, 거슬러 올라갈 일도, 옵티마이저 상태를 들 일도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없습니다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24993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324993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324993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추론은 학습 메모리 항목 중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 '첫 줄'(가중치)만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필요합니다.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🧮 파라미터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감당하는 데 드는 바이트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33350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파라미터당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7B 모델 기준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FP16 2B + FP32 마스터 4B + Adam 8B + 그래디언트 4B (+활성값 별도)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18바이트+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126GB↑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FP16 가중치 2B (+ KV cache)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2바이트대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14GB 남짓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2851404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2851404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학습 126GB↑약 9배 추론 14GB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400354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400354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00354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같은 모델인데 메모리 요구가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배 가까이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차이 — 그래서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학습은 데이터센터, 추론은 노트북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일이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단원 2 정리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152144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가중치 + 활성값 + 그래디언트 + 옵티마이저 상태까지 메모리에 → 파라미터당 18바이트+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파라미터로 행렬곱만 → 파라미터당 2바이트대 ('첫 줄'만 필요)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7B 기준 126GB vs 14GB, 약 9배 차이 — 추론이 노트북의 일이 될 수 있는 이유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벽은 하나 남는다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추론이 싸다고 공짜라는 뜻은 아니다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22876" y="548640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22876" y="54864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· 메모리 벽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🧱 넘어야 할 벽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파라미터를 전부 메모리에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하나를 만들려면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층을 처음부터 끝까지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통과해야 함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층의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행렬이 그때마다 필요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일부만 올리고 나머지를 디스크에서 읽어오면? 토큰마다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GB를 긁어와야 해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실용적인 속도가 안 납니다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575179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7,000,000,000개 × 2바이트(FP16) ≈ 14GB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727323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727323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3727323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계산은 아주 단순해집니다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통째로 올릴 메모리가 있느냐 없느냐.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📏 그래서 숫자가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전부를 결정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FP16 메모리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노트북에서?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14GB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16GB 카드에 겨우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Llama 3.1 8B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14.96GB (측정값)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것 올릴 자리 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70B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140GB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아예 다른 세계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노트북 GPU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 ~ 16GB 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381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4381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4381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14.96GB 파일은 16GB 카드에도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들어갑니다.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벽을 어떻게 넘었는지가 다음 이야기.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우리가 갈 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양자화에서 시작해 '판단 기준'으로 끝난다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170932" y="5486400"/>
            <a:ext cx="184708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70932" y="5486400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🧭 오늘의 흐름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447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447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양자화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14GB를 4GB대로 줄이는 기술. 왜 줄여도 멀쩡한지, 얼마나 줄일 수 있는지, 무엇을 잃는지를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확인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9676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8254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8254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9676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실행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도구를 설치하고 모델을 받아, 내 기계에서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토큰이 나오는 것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눈으로 확인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87752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9062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9062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87752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체험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속도는 어떤지, 품질이 어디서 무너지는지, 컨텍스트를 늘리면 무슨 일이 벌어지는지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몸으로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95828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9869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9869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95828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기준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로컬 vs API를 3축으로: ① 데이터가 어디까지 나가도 되나 ② 비용 역전점 ③ 인프라 의존도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85876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85876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385876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마지막엔 "내 에이전트의 이 부분은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에서, 저 부분은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로"를 스스로 결정하게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6문장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06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06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만드는 일(학습)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일(추론)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비용 구조가 완전히 다르다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2056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711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711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2056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학습은 파라미터당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18바이트+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(가중치·그래디언트·옵티마이저·활성값)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72512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715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715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72512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추론은 파라미터당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2바이트대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정해진 숫자로 행렬곱만 하면 되니까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72968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720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720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72968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7B 기준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126GB vs 14GB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약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9배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그래서 추론은 노트북의 일이 될 수 있다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73424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724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724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73424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추론에도 벽 하나: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파라미터를 메모리에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(7B≈14GB, 70B≈140GB)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7388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729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729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7388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노트북 GPU는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8~16GB뿐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이 벽을 넘는 기술이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양자화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그것이 출발점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같은 모델인데 학습은 데이터센터에서, 추론은 노트북에서 가능한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이유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136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136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136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혼합 정밀도 학습에서 파라미터 1개당 메모리는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몇 바이트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이고, 어떤 항목으로 구성되나?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112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112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112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추론 시 파라미터 1개당 필요한 바이트는?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7B 모델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이면 대략 몇 GB?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3088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30881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3088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추론에서도 넘어야 하는 '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 하나는? 왜 디스크에서 조금씩 읽는 방식은 안 되나?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5064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50641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5064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로컬 실행 vs API 사용을 결정하는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3가지 축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03440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403440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403440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다음 장에 정답이 있습니다. 먼저 스스로 답해 보세요!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학습과 추론의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구조가 다르기 때문.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학습은 파라미터를 조정하려고 활성값·그래디언트·옵티마이저 상태까지 메모리에 얹지만, 추론은 정해진 파라미터로 행렬곱만 한다.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136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136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136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18바이트+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FP16 2B + FP32 마스터 4B(가중치 6B) + Adam 8B + 그래디언트 4B. 여기에 활성값이 별도로 얹힌다.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112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1120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112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2바이트대(FP16 가중치).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7B × 2B ≈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14GB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(Llama 3.1 8B은 14.96GB로 측정).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3088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30881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3088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파라미터를 메모리에 올려야 한다는 것.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토큰마다 모든 층의 가중치가 필요한데, 디스크에서 매번 수 GB를 읽으면 실용 속도가 안 나오기 때문.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5064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50641"/>
            <a:ext cx="64008" cy="4374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5064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① 데이터가 어디까지 나가도 되나 ② 비용이 어느 지점에서 역전되나 ③ 남의 인프라에 얼마나 의존해도 되나.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이야기 — 14GB를 4GB대로 줄이는 법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2026-07-31T21:39:25Z</dcterms:created>
  <dcterms:modified xsi:type="dcterms:W3CDTF">2026-07-31T21:39:25Z</dcterms:modified>
</cp:coreProperties>
</file>