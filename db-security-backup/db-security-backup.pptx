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안전하게 — 보안과 백업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모아 두는 순간 '지켜야 할 것'이 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사람이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주문 내역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봤습니다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가입 화면에 이메일과 비밀번호를 입력한 뒤, 개발자는 그 정보가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 가고 누가 볼 수 있는지 점검하지 않았습니다.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며칠 뒤 낯선 사람이 다른 회원의 주문 내역을 조회했다는 문의가 들어왔습니다.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데이터를 모으는 순간부터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막고 접근을 제한하는 보안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2062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89179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3184398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47238" y="2782062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12998" y="2782062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7862" y="289179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86150" y="3184398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사고들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2782062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2782062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289179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0508" y="3184398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5954" y="2782062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1714" y="2782062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6578" y="289179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14866" y="3184398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"Little Bobby Tables" — SQL 주입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25년 넘게 보안 위협 1위권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보안과 백업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왔습니다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학교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"아드님 이름을 데이터베이스에 넣었더니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기록이 전부 지워졌어요.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6109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42413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 엄마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87159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"아, 우리 아들 이름이 좀 특이하죠."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061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42061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51205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Robert'); DROP TABLE Students;--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41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0241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0241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 엄마 — "앞으로는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입력값을 꼭 소독(검증)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하시길 바라요."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일이 벌어진 걸까요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아들 이름에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명령어처럼 생긴 문자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 있었다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프로그램이 그걸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명령으로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학생(Students) 표를 통째로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삭제(DROP)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버렸다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그 유명한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주입(SQL Injection)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25년 넘게 보안 위협 1위권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지키는 공격입니다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창에 특정 문자를 넣어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없이 로그인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것도 같은 원리입니다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레시피와 재료를 섞지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위험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친 글자를 명령 문장에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이어 붙이기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DB가 "어디까지가 명령이고 어디부터가 데이터"인지 헷갈린다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안전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자리표(?)를 미리 비워 둔 명령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만들고 사용자 입력은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건넨다 → DB가 입력을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'그냥 데이터'로만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취급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Robert'); DROP...을 넣어도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 이름을 가진 사람을 찾을 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명령으로 실행하지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파라미터화 쿼리(prepared statement)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합니다 — 보안 전문가들이 꼽는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방어법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AI에게 이렇게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"DB에 넣는 값은 문자열로 이어 붙이지 말고, 파라미터화 쿼리로 처리해줘. 사용자 입력을 그대로 신뢰하지 마."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실화 — 옛날이야기가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TalkTalk 2015 · Heartland 2008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보안과 백업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구멍을 안 막아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십대에게 뚫린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통신사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2015년, 영국의 대형 통신사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TalkTalk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SQL 주입으로 뚫렸습니다. 놀라운 건 공격자가 대단한 조직이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십대들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이었다는 점입니다.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이용된 구멍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반 전에 이미 패치가 나와 있던 것 — 회사가 방치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유출 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약 15만 7천 명 (그중 1만 5천여 명은 계좌 정보까지)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체포된 이들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 21세 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규제기관 당시 최고액 벌금 · 총 약 4,200만 파운드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🗯️ 규제기관 총평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"가장 기본적인 보안 조치조차 하지 않았다."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규모로는 더 큰 사고도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1억 3천만 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2008년 미국 결제회사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Heartland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SQL 주입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카드번호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1억 3천만 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털렸습니다 — 당시 사상 최대 규모였죠.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큰 사고는 새로운 마법이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오래전에 답이 나온 기본을 안 지켜서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벌어집니다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다행히 요즘 AI와 최신 도구는 이 방어를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서비스도 이게 되어 있나?"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묻는 습관은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몫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다루기 — 모을수록 무거워진다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자산이자 책임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보안과 백업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비전공자가 지킬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절대 그대로 저장하지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되돌릴 수 없는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(+솔트)로. 야후 보이스(2012)가 평문으로 저장했다 크게 데인 그 이야기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필요한 것만 모은다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 받아도 되는 정보는 처음부터 안 받는 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안전한 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데이터는 샐 수도 없으니까요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정보는 특히 조심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주민번호·카드번호 같은 건 되도록 직접 저장하지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서비스(결제사 등)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맡긴다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AI에게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"비밀번호는 솔트 섞어 해시로 저장하고, 민감한 개인정보는 최소한만 수집하게 설계해줘."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정보를 저장하는 순간의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것만 모은다(최소 수집)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한국 개인정보보호법도 "목적에 필요한 최소한만" 모으도록 정한다.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"이메일 하나면 되는데 전화번호·생년월일까지 받고 있진 않나?"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해시로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그것도 빠른 해시가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bcrypt·Argon2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전용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민감정보(주민번호·카드번호)는 직접 다루지 않는 게 최선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결제는 PG에, 본인확인은 인증 서비스에.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DB엔 저장하지 않는다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모을 때 밝힌 목적에만 쓴다(목적 제한)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다른 데 쓰거나 남에게 넘기려면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동의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필요하다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"덜 모으고, 비밀번호는 해시하고, 민감정보는 남에게 맡기고, 목적 밖으로 쓰지 않는다."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사용자를 받는다면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최소한 이건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때 '수집·이용 동의'를 받는다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무엇을·왜 모으는지 알리고 동의(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필수/선택 구분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개인정보처리방침 한 장을 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무엇을·왜 모으고 얼마나 보관하는지 (AI에게 초안을 요청해도 된다)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제3자에게 넘길 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미리 알리고 동의를 받되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밝힌다 — ① 제공받는 자 ② 이용 목적 ③ 제공 항목 ④ 보유·이용 기간 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거부권과 거부 시 불이익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그리고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되도록 안 넘기는 게 최선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잃지 않기 — 백업, 그리고 유명한 참사들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토이 스토리 2 · GitLab · Ma.gnolia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보안과 백업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「토이 스토리 2」가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눈앞에서 지워지던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픽사, 1998년 제작 중(1999년 개봉). 누군가 잘못된 명령을 실행해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 파일이 눈앞에서 지워지기 시작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했습니다. 설상가상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시스템도 한 달째 고장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있었죠.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영화를 살린 건 — 출산 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재택근무하던 한 기술 총괄(TD)이 집 컴퓨터에 두었던 2주 전 사본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하마터면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영화가 통째로 날아갈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뻔했습니다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주목할 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백업이 '있다고 믿었지만' 고장 나 있었다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실수,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결말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GitLab (2017)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엔지니어가 실수로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서버의 데이터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지웠고,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겹의 백업이 모두 조용히 고장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있어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6시간치 데이터를 잃었다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Ma.gnolia (2009)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백업은 있었지만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같은 시스템에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뒀다가, 그 시스템이 망가지자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백업도 함께 사라져 서비스가 문을 닫았다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7218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721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61518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백업이 '진짜 되는지' 가끔 확인한다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픽사·GitLab 둘 다 '있다고 믿었지만' 고장 나 있었다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3088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337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3088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사본은 다른 곳에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 — 원본과 같은 곳이면 함께 사라진다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4657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953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953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384657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백업의 황금률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3-2-1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백업은 "했다"가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"복구된다"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중요합니다. 미국 사이버보안기관(CISA)이 권하는 표준입니다.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원본 1 + 사본 2, 최소 세 벌을 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서로 다른 매체 두 곳에(예: 노트북 디스크 + 클라우드). 한 종류가 통째로 망가져도 다른 쪽은 살아남게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1벌은 다른 장소에(off-site)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화재·도난·랜섬웨어처럼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장소를 통째로 잃는 사고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31895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실천 예 — ① 노트북의 원본 ② 외장하드 사본 ③ 클라우드(구글 드라이브나 DB 자동 백업) → 자연히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3벌·2종·off-site 1벌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2550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2550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2550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CISA가 특히 강조하는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복구가 진짜 되는지 가끔 확인하세요. 열어본 적 없는 백업은 백업이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SQL 주입은 왜 일어나는가?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 입력을 명령 문장에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이어 붙여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DB가 "어디까지 명령, 어디부터 데이터"인지 구분하지 못하기 때문. 방어는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파라미터화 쿼리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TalkTalk 사고에서 가장 뼈아픈 사실은?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이용된 구멍이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반 전에 이미 패치가 나와 있던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것이었다. 규제기관 총평 — "가장 기본적인 보안 조치조차 하지 않았다".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"가장 안전한 데이터"는 무엇인가?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안 가진 데이터.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없는 데이터는 샐 수도 없다 — 그래서 최소 수집이 원칙.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3-2-1 규칙과 CISA의 추가 당부는?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3벌·2종·off-site 1벌.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그리고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복구가 진짜 되는지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 — 열어본 적 없는 백업은 백업이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· 최소 · 복구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