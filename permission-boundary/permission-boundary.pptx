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톺아보기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실행할 수 있는지 먼저 경계 짓기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· 보안 — 한 입력이 곧바로 모든 도구 권한으로 이어지지 않게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행동은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위험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읽는다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실행한다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메시지를 받는다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권한·보안 기능은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행동의 입구와 실행 범위를 나누어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입력이 곧바로 모든 도구 권한으로 이어지지 않게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수치와 과업 결과를 함께 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Spotlighting · ToolEmu · CaMeL · AgentDojo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권한·보안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Spotlighting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출처를 구분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변환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문서의 지시가 모델 행동을 바꾸는 문제에서,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입력의 출처를 구분하는 변환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적용했습니다.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성공률  50% 초과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성공률  2% 미만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경계가 공격을 줄일 수 있다는 조건부 근거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문서와 공격에 같은 방어를 보장한다는 뜻이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ToolEmu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에이전트도 23.9% 실패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도구 사용의 안전성을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에뮬레이션으로 평가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방법을 제안한 연구입니다.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36개 고위험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144개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논문 조건에서 최고 에이전트도 23.9% 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1243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51243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장치가 있어도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사용의 위험을 없앨 수 없습니다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분리와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측정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CaMeL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· 데이터 흐름 · 제어 흐름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구조적으로 분리해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입력이 민감한 도구를 제어하지 못하게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AgentDojo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성공률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 완수율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측정하는 벤치마크 — 97개 과업 · 629개 보안 테스트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AgentDojo가 둘을 함께 재는 이유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막으면 안전해 보이지만 과업도 끝내지 못할 수 있기 때문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입구를 어느 세션과 권한으로 연결합니까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— 여러 채널을 받는 도구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권한·보안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카드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OpenClaw에서 확인할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Gateway가 Discord · Slack · Telegram을 비롯한 여러 채널 메시지를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Gateway는 채널·세션 라우팅의 기준점이며 에이전트·작업공간·발신자별 격리 세션을 둡니다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상시 대기한 Gateway가 메시지를 해당 세션과 에이전트로 라우팅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pairing · allowFrom · 그룹 멘션 요구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OpenClaw 공식 문서에서 구조와 설정을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권한 설계의 공격 방어 또는 과업 성능을 검증한 학술 근거는 확인하지 못했습니다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설정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정하면 / 정하면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정하면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정하면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pairing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처음 보는 발신자가 신뢰된 대화 입구인지 확인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승인한 짝의 메시지만 정해진 채널 연결로 해당 세션에 라우팅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allowFrom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채널의 접근 규칙만으로는 허용 발신자가 명시적으로 좁혀지지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밖 발신자의 메시지는 에이전트 실행으로 이어지지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멘션 요구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대화가 처리해야 할 요청과 섞임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에이전트를 부른 메시지만 처리, 멘션 없는 메시지는 무시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 세 설정은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발신자와 호출을 가르는 경계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허용된 뒤 실행 피해를 가두는 격리 환경과는 다른 경계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안의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규칙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— 권한 모드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도구 행동을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허용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어떤 행동을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대상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둘지 정합니다. 정하면 파일 변경·명령 실행이 규칙에 따라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실행되거나 승인 화면에서 멈춥니다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 — allow·ask·deny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행동별로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허용·확인·거부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정합니다. 여러 규칙이 맞으면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매치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적용되고,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에이전트별 규칙이 전역 규칙보다 우선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정하지 않으면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정책에 따라 처리되어 과업별 예외가 어느 규칙에서 왔는지 읽기 어렵습니다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에이전트의 편집은 묻고 다른 에이전트의 읽기는 허용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식으로 동작을 나눌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권한과 격리는 다른 질문입니다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하나가 다른 하나를 대신하지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권한·보안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권한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허용할지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전의 판단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다룹니다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격리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실행의 피해를 어디에 가둘지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Docker 같은 외부 환경이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파일·네트워크·운영체제 범위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제한합니다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15184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내장 권한 체계가 없어 실행 사용자 권한으로 도구를 실행하며, 격리는 Docker 등 외부 환경에 맡깁니다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규칙을 도구 안에 두어 행동의 허용과 승인을 먼저 다룹니다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91363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391363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91363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두 도구는 같은 위험을 없애는 단일 해법이 아니라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판단과 실행 환경을 서로 다르게 배치한 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격리 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격리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· 작업공간 · 발신자별 세션을 분리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상태가 섞이는 범위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줄입니다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이 세션 격리는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격리와 같지 않으며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host 도구의 실행 범위는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sandbox 정책과 실행 환경에서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macOS sandbox-exec나 Docker의 구체 명령은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 범위 밖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다루지 않습니다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섞이지 않는 것과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프로세스가 닿는 범위가 좁은 것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다른 문제입니다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경계의 작동을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과업에서 확인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설정은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안전하다는 선언으로 끝나지 않습니다.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과업에서 허용 규칙을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바꾸고 함께 기록합니다.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281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281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처리된 요청 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38019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4088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4088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38019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횟수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46095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4896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4896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46095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정상 작업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54171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375704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75704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654171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의도하지 않은 도구 호출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317111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메시지가 있는 도구라면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발신자와 멘션 없는 메시지가 실제로 어느 세션에도 들어가지 않는지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촘촘히 할수록 공격을 덜 받는다고 바로 결론 내리지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작업을 막은 비율과 어떤 경계가 그 차단을 만들었는지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남겨야 다음 설정을 바꿀 근거가 생깁니다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권한과 격리의 차이는?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권한은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허용할지(실행 전 판단)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격리는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실행의 피해를 어디에 가둘지(파일·네트워크·OS 범위)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하나가 다른 하나를 대신하지 않는다.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AgentDojo가 공격 성공률과 과업 완수율을 함께 재는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막으면 안전해 보이지만 과업도 끝내지 못할 수 있기 때문.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권한 설정을 바꾼 뒤 무엇을 기록하나?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처리된 요청 수 · 승인 횟수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정상 작업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의도하지 않은 도구 호출.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경계를 짓습니다 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하네스 톺아보기 ⑧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2026-09-02T03:38:37Z</dcterms:created>
  <dcterms:modified xsi:type="dcterms:W3CDTF">2026-09-02T03:38:37Z</dcterms:modified>
</cp:coreProperties>
</file>