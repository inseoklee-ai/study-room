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— OpenClaw가 지키는 것들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보안은 하나의 잠금장치가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정해야 하는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파일과 명령의  범위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채널에서 말할 수  있는 계정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내용을 실행으로  옮기는 승인 절차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읽고 명령을 실행하며 채널 메시지를 받는 만큼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어디까지 행동해도 되는지 경계를 정해야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38297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38297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잠금장치가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파일과 명령, 채널 입구, 외부 입력을 각각 다루는 일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파일과 명령의 범위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목록이 곧 권한입니다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세션의 sessionRoot는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접근을 판단하는 작업 폴더 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모드(permission mode)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안팎에서 파일을 읽고 쓰는 범위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실행을 누가 검토하는지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목록이 곧 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말은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할 수 있는 행동이 보이는 도구에 한정된다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읽기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read-only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아예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guarded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 밖이면 사람이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workspace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 밖이면 모델 검토 뒤 필요 시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절차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권한이 필요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읽어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요약하는 과업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read-only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시작합니다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고칠 때만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guarded를 검토합니다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8833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넓은 권한은 편해 보여도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요청이 들어왔을 때 닿는 범위도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함께 넓힙니다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입구에서 계정을 구분합니다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 페어링 승인의 이유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좁게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절에서 Telegram 첫 메시지에 페어링 승인을 한 까닭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봇에게 말을 거는 계정을 구분하기 위해서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 계정 하나만 쓰는 봇이라면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numeric Telegram ID를 허용 목록에 넣어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입구를 더 좁게 제한할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정책은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봇에만 맞고, 그 경우에도 도구를 강하게 제한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그룹 대화에서는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메시지를 보냈는지 따로 제한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있으며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메시지의 페어링 승인이 그룹 발신자 허용 목록으로 자동 확대되지는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내용과 실행 요청을 분리합니다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온 문서는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허가가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외부 내용에 섞인 문장이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원래 과업보다 앞서 행동하게 유도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665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온 문서는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재료일 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실행 허가가 아닙니다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내용을 읽는 역할에는 읽기 전용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두고 — 명령 실행이나 파일 변경이 필요한 과업은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승인 뒤에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보안 문서의 안내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신뢰하기 어려운 내용을 요약하는 읽기 전용 에이전트를 따로 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검색·웹 읽기·브라우저 도구는 필요한 경우에만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켜기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환경에서도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확인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바꾸거나 외부로 보내는 행동을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내용을 말로 다시 읽고, 승인 의사를 발화로 받는 규칙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둡니다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9471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9471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말한 요청과 실제 실행은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권한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원칙을 유지합니다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사건 기록을 읽어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정하는 규칙은 사건 위에서 자랐습니다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보안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권고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GHSA-xr4f-mjxj-w6w5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소유자가 아닌 승인된 채팅 발신자가 승인 코드를 만들어 만료 전에 사용하면 관리자 권한 기기를 등록할 수 있었음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대화를 허용받은 계정과 기기를 소유한 계정은 다른 경계인데 한쪽 약점이 다른 쪽 권한으로 넘어감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GHSA-v2ww-5rh7-2h5v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허용한 명령 이름만 검사하고 인자는 검사하지 않아서 — 낮은 신뢰 발신자가 허용되지 않은 인자로 파일·네트워크·명령 실행을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이름 제한과 인자 제한은 다른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GHSA-grc3-2j34-p6gm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지정한 주소로 요청이 흐를 때 — 게이트웨이의 열쇠가 함께 전달될 수 있었음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읽어 온 외부 내용이 실행 권한에 닿는 길과 같은 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보도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이것은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고쳤음을 스스로 공개한 취약점 권고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이것이 아닙니다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사용자가 피해를 입었다는 사고 보도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판단은 이 둘을 구분하는 데서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사건이 공개된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안정판에는 고쳐 들어왔습니다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버전을 유지하는 일이 첫 방어선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한 줄 정리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파일과 명령의 범위, 채널에서 말할 수 있는 계정, 외부 내용을 실행으로 옮기는 승인 절차를 따로 정합니다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 과업은 어느 모드에서 시작하나?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read-only. 파일 쓰기 도구가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아예 없고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 실행은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파일을 고칠 때만 guarded를 검토한다.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DM 페어링 승인이 그룹 대화까지 확대되나?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그룹 발신자 허용 목록은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제한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 허용 목록 우회 권고가 보여 준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이름을 제한하는 일과 인자를 제한하는 일은 다른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점.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따로 정합니다 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