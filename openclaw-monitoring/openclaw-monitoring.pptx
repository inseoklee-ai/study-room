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OPENCLAW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— 사용량과 상태 보기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화면의 숫자라도 하나는 돈이고 하나는 남은 양입니다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모델이 글을 주고받는 양을 세는 단위입니다.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입력과 출력이 각각 세고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비용은 이 양에서 계산됩니다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단위 숫자와 모아 둔 전체 요약은 다른 질문에 답합니다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대화가 얼마나 커졌는지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얼마를 썼는지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 나누어 보는 습관이 이 절의 목표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채팅에서 바로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/status · /usage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모니터링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/status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카드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카드가 답으로 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토큰과 추정 비용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적히고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방식에 따라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모델 제공사의 사용량 창 요약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함께 보입니다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/usage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토글로 순환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 tokens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 full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 cost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33472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주는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입력과 출력을 한 줄로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· 추론 수준 · 빠른 처리와 느린 처리 · 컨텍스트 창 · 비용을 보여 줄 수 있는 만큼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기록을 모아 계산한 로컬 비용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1596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인수 없이 입력할 때마다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끄기 → 토큰 → 자세히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순서로 순환합니다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토큰과 출력 토큰 중 어느 쪽이 큰지, 대화가 길어지면서 어느 쪽이 빨리 불어나는지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대화를 얼마나 이어 붙일지 판단하는 재료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명령줄에서 표로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--usage · models status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모니터링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status --usage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models status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85416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주는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 --usage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게이트웨이가 살아 있는지와 제공자별 사용량·할당량을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models 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방식별 프로필과 제공자별 사용량 창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48386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48386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348386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온보딩에서 고른 인증 경로가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다시 등장하는지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연결이 죽었거나 인증이 만료된 프로필이 있다면 이 표에서 먼저 보입니다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창과 API 비용은 같은 숫자가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경로와 숫자의 뜻은 함께 읽습니다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모니터링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하나는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양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화면의 숫자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계산하나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호출마다 계산한 추정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OpenClaw가 키를 갖고 있으므로 OpenClaw가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한도 비율 (제공사의 사용량 창 형태)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제공사가 계산해 알려 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경로로 접속했는지 모른 채 숫자만 보면 남은 비율을 남은 돈으로 잘못 읽을 수 있습니다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경로와 숫자의 뜻은 함께 읽어야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36499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온보딩에서 두 경로를 고르며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열쇠를 누가 갖고 있느냐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차이라는 점을 보았습니다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차이는 사용량 화면에도 그대로 나타납니다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운영용 관측 도구가 따로 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존재를 알아 두는 것까지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모니터링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운영용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도구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OpenTelemetry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지표를 밖으로 내보내기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Prometheus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지표를 모아 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audit (감사 기록)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승인했는지 이력을 남기기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5409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사람이 함께 쓰는 설비에는 관측이 더 필요해집니다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이런 도구가 존재하고 운영용이라는 것까지만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알아 둡니다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경계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다른 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1754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사용량 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/status · /usage · CLI 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분석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진단 번들 — 로컬에서 압축 파일 하나로 상태와 로그를 모아 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개인정보를 가려 주더라도 로그 요약이 들어 있으므로 함부로 나누지 않고 비밀 자료처럼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개선 통계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제품이 스스로 보내는 것은 하루 한 번 버전 확인이 전부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사용 통계는 동의하기 전까지 꺼져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사용량 화면의 숫자가 인증 경로에 따라 어떻게 달라지나?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API 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 비용(돈)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구독 로그인은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한도 비율(남은 양)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남은 비율을 남은 돈으로 읽으면 안 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/usage full이 보여 주는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추론 수준 · 빠른/느린 처리 · 컨텍스트 창 · 비용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보여 줄 수 있는 만큼.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진단 번들을 다룰 때 주의점은?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개인정보를 가려 주더라도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요약이 들어 있으므로 비밀 자료처럼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다룬다.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돈과 남은 양을 구분합니다 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⑧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2026-09-04T13:25:00Z</dcterms:created>
  <dcterms:modified xsi:type="dcterms:W3CDTF">2026-09-04T13:25:00Z</dcterms:modified>
</cp:coreProperties>
</file>