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멀티에이전트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에이전트와 나눔의 득실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 것은 능력을 더하는 일이 아니라 컨텍스트와 책임을 다시 배치하는 일입니다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질문이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아래로 밀립니다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지시를 받고 검색하고, 찾은 자료와 중간 판단을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창에 차곡차곡 쌓습니다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순간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 받은 질문은 아래로 밀리고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한참 전에 확인해 둔 근거도 다시 찾기 어려워집니다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💭 이 지점에서 저절로 나오는 생각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"나누면 어떨까"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창을 여러 개로 나누면 그만큼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처음의 질문과 확인된 근거를 오래 보존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있습니다. 멀티 에이전트는 이 분업을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구조로 구현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과업을 나누고  결과를 합치는 에이전트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나뉜 몫을  수행하는 에이전트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07352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과업을 여러 에이전트에게 나누어 맡기고,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각자의 결과를 합쳐 하나로 완성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택한 곳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200,000토큰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LeadResearcher의 컨텍스트가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200,000토큰을 넘으면 잘릴 수 있어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시작할 때 연구 계획을 Memory에 저장한다고 밝혔습니다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66852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한계에 이르기 전에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 계획을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메모리에 보존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방식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19163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19163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19163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수를 늘린다는 것의 구체적 행동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리드가 워커의 역할을 파일로 미리 정의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두고,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위임으로 여러 워커를 동시에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띄웁니다. 각 워커는 자기 창에서 자기 몫만 다루고,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리드는 돌아온 결과를 합칩니다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기대와 회의는 어디서 오는가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목소리를 나란히 둡니다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나눔의 득실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쪽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성능을 밀어 올린다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커뮤니티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"에이전트 수를 늘리면 늘릴수록 결과가 좋아진다"는 이야기가 오랫동안 돌아다녔습니다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More Agents Is All You Need (arXiv 2402.05120)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질문에 여러 에이전트의 답을 뽑아 다수로 결정하는 간단한 방법만으로 — 수를 늘릴수록 성능이 오르는 경향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 연구 시스템 보고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 에이전트 연구 시스템이 단일 에이전트보다 연구 성능 90.2% 높음, 복잡한 질의의 연구 시간 최대 90% 감소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쪽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비용과 혼란만 올린다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1485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Cognition 블로그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협업하는 여러 에이전트가 취약한 시스템만 만든다며 — 에이전트 사이에 문맥이 충분히 공유되지 않는다고 지적하고 단일 흐름을 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해커뉴스 토론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에이전트 여섯 개를 띄운 서비스가 질문 하나에 약 2달러를 태웠다는 보고 · 간단한 질문 하나에 3달러와 3분이 걸렸다는 사례 · "에이전트 열기는 이제 가라앉았다"는 반응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 옳은지는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실행해야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정해집니다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나누면 생길 수 있는 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자료를 여러 워커가 다시 찾을 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맡기지 않은 질문은 누구도 확인하지 않을 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있으며,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워커의 잘못된 판단이 합성 결과에 그대로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들어갈 수도 있습니다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무엇을 하나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수를 늘린 뒤 실제로 무엇이 일어나는지 직접 실행하고 기록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판정할 수 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에이전트를 나누는 것은 능력을 더하는 일이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컨텍스트와 책임을 다시 배치하는 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나누면 생기는 세 이점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탐색 · 관심사 분리 · 전문화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나눔의 득실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이점과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각각의 조건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붙는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탐색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워커가 분리된 컨텍스트에서 다른 질문을 동시에 살핀 뒤 필요한 결과만 간추려 리드에게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리드는 모든 탐색 기록을 처음부터 다시 읽지 않고도 비교할 재료를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관심사 분리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워커마다 도구·프롬프트·탐색 과정을 분리해 — 앞선 검색 결과에 끌려 판단을 바꾸는 경로 의존성을 줄입니다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다만 리드는 각 결과의 근거와 빠진 범위를 다시 확인해야 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워커마다 자료 찾기 · 반례 찾기 · 인용 위치 확인처럼 한 책임을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질문과 반환 포맷이 선명할수록 이점이 커집니다. 리드는 목표·출력 포맷·도구·출처 지침·과업 경계를 함께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9816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59816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59816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분리는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수가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증거의 독립성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만듭니다 — 하나의 긴 컨텍스트를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묶음 A(주장·직접 근거)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묶음 B(제약·반례)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나누고, 리드가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대조와 합성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나누면 커지는 실패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중복·누락 · 오류 전파 · 비용 · 의존성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나눔의 득실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중복과 누락은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생깁니다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중복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워커가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질문을 조사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비용만 늘고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🕳️ 누락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밖 질문은 비게 됩니다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둘의 원인은 하나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경계가 흐릴 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요약을 거치며 더 그럴듯한 결론으로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퍼질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반환물마다 근거와 불확실성을 남겨야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합성 뒤에도 다시 확인할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별도로 읽어야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시스템은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대비 약 15배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토큰을 사용했습니다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323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4323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이것을 "단일 에이전트 대비 비용"이라고 해석하면 안 됩니다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기준이 채팅입니다.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과업의 가치가 그 비용을 감당할 만큼 큰지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함께 판단해야 합니다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의존성이 큰 과업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나눔에 맞지 않습니다 — 리드가 워커를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워커가 늦을 때 전체가 기다립니다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모델은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실시간 조율과 위임에 능숙하지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중간 결과가 있어야 다음 질문을 정할 수 있다면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흐름으로 처리하는 편이 낫습니다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나눌 조건과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나누지 않을 조건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나눌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나누지 않을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질문의 독립성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서로의 중간 결과 없이 시작합니다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 결과가 다음 질문을 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섞이면 처음 기준이 밀립니다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흐름에서 함께 비교해야 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워커별 목표와 반환 포맷을 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확인할지 갈리지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근거와 불확실성을 대조할 시간이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비용이 조사 이득보다 큽니다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결과가 늦어도 다른 탐색이 진행됩니다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하나가 늦으면 전체 판단이 멈춥니다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가치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토큰 비용을 감당할 이유가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확인만으로 충분합니다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수의 우열로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판정의 핵심 두 물음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과업에서 분리가 확인 가능성을 높이는지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 비용을 넘는지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66544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16941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1694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066544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독립적으로 탐색할 수 있는가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7462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7774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7774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67462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독립 기준으로 검증할 수 있는가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8269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3855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3855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28269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아니오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연속 컨텍스트 기본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탐색 후보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9077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99364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99364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389077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바뀌면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재판정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과업과 평가셋은 고정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5371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5371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나누지 않기로 한 판단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 비교 실험의 중요한 결과가 됩니다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에이전트를 나누는 일의 본질은?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능력을 더하는 일이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컨텍스트와 책임을 다시 배치하는 일.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"약 15배"를 잘못 읽는 방식은?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에이전트 대비 비용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읽는 것. 기준은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나누지 않는 편이 나은 조건은?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결과가 다음 질문을 정할 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한 흐름에서 함께 비교해야 할 때, 합성 비용이 조사 이득보다 클 때,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하나가 늦으면 전체가 멈출 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짧은 확인만으로 충분할 때.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나눔은 재배치입니다 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2026-09-03T08:00:51Z</dcterms:created>
  <dcterms:modified xsi:type="dcterms:W3CDTF">2026-09-03T08:00:51Z</dcterms:modified>
</cp:coreProperties>
</file>