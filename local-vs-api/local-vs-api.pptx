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LLM과 로컬 실행 (4)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로컬과 API를 나란히 놓고 봅니다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갈래 · 품질 격차의 두 겹 · 데이터가 흐르는 길 · 판단의 세 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이번 강의의 지도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🎯 끝나면 "로컬이냐 클라우드냐"가 아니라 "이 워크로드는 어느 경계를 넘어도 되는가"를 물을 수 있습니다.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갈래는 셋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· 관리형 프라이빗 · 공개 클라우드 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표에 놓으면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모델·비용·데이터·로그·주의점 비교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격차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격차는 두 겹이다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데이터가 흐르는 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말고 4가지 질문으로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질문이 바뀐다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· 비용 · 주권 세 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🎭 두 감정을 판단으로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"정말 내 컴퓨터에서 도네"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놀라움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"근데 이걸로 일을 시킬 수 있나"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의심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정확한 반응. 판단으로 바꾸려면 선택지를 제대로 늘어놓아야 합니다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많은 사람이 "로컬이냐 API냐" 두 갈래로 시작 → 규제 산업에서 가장 많이 쓰는 세 번째 갈래가 통째로 빠짐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세 번째 = 관리형 프라이빗 배포. 남의 데이터센터를 쓰되, 어디서 처리되고 무엇이 남는지를 계약으로 못 박아 두는 방식.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갈래는 둘이 아니라 셋입니다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어느 경계를 넘는지로 나뉜다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선택지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세 갈래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①. 공개 클라우드 API — 제공사 공용 인프라에 HTTP 요청. 키 발급만으로 최고 성능 모델, 하드웨어 0대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②. 관리형 프라이빗 배포 — 사업자 인프라 위 조직 전용 환경. MS Foundry·Amazon Bedrock·Google Vertex AI. 리전 고정 + 학습에 안 씀 보장 + 사설 연결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③. 로컬 · 온프레미스 — 방금 해본 그것(또는 서버실 버전). 데이터가 조직 경계를 물리적으로 안 넘음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②는 물리적으로는 남의 데이터센터지만, 처리 리전이 계약으로 고정되고, 프롬프트·응답이 학습에 안 쓰인다는 게 문서로 보장됩니다.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같은 질문, 다른 경로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아니라 데이터가 어느 경계를 넘는지를 봅니다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로컬 · 온프레미스 내 데이터 ↓ 모델이 도는 곳내 장비 안 넘는 경계 없음전기와 하드웨어가 비용 관리형 프라이빗 배포 내 데이터 계약으로 그은 선 모델이 도는 곳지정한 리전의 전용 환경 조직 경계는 넘지만 통제 가능토큰 요금 + 관리 비용 공개 클라우드 API 내 데이터 공용 인프라 경계 모델이 도는 곳제공사 공용 인프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갈래를 한 표에 놓으면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근거 문서를 확인하는 습관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세 갈래 비교 (1/2)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클라우드 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관리형 프라이빗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· 온프레미스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쓸 수 있는 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시점 최고 성능을 가장 먼저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 카탈로그 중에서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가중치 중 내 하드웨어에 맞는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발급 후 몇 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며칠~몇 주(계약·리전·권한)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설치는 몇 분, 하드웨어 조달은 별개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비용의 모양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토큰당 종량제, 트래픽에 정비례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종량제 + 관리 비용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투자 큼, 이후 한계비용은 전기값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데이터가 가는 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제공사 공용 인프라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지정한 리전의 전용 환경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장비 밖으로 안 나감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세 갈래 비교 (2/2)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클라우드 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관리형 프라이빗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· 온프레미스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제공사는 기본적으로 안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계약으로 명시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남는 로그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오남용 모니터링용 보존 기간 존재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보존 끄는 옵션 협의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안 남기면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어울리는 상황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최고 품질 필요 + 민감도 낮음 + 트래픽 들쭉날쭉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규제 산업 + 민감 데이터 + 프런티어 품질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반출 금지 · 오프라인 · 대량 반복 단가↓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리전·로그 보존·스테이트풀 저장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"관리형"=자동 안전 아님, 배포 유형별 처리 리전 다름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업데이트·패치·가동률이 전부 내 몫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근거 문서를 읽는 것이 엔지니어의 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API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OpenAI: API 데이터 학습에 안 씀(기본), 오남용 로그 기본 30일, 승인 고객엔 ZDR(무보존). Anthropic: API 입출력 30일 내 삭제·학습에 안 씀(상용 기본).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관리형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 Foundry: 학습·재학습에 안 씀, 서드파티 모델엔 프롬프트 공유도 안 함. 단 Global 배포는 처리 리전이 유동(Standard·DataZone은 지정 지역). Amazon Bedrock: 리전별 제공사 전용 계정, 제공사는 프롬프트·응답 접근 불가.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교훈은 정책 문구를 외우는 게 아니라, 이런 문서가 존재하고 그걸 읽는 것이 엔지니어의 일이라는 사실. 무엇을 고르든 근거로 누군가에게 설명해야 하는 자리에 서게 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격차는 아직 남아 있습니다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옹호론은 양쪽 다 과장한다 — 숫자를 보자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겹의 격차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📉 Epoch AI — 공개 vs 비공개 격차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❖ 최상위 공개 가중치 모델은 최상위 비공개 모델보다 평균 약 4개월 뒤 2026년 1~5월 · ECI 약 8점 (2025년 10월엔 약 3개월, 조금 벌어짐)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단서 ① 공개 모델은 공개 벤치마크에 최적화되는 경향 → 비공개 벤치에선 더 나쁨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단서 ② 선도 연구소가 최강 모델을 항상 공개하진 않음 → 실제 격차는 측정치보다 클 수 있음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작업별로 다름: 코딩(검증 가능 정답)은 거의 따라붙음, 다단계 추론·긴 에이전트는 차이 뚜렷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🪜 훨씬 중요한 함정 — 격차는 두 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비교에 나오는 "최상위 공개 가중치 모델"은 여러분 노트북에서 돌지 않습니다. 수천억 파라미터 MoE라 4비트로도 수십~수백 GB.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프런티어 비공개 모델 ↕ 약 3~5개월치 성능 차이 최상위 공개 가중치 모델 수백 GB · 서버 필요 ↕ 이쪽이 훨씬 큰 차이 내 노트북에서 도는 공개 모델 수 GB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두 겹을 구분 안 하면 — "오픈이 프런티어를 따라잡았다" 헤드라인을 읽고 노트북에서 같은 성능을 기대하다 실망. 반대로 로컬에 실망해 "오픈은 멀었다"는 결론도 틀림. 여러분이 만난 건 최전선이 아니라 하드웨어에 맞춰 잘라낸 조각.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이름에 속지 말고, 데이터가 흐르는 길을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이름은 실행 위치를 알려주지 않는다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질문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🎭 이름 ≠ 실행 위치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① 로컬인 줄 알았는데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run qwen3.5:9b vs ...gpt-oss:120b-cloud — 화면상 거의 구별 안 됨인데 -cloud는 프롬프트가 데이터센터로 전송. "보관 안 함"은 정책이지 물리적 격리가 아님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② API면 학습에 들어간다?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 기본 약관을 읽으면 사실 아님. 주요 제공사는 상용 API를 학습에 안 씀 + 무보존 옵션. 무료 소비자용 ≠ 상용 API 약관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판단 기준은 제품 이름이 아니라 데이터가 실제로 흐르는 길입니다.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도구가 바뀌어도 똑같이 유효한 4가지 질문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내가 입력한 문자열이 실제로 어느 물리적 위치의 서버까지 이동하는가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그 서버에서 문자열이 얼마나 오래 저장되는가, 저장을 끌 수 있는가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저장된 것을 누가 볼 수 있는가 — 자동 시스템만인가, 사람이 볼 조건이 있는가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그 답변들이 문서·계약으로 확인 가능한가, 아니면 마케팅 문구인가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답을 확인하는 곳은 대부분 제공사의 데이터 처리 문서입니다. 목차 구조를 눈에 익혀 두면 새 서비스에서도 같은 자리에서 같은 정보를 찾게 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여기까지 오면 질문이 바뀝니다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"로컬이 좋은가 클라우드가 좋은가"는 틀린 질문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비용 · 주권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🔄 좋은 질문은 세 축으로 생겼습니다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워크로드의 데이터는 어느 경계를 넘어도 되는가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호출량에서는 어느 쪽 비용 구조가 유리한가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주권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시스템의 통제권을 누가 쥐고 있어야 하는가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로컬은 복잡한 추론에서 흔들리고 컨텍스트·형식에서 한계가 있고, 클라우드는 그 문제가 없는 대신 데이터가 손을 떠나고 트래픽에 비례해 청구서가 자랍니다. 그래서 "어느 쪽이 좋은가"가 아니라 "이 워크로드는 어디로"가 옳은 질문.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➡️ 다음 섹션: 이 세 축을 계산 가능한 형태로 바꿔 실행 위치를 결정하는 판단 틀. 오늘 채운 기기 사양서를 옆에 놓고 오세요 — 그 숫자가 계산의 입력값.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핵심 6문장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갈래는 둘이 아니라 셋: 공개 API · 관리형 프라이빗 · 로컬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관리형은 남의 데이터센터지만 리전 고정·무학습·사설 연결을 계약으로 보장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"상용 API는 데이터를 학습에 쓴다"는 오해 — 무료 소비자용과 상용 약관은 별개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품질 격차는 두 겹: 프런티어↔최상위 공개(수백GB)↔내 노트북(수GB)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도구 이름이 실행 위치를 안 알려줌 → 4가지 질문(위치·보존·열람·문서)으로 판단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옳은 질문은 데이터 · 비용 · 주권 세 축 — "어느 쪽이 좋은가"가 아니라 "이 워크로드는 어디로"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"로컬이냐 API냐" 두 갈래로 보면 빠지는 세 번째 갈래는? 그 핵심 특징은?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세 갈래에서 데이터가 가는 곳은 각각 어디인가?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"API를 쓰면 우리 데이터가 학습에 들어간다"는 맞나? 무료 소비자용과 상용 API의 차이는?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품질 격차가 "두 겹"이라는 게 무슨 뜻인가? 왜 노트북 모델로 프런티어를 기대하면 안 되나?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 도구 이름이 실행 위치를 안 알려주는 예(Ollama)는? 데이터 흐름을 판단하는 4가지 질문은?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 이제 "좋은 질문"은 어떤 모양이며, 어떤 3축에 대응하는가?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 관리형 프라이빗 배포. 사업자 인프라에 조직 전용 환경을 열되, 처리 리전·무학습·사설 연결을 계약/문서로 못 박음(MS Foundry·Bedrock·Vertex).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 공개 API → 제공사 공용 인프라 · 관리형 → 지정한 리전의 전용 환경 · 로컬 → 내 장비 밖으로 안 나감.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 아님. 주요 제공사는 상용 API를 학습에 안 씀(+무보존 옵션). 학습에 쓰이는 오해는 무료 소비자용 서비스와 혼동한 것 — 둘은 별개 계약.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 ①프런티어 비공개 ↔ 최상위 공개(약 3~5개월) ②최상위 공개(수백GB) ↔ 내 노트북 모델(수GB)은 훨씬 큰 차이. 노트북서 돈 건 최전선이 아니라 잘라낸 조각.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 -cloud 태그(같은 명령·화면인데 데이터센터로 전송). 4질문: ①어느 물리적 위치로 이동 ②얼마나 저장·끌 수 있나 ③누가 열람 ④문서·계약으로 확인되나.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 "이 워크로드는 어디로?" — ①데이터가 넘어도 되는 경계(데이터) ②호출량 대비 비용 구조(비용) ③통제권은 누가(주권).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세 축을 계산 가능한 판단 틀로 (기기 사양서를 옆에)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2026-07-29T08:24:52Z</dcterms:created>
  <dcterms:modified xsi:type="dcterms:W3CDTF">2026-07-29T08:24:52Z</dcterms:modified>
</cp:coreProperties>
</file>