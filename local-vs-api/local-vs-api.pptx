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(4)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로컬과 API를 나란히 놓고 봅니다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갈래 · 품질 격차의 두 겹 · 데이터가 흐르는 길 · 판단의 세 축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강의의 지도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갈래는 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· 관리형 프라이빗 · 공개 클라우드 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표에 놓으면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모델·비용·데이터·로그·주의점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격차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격차는 두 겹이다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데이터가 흐르는 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말고 4가지 질문으로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질문이 바뀐다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· 비용 · 주권 세 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끝나면 "로컬이냐 클라우드냐"가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워크로드는 어느 경계를 넘어도 되는가"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물을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🎭 두 감정을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"정말 내 컴퓨터에서 도네"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놀라움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"근데 이걸로 일을 시킬 수 있나"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의심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38658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정확한 반응. 판단으로 바꾸려면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선택지를 제대로 늘어놓아야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많은 사람이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"로컬이냐 API냐"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갈래로 시작 → 규제 산업에서 가장 많이 쓰는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갈래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통째로 빠짐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24993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24993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324993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세 번째 =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프라이빗 배포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남의 데이터센터를 쓰되,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 처리되고 무엇이 남는지를 계약으로 못 박아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두는 방식.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갈래는 둘이 아니라 셋입니다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어느 경계를 넘는지로 나뉜다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0892" y="54864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50892" y="548640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선택지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🔀 세 갈래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97916"/>
          </a:xfrm>
          <a:prstGeom prst="roundRect">
            <a:avLst>
              <a:gd name="adj" fmla="val 1376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51511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51511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979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클라우드 API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제공사 공용 인프라에 HTTP 요청. 키 발급만으로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성능 모델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하드웨어 0대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060956"/>
            <a:ext cx="11091672" cy="597916"/>
          </a:xfrm>
          <a:prstGeom prst="roundRect">
            <a:avLst>
              <a:gd name="adj" fmla="val 1376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20446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20446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2060956"/>
            <a:ext cx="10378440" cy="5979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프라이빗 배포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사업자 인프라 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 전용 환경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MS Foundry·Amazon Bedrock·Google Vertex AI. 리전 고정 + 학습에 안 씀 보장 + 사설 연결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750312"/>
            <a:ext cx="11091672" cy="597916"/>
          </a:xfrm>
          <a:prstGeom prst="roundRect">
            <a:avLst>
              <a:gd name="adj" fmla="val 1376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8938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8938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750312"/>
            <a:ext cx="10378440" cy="5979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· 온프레미스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방금 해본 그것(또는 서버실 버전). 데이터가 조직 경계를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물리적으로 안 넘음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9453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49453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9453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②는 물리적으로는 남의 데이터센터지만,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리전이 계약으로 고정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되고, 프롬프트·응답이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안 쓰인다는 게 문서로 보장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같은 질문,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경로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아니라 데이터가 어느 경계를 넘는지를 봅니다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갈래를 한 표에 놓으면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근거 문서를 확인하는 습관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70932" y="5486400"/>
            <a:ext cx="184708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0932" y="548640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세 갈래 비교 (1/2)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클라우드 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관리형 프라이빗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· 온프레미스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쓸 수 있는 모델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시점 최고 성능을 가장 먼저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 카탈로그 중에서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가중치 중 내 하드웨어에 맞는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발급 후 몇 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며칠~몇 주(계약·리전·권한)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설치는 몇 분, 하드웨어 조달은 별개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비용의 모양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토큰당 종량제, 트래픽에 정비례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종량제 + 관리 비용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투자 큼, 이후 한계비용은 전기값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데이터가 가는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제공사 공용 인프라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지정한 리전의 전용 환경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장비 밖으로 안 나감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세 갈래 비교 (2/2)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101596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클라우드 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관리형 프라이빗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· 온프레미스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제공사는 기본적으로 안 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계약으로 명시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남는 로그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오남용 모니터링용 보존 기간 존재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보존 끄는 옵션 협의 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안 남기면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어울리는 상황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 품질 필요 + 민감도 낮음 + 트래픽 들쭉날쭉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규제 산업 + 민감 데이터 + 프런티어 품질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반출 금지 · 오프라인 · 대량 반복 단가↓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주의점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리전·로그 보존·스테이트풀 저장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"관리형"=자동 안전 아님, 배포 유형별 처리 리전 다름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업데이트·패치·가동률이 전부 내 몫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📄 근거 문서를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것이 엔지니어의 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API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7143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API 데이터 학습에 안 씀(기본), 오남용 로그 기본 30일, 승인 고객엔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ZDR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(무보존). 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API 입출력 30일 내 삭제·학습에 안 씀(상용 기본).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9525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 Foundry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학습·재학습에 안 씀, 서드파티 모델엔 프롬프트 공유도 안 함. 단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배포는 처리 리전이 유동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(Standard·DataZone은 지정 지역). 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 Bedrock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리전별 제공사 전용 계정, 제공사는 프롬프트·응답 접근 불가.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437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8437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8437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교훈은 정책 문구를 외우는 게 아니라,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이런 문서가 존재하고 그걸 읽는 것이 엔지니어의 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사실. 무엇을 고르든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근거로 누군가에게 설명해야 하는 자리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서게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격차는 아직 남아 있습니다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옹호론은 양쪽 다 과장한다 — 숫자를 보자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겹의 격차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📉 Epoch AI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vs 비공개 격차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150620"/>
          </a:xfrm>
          <a:prstGeom prst="roundRect">
            <a:avLst>
              <a:gd name="adj" fmla="val 11126"/>
            </a:avLst>
          </a:prstGeom>
          <a:solidFill>
            <a:srgbClr val="3F6B5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177272" cy="1150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최상위 공개 가중치 모델은  최상위 비공개 모델보다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약 4개월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뒤  2026년 1~5월 · ECI 약 8점 (2025년 10월엔 약 3개월, 조금 벌어짐)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668524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단서 ① 공개 모델은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벤치마크에 최적화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되는 경향 → 비공개 벤치에선 더 나쁨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단서 ② 선도 연구소가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최강 모델을 항상 공개하진 않음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실제 격차는 측정치보다 클 수 있음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작업별로 다름: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(검증 가능 정답)은 거의 따라붙음,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추론·긴 에이전트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차이 뚜렷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🪜 훨씬 중요한 함정 —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격차는 두 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비교에 나오는 "최상위 공개 가중치 모델"은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 노트북에서 돌지 않습니다.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수천억 파라미터 MoE라 4비트로도 수십~수백 GB.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9943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프런티어 비공개 모델 ↕ 약 3~5개월치 성능 차이 최상위 공개 가중치 모델 수백 GB · 서버 필요 ↕ 이쪽이 훨씬 큰 차이 내 노트북에서 도는 공개 모델 수 GB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82087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982087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982087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두 겹을 구분 안 하면 — "오픈이 프런티어를 따라잡았다" 헤드라인을 읽고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노트북에서 같은 성능을 기대하다 실망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반대로 로컬에 실망해 "오픈은 멀었다"는 결론도 틀림. 여러분이 만난 건 최전선이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하드웨어에 맞춰 잘라낸 조각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이름에 속지 말고, 데이터가 흐르는 길을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이름은 실행 위치를 알려주지 않는다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78908" y="5486400"/>
            <a:ext cx="223113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78908" y="5486400"/>
            <a:ext cx="22311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질문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🎭 이름 ≠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위치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① 로컬인 줄 알았는데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7143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run qwen3.5:9b vs ...gpt-oss:120b-cloud — 화면상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거의 구별 안 됨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인데 -cloud는 프롬프트가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데이터센터로 전송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"보관 안 함"은 정책이지 물리적 격리가 아님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② API면 학습에 들어간다?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 기본 약관을 읽으면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아님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주요 제공사는 상용 API를 학습에 안 씀 + 무보존 옵션.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소비자용 ≠ 상용 API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약관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437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8437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8437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판단 기준은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이름이 아니라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데이터가 실제로 흐르는 길입니다.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도구가 바뀌어도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똑같이 유효한 4가지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44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44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입력한 문자열이 실제로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물리적 위치의 서버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이동하는가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9676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825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825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9676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서버에서 문자열이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오래 저장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되는가, 저장을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끌 수 있는가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906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906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87752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 것을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볼 수 있는가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자동 시스템만인가, 사람이 볼 조건이 있는가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95828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9869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9869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95828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답변들이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문서·계약으로 확인 가능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한가, 아니면 마케팅 문구인가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85876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85876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85876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확인하는 곳은 대부분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제공사의 데이터 처리 문서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목차 구조를 눈에 익혀 두면 새 서비스에서도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자리에서 같은 정보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찾게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 오면 질문이 바뀝니다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"로컬이 좋은가 클라우드가 좋은가"는 틀린 질문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30852" y="5486400"/>
            <a:ext cx="312724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30852" y="5486400"/>
            <a:ext cx="3127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비용 · 주권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 좋은 질문은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생겼습니다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워크로드의 데이터는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경계를 넘어도 되는가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67784" y="1371600"/>
            <a:ext cx="3453384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68952" y="1517904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68952" y="18470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에서는 어느 쪽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구조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유리한가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86928" y="1371600"/>
            <a:ext cx="3453384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8096" y="1517904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주권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88096" y="18470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시스템의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통제권을 누가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쥐고 있어야 하는가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38658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38658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38658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로컬은 복잡한 추론에서 흔들리고 컨텍스트·형식에서 한계가 있고, 클라우드는 그 문제가 없는 대신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손을 떠나고 트래픽에 비례해 청구서가 자랍니다.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그래서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"어느 쪽이 좋은가"가 아니라 "이 워크로드는 어디로"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옳은 질문.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30250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30250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30250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➡️ 다음 섹션: 이 세 축을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가능한 형태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바꿔 실행 위치를 결정하는 판단 틀.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채운 기기 사양서를 옆에 놓고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오세요 — 그 숫자가 계산의 입력값.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갈래는 둘이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공개 API ·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프라이빗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로컬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관리형은 남의 데이터센터지만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리전 고정·무학습·사설 연결을 계약으로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"상용 API는 데이터를 학습에 쓴다"는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무료 소비자용과 상용 약관은 별개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격차는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겹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프런티어↔최상위 공개(수백GB)↔내 노트북(수GB)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이름이 실행 위치를 안 알려줌 →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질문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(위치·보존·열람·문서)으로 판단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옳은 질문은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비용 · 주권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 축 — "어느 쪽이 좋은가"가 아니라 "이 워크로드는 어디로"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"로컬이냐 API냐" 두 갈래로 보면 빠지는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갈래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 그 핵심 특징은?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 갈래에서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가는 곳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각각 어디인가?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"API를 쓰면 우리 데이터가 학습에 들어간다"는 맞나?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소비자용과 상용 API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차이는?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품질 격차가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겹"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게 무슨 뜻인가? 왜 노트북 모델로 프런티어를 기대하면 안 되나?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도구 이름이 실행 위치를 안 알려주는 예(Ollama)는? 데이터 흐름을 판단하는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질문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이제 "좋은 질문"은 어떤 모양이며, 어떤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대응하는가?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프라이빗 배포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사업자 인프라에 조직 전용 환경을 열되,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리전·무학습·사설 연결을 계약/문서로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못 박음(MS Foundry·Bedrock·Vertex).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공개 API →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제공사 공용 인프라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관리형 →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지정한 리전의 전용 환경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로컬 →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장비 밖으로 안 나감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아님.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주요 제공사는 상용 API를 학습에 안 씀(+무보존 옵션). 학습에 쓰이는 오해는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소비자용 서비스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혼동한 것 — 둘은 별개 계약.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①프런티어 비공개 ↔ 최상위 공개(약 3~5개월) ②최상위 공개(수백GB) 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노트북 모델(수GB)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훨씬 큰 차이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노트북서 돈 건 최전선이 아니라 잘라낸 조각.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-cloud 태그(같은 명령·화면인데 데이터센터로 전송). 4질문: ①어느 물리적 위치로 이동 ②얼마나 저장·끌 수 있나 ③누가 열람 ④문서·계약으로 확인되나.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"이 워크로드는 어디로?" — ①데이터가 넘어도 되는 경계(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②호출량 대비 비용 구조(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③통제권은 누가(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세 축을 계산 가능한 판단 틀로 (기기 사양서를 옆에)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2026-07-31T21:39:25Z</dcterms:created>
  <dcterms:modified xsi:type="dcterms:W3CDTF">2026-07-31T21:39:25Z</dcterms:modified>
</cp:coreProperties>
</file>