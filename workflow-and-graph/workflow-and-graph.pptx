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자동화와 에이전트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자동화와 워크플로 — 규칙을 정하고 그래프를 잇는다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자동화는 빈틈을 알아서 메우는 마술이 아닙니다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 · 항상 · 매번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쓸 수 있는가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일을 설명하면서 이 세 낱말을 쓸 수 있다면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비교적 선명합니다.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조건과 결과를 이어 적을 수 있는 일입니다.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문의에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번호를 붙이는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전날 매출을 표에 옮기는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첨부가 없는 신청서에는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안내를 보내도록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낯선 동료에게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가르쳐 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사람의 판단이 들어간 말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친절하게 답합니다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· 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메일부터 봅니다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규칙인지 시험하는 방법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동료가 "이 경우에는 어떻게 하나요"라고 물었을 때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"알아서 해주세요"라고 답하게 된다면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부분은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규칙이 아닙니다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빈틈을 알아서 메우는 마술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아닙니다  빈틈까지 적어 둔 조리법처럼 작동합니다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행동을 연결한 설계도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업무는 한 번의 행동으로 끝나지 않는 경우가 많습니다.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문의를 받고 분류합니다. 답을 고르고 기록합니다. 필요한 경우 담당 부서로 넘기도록 정합니다.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 (행동)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화살표  (흐름)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 (조건)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07352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따라 길이 갈라지며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기록도 각 흐름에 남습니다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워크플로의 핵심은 자유로움이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 둔 경로 · 분기 · 검토할 수 있는 기록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자동화와 워크플로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Anthropic은 워크플로를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"미리 정의된 코드 경로로 LLM과 도구가 조율되는 시스템"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정의합니다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문의를 분류합니다. 환불 관련 문의는 담당 부서로 보냅니다. 나머지는 일반 답변 흐름으로 보냅니다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워크플로의 핵심은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자유롭게 움직이는 데 있지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 둔 경로와 분기, 그리고 검토할 수 있는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요약 업무라도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책임의 경계가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행동을 선택하는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하나씩 시킴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대화에서 다음 요청을 선택합니다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그래프가 순서를 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미리 만든 연결 규칙이 다음 행동을 선택합니다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다음을 고름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연결된 도구 가운데 필요한 도구를 모델이 선택합니다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05409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업무라도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책임의 경계와 확인할 기록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달라집니다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이름 대신 다섯 가지 질문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· 관측 · 이식성 · 비용 · 데이터 경로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자동화와 워크플로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수는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업무의 위험과 무관합니다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연결이 많아도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어디서 읽었는지 알 수 없다면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잘못된 요약을 고치기 어렵습니다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기능이 적어도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공개 데이터를 받아 검토용 초안을 만드는 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에는 더 안전할 수 있습니다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 페이지에서 쉽게 확인되는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가능한 서비스 수, 모델 이름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정작 확인해야 하는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슬라이드의 다섯 질문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시작 · 중지 · 승인 · 쓰기 권한을 정하는지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· 도구 호출 · 응답 · 실패 지점을 기록으로 되짚을 수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· 연결 규칙 · 코드 · 비밀값을 다른 환경으로 옮길 때 무엇을 다시 준비해야 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· 모델 처리량 · 실행 횟수처럼 어떤 단위로 요금이 계산되는지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· 로그 · 모델 · 결과 · 비밀값이 어느 서비스와 저장 위치를 지나는지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업무를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정합니다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공개 데이터에서 정보를 읽고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문장으로 요약을 받습니다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 — 공개 데이터는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정보가 없는 공개 API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가정합니다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업무라도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국면에 놓으면 확인할 내용이 달라집니다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업무 · 세 국면 ①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· 관측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 — 시작·수정·전송의 승인 주체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 — 원문 응답·요약·실패 기록의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하나씩 시킴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대화에서 요청. 예약과 연결 기능이 있다면 켜고 끄는 권한을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요약과 별도로 공개 데이터의 원문 응답을 저장하거나 다시 열 수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그래프가 순서를 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 둔 시각의 실행과 요약 전송을 수정·중지하는 권한. 발송은 별도 승인을 거치게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실행의 요청 · 응답 · 분기 · 오류를 실행 기록에서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다음을 고름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설정 · 코드 변경 · 파일 저장 · 메시지 발송에 필요한 승인 경로를 각각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명령 · 코드 변경 · 표준 출력 · 오류를 사람이 재현할 수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업무 · 세 국면 ②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 · 비용 · 데이터 경로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하나씩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지시와 연결 설정을 다른 계정·도구로 옮길 수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플랜의 사용량 한도와 연결 도구 사용량이 같은 한도인지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데이터·대화 내용·연결 도구 입력이 각각 어느 제공자에게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내보낸 뒤에도 비밀값을 다시 넣어야 하는지와 버전 차이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 한 번의 전체 워크플로 실행이 어떤 단위로 계산되는지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호스팅 위치 · 실행 로그 · 외부 모델 · 공개 API 사이의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저장소의 코드와 환경 변수 중 다른 컴퓨터에서 다시 준비할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사용량 · 모델 처리량 · 실행 환경 비용을 각각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데이터 요청·로컬 파일·환경 변수·모델 입력·저장소의 연결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승자를 가리는 도구가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확인하지 않은 전제를 드러내는 도구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사용합니다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도구·흐름 도구·개발 도구를 비교할 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이름을 행에 더할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공식 문서에서 확인하지 못한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· 연결 수 · 기능 차이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"미확인"으로 남겨 둡니다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92989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92989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저장소에 있어도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환경과 비밀값을 재현하지 못하면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업무 전체를 옮길 수 없습니다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이름만으로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과금 단위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세는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execution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워크플로 전체가 한 번 실행된 일을 한 건으로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하나하나에 과금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세는 단위가 다르므로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과금 표의 숫자만 나란히 두고 비교하지 않습니다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36499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모델과 도구를 연결해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완료에 필요한 도구를 모델이 고르게 하는 노드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갖춘 도구도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통제가 필요 없다는 뜻이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연결한 도구와 실행 기록에서 확인할 요청·응답을 더 분명히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살펴야 한다는 뜻입니다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어떤 일이 "아직 규칙이 아닌지" 어떻게 시험하나?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낯선 동료에게 가르친다고 상상해, "이 경우에는 어떻게 하나요"에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"알아서 해주세요"라고 답하게 되면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부분은 규칙이 아니다.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워크플로의 핵심은?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모델의 자유로움이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 둔 경로와 분기, 검토할 수 있는 기록.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비교의 다섯 질문은?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· 관측 · 이식성 · 비용 · 데이터 경로.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 못 한 항목은 "미확인"으로 남긴다.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정하고 그래프를 잇습니다 🔗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자동화와 에이전트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2026-09-02T13:29:05Z</dcterms:created>
  <dcterms:modified xsi:type="dcterms:W3CDTF">2026-09-02T13:29:05Z</dcterms:modified>
</cp:coreProperties>
</file>