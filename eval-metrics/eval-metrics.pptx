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재는 방법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평가지표 사전 — 점수는 질문의 축소판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지표라는 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참조로 재기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없이 재기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고르기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지표는 답의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성질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숫자로 바꿀지 정한 자 — 자 하나로 다 못 잰다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답과 겹침으로 재는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판정·F1·BLEU·ROUGE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없이 재는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perplexity·pass@k·LLM-as-judge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과업에서 지표로 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결정트리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지표 고르는 질문 3개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점수를 고르기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과업의 성공을 문장으로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지표라는 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질문의 축소판이다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하나가 길이·무게·온도를 다 못 잰다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지표 = 답의 성질을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바꾸는 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하나가 길이·무게·온도를 다 못 재듯, 한 점수가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사실성·형식·유용성·안전성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뜻하지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과업의 성공을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문장으로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쓰고, 그 문장을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적게 왜곡하는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지표를 고른다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입력·실행 조건·판정 규칙을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않으면, 숫자 차이는 지시 효과가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차이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마음에 드는 결과를 고르는 일이 아니라, 무엇을 어떤 근거로 통과시킬지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전에 정하는 일.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참조와 겹침으로 재는 지표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답이 있고 표면을 비교할 수 있을 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판정·exact match · F1 · BLEU · ROUGE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✔️ 이진 판정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match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조건 지키면 1, 아니면 0.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출력이 기준 답과 정확히 같을 때만 통과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적합: 선택지 분류·고정 레이블·짧고 유일한 추출 답·정형 JSON·함수 호출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허용 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대체로 긍정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뜻이 가까워도 계약 밖. JSON은 파싱 후 필드 순서·공백을 정규화해 비교하고 규칙을 문서화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값싸고 재현 가능하나,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표현만 다른 옳은 자유 답을 0점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 자체는 못 잰다.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F1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정밀도와 재현율의 조화평균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정밀도(precision)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맞다고 넣은 것 중  실제 정답 비율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재현율(recall)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정답 중  찾아낸 비율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둘의 조화평균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적합: 개체 추출·키워드·다중 레이블처럼 답이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집합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과업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위험(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오탐·누락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함께 드러내지만, 어느 쪽이 더 위험한지는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숨길 수 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밝힐 것 — 양성 레이블·매칭 규칙,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micro/macro/weighted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어떤 평균인지,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정밀도·재현율을 나란히.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F1 손 계산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기관명 추출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 실제 기관명 12개. 모델이 10개를 냄 → 8개 맞음(TP), 2개 틀림(FP), 빠진 4개(FN).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 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 — 오탐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 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0.67 — 누락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2×(0.80×0.67) / (0.80+0.67)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0.73 — 조화평균, 작은 쪽에 민감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산술평균은 한쪽 붕괴를 너무 부드럽게 본다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P=1.0, R=0.0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산술 0.5,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 0.0.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BLEU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n-gram 중첩(정밀도 관점)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후보와 참조 답의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n-gram 중첩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주로 정밀도로. n-gram = 연속한 n개 토큰 조각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번역처럼 참조가 있고 표면 겹침이 유용할 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지표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짧은 답 벌점(brevity penalty) 포함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16330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계산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매트 위에 앉았다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출력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매트에 앉았다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98475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빠지며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매트-위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위-에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2-gram이 끊긴다.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9758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49758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49758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BLEU는 여러 n-gram 결합 + clipped count. brevity penalty는 감점만 할 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의미를 채점하지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부정어 하나가 바뀌어도 조각은 겹칠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ROUGE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 관점의 요약 지표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재나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요약의 n-gram을 후보가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포착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했나, 특히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관점. ROUGE-N(n-gram), 문장열 ROUGE-L.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쓰면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재현율이 부풀고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동의어·바꿔쓰기·사실 오류·흐름을 충분히 판단 못 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BLEU가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쪽이면 ROUGE는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 — 둘 다 표면 겹침이라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표본 검토·구체 채점표와 결합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없이 재는 지표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확률·실행·사람 판단으로 재기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86684" y="5486400"/>
            <a:ext cx="58155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6684" y="5486400"/>
            <a:ext cx="5815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perplexity · pass@k · LLM-as-judge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perplexity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내부 확률 지표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다음 토큰에 준 확률의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음의 로그우도를 지수화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낮을수록 다음 말을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 놀라워함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쓰임: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모델·토크나이저·코퍼스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언어모델링 적합도·학습 변화 비교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— </a:t>
            </a:r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대한민국의 수도는</a:t>
            </a:r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0.90을 주면 실제로 서울일 때 덜 놀람(≈1/0.90)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바나나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0.001을 주면 큰 놀람(≈1000 규모)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594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594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594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품질 점수로 쓰면 안 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확신하는 답이 옳은 답은 아니다. 모델은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배송일도 매우 자신 있게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이어 쓸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pass@k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 검증하는 코드 지표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독립적으로 만든 후보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k개 중 적어도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단위 테스트를 통과할 확률(또는 추정치)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적합: 코드·SQL·정형 프로그램처럼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 검증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가능하고, 사용자가 여러 후보를 받을 수 있을 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계산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10개, 3개가 모든 테스트 통과 → pass@1 추정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3/10 = 0.3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통과 = 설명이 그럴듯함이 아니라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실행 결과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(컴파일 오류·예외·틀린 반환값은 모두 실패)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594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594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594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다양성이 성능의 일부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temp 낮으면 비슷한 코드 반복, 높으면 다양하나 오류도↑. 테스트가 누락한 경계에선 통과 코드도 실패할 수 있어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보증으로 읽지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LLM-as-judge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모델의 채점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모델에 상세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rubric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(채점 항목·기준)과 기준 답/문맥을 주어 다른 모델의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채점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적합: 참조 답이 없고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유용성·문체·추론·사실성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열린 생성 품질을 대량 비교할 때의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신호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편향: 답 순서·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장황한 답 선호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·자기 모델 계열 선호가 결과를 바꿀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— 모델·버전·rubric·문맥·기준 답 기록,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쌍대 비교 위치 무작위화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사람 표본 검토와 맞춤.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업무의 최종 기준은 사람이 맡는다.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🌳 과업에서 지표로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결정트리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묻는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예라면 1차 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기록할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레이블/객체 하나?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이진 판정·exact match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규칙·필수 필드·금지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항목의 집합?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정밀도·재현율·매칭 규칙·평균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번역/요약 있음?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번역 BLEU, 요약 ROUGE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수·토큰화·사람 표본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가능한 코드?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pass@k +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k·샘플링·테스트 커버리지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없이 열린 품질?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rubric 기반 LLM-as-judge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심사 모델·순서 무작위화·사람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모델의 언어모델링 적합도?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토크나이저·코퍼스·문맥 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지표 고르는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(대체로 비용 순서)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결정적으로 채점 가능한가?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테스트·validator·이진 판정부터 (가장 싸고 빠름, 단 사실성까지 보장 안 함)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답과 비교해야 하나?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유일한 답은 exact match, 항목 집합은 F1, 표면 비교는 BLEU (정답·매칭 규칙 만드는 비용)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판단이 필요한가?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rubric + LLM-as-judge 보조 + 사람 표본 검토 (가장 비쌈)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싼 지표로 비싼 판단을 흉내 내기보다,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불확실성에만 사람 검토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붙인다.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지표는 답의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성질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재는 자다 — 한 점수가 사실성·형식·유용성·안전성을 함께 뜻하지 않는다.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겹침 지표(exact·F1·BLEU·ROUGE)는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 자체는 못 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perplexity는 확신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pass@k는 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LLM-as-judge는 열린 품질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최종 기준은 사람이 맡는다.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보고엔 평균 하나만 남기지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수·경계 사례·모델과 버전·생성 매개변수·정규화 규칙·분자와 분모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exact match가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만들어 버리는 옳은 답은 어떤 경우인가?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P=0.80, R=0.67일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얼마이며, 왜 산술평균과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BLEU와 ROUGE는 각각 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정밀도·재현율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어느 관점인가?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perplexity를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품질 점수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쓰면 안 되는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지표를 고르는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대체로 어떤 순서로 놓이나?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표현만 다른 옳은 자유 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허용 답이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대체로 긍정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뜻은 가깝지만 계약 밖인 경우.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≈ 0.73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2×(0.80×0.67)/(0.80+0.67). 조화평균이라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쪽에 민감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P=1.0·R=0.0이면 산술 0.5, 조화 0.0.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BLEU = 정밀도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관점(번역),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ROUGE = 재현율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관점(요약). 둘 다 표면 겹침이라 사실성은 못 잰다.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확신하는 답이 옳은 답은 아니기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모델은 틀린 배송일도 매우 자신 있게 이어 쓸 수 있다 → 과업 성공을 직접 판정하는 기준을 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결정적 채점 가능? → ② 참조 답과 비교? → ③ 사람 판단 필요?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대체로 비용이 오르는 순서.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재는 자가 생겼다 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재는 방법 — 여기까지 · 다음: 지시 실패 유형학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