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세상에 내보내기 — 배포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손을 떠나 세상으로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배포란 무엇인가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어디에·어떻게 올리나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곳·요금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배포가 무엇이고, 왜 예전보다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쉬워졌는지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화면·서버·데이터를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 나눠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올리는 이유를 식당에 빗대 이해한다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 올리면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배포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4단계를 따라간다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초보가 막히는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곳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폭탄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피하는 법, AI에게 부탁하는 프롬프트까지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배포는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어렵던 전문가의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몇 번 + AI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일로 바뀌었습니다.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안의 서비스를, 세상 누구나 여는 주소로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 · 늘 켜진 서버 · 주소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배포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컴퓨터에만 있던 서비스를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켜진 서버에 올려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누구나 주소로 들어오게 하는 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처음의 그 장면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못 열던 화면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세상 누구나 열 수 있게 만드는 단계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며칠씩 걸리던 전문가의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이었지만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몇 번 + AI의 도움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몇 분이면 된다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어디에·어떻게 올리나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 나눠 올리고, GitHub로 자동 배포한다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서버 · 데이터 · 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셋으로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올린다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식당 비유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어디에(예)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식당 비유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여기에?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화면(프론트)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· Netlify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세계 지점의 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손님 가까운 곳에서 빠르게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서버(백엔드)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Render · Railway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늘 켜진 주방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요청을 계속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데이터(DB)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 등 관리형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창고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안전하게 보관(다음 시간)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홀·주방·창고를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잘하는 곳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맡기듯, 화면·서버·데이터를 나눠 올린다.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"왜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군데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다 안 올려요?"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게 다르기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 — 나눠 맡기면 각자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쓸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시작한다면 서버는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(무료 티어 유지)가 무난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크레딧을 다 쓰면 유료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넘어간다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때 — 서버는 무료 티어가 유지되는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골라 보자.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GitHub에 올리면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4단계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코드를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 저장소)에 올린다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플랫폼(Vercel 등)에서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GitHub 저장소와 연결"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버튼을 누른다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그때부터 플랫폼이 저장소를 지켜보다, 코드가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바뀔 때마다 자동으로 다시 배포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배포가 끝나면 플랫폼이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주소(도메인)를 하나 만들어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준다 (예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내프로젝트.vercel.app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 "저장 → 올리기 → 자동 배포"가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내프로젝트.vercel.app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연결하면 다음부턴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고치고 저장만 해도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세상에 반영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이 순간,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어젯밤 안 열리던 그 링크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어디서든 열린다.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곳과 요금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초보가 자주 걸리는 세 곳, 그리고 요금 폭탄 피하기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· CORS · 무료의 함정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🚧 초보가 가장 많이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세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887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887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빼먹기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 컴퓨터의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(비밀값)는 GitHub에 일부러 안 올린다 → 배포 플랫폼의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화면에 비밀값을 따로 넣어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줘야. "로컬에선 됐는데 배포하니 안 돼"의 최다 원인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08276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254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254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08276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막힘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화면(Vercel)과 서버(Railway)가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주소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살면, 서버가 "이 화면 요청은 허용"이라고 문을 열어 줘야. 안 그러면 브라우저가 "다른 집 요청은 못 받아"로 막는다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44952"/>
            <a:ext cx="11091672" cy="745236"/>
          </a:xfrm>
          <a:prstGeom prst="roundRect">
            <a:avLst>
              <a:gd name="adj" fmla="val 1104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2621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2621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044952"/>
            <a:ext cx="10378440" cy="7452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무료의 함정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대부분 무료 티어(Vercel 무료 · Railway 시작 크레딧 · Supabase 500MB 무료, 2026 기준·정책은 바뀔 수 있음)가 있지만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트래픽이 늘면 유료로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64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364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9364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AI에게 — "내 프론트 주소에서 오는 요청을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허용(CORS)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해줘"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 요금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폭탄 피하기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유출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이나 실수로 만든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반복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때문에 요금이 훅 오를 수 있다. 초보가 지킬 세 가지: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알림을 켜 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"한 달에 X원 넘으면 알려줘"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한도를 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월 무료 사용량이 얼마까지인지 파악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키를 지킨다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유출된 키로 남이 비싼 작업을 돌리면 그 요금은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몫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(그래서 환경변수가 중요)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😌 겁주려는 게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시작하면 거의 다 예방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가능하다.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AI에게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배포를 부탁하는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프로젝트를 배포하고 싶어. 비용은 최소로 하고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프론트엔드와 백엔드를 각각 어디에 올리면 좋을지 무료 옵션으로 추천해줘.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GitHub에 올리고 자동 배포되게 하는 순서를 하나씩 알려줘.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비밀 키(환경변수)는 어디에 어떻게 넣어야 하는지 짚어줘.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배포 후 화면이 서버와 통신이 안 될 때 확인할 것(CORS·환경변수)을 체크리스트로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요금이 갑자기 오르지 않게 설정할 것이 있으면 알려줘.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문법을 몰라도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+ 순서 + 함정 체크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요구하면, AI가 처음부터 끝까지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역할을 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내 컴퓨터의 서비스를 늘 켜진 서버에 올려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주소로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들어오게 하는 것.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웹서비스는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화면·서버·데이터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셋으로 나눠 올린다 (홀·주방·창고).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연결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번이면, 고치고 저장만 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다시 배포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초보가 막히는 곳은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환경변수·CORS·무료의 함정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알림·한도·키로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폭탄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예방한다.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문장으로,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배포(deploy)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화면·서버·데이터를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빗대면 각각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GitHub와 배포 플랫폼을 연결하면, 코드가 바뀔 때 무슨 일이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일어나나?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"로컬에선 됐는데 배포하니 안 돼"의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최다 원인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 어떻게 고치나?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요금 폭탄을 피하기 위해 초보가 지킬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컴퓨터에만 있던 서비스를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켜진 서버에 올려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누구나 주소로 들어올 수 있게 하는 것.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(손님 가까이 빠르게) · 서버=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(요청을 계속 처리) · 데이터=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(안전하게 보관).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플랫폼이 저장소를 지켜보다 코드가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바뀔 때마다 자동으로 다시 배포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주소(도메인)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만들어 준다.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환경변수(비밀값) 빼먹기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.env는 GitHub에 안 올리므로, 배포 플랫폼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화면에 비밀값을 따로 넣어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알림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켜 둔다 ·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한도(무료 사용량)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안다 · ③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지킨다.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손을 떠나 세상으로 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세상에 내보내기 — 여기까지 · 다음: 공짜로 세상에 올리기 — 무료 서버 고르기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