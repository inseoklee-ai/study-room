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2 · AIFFEL_LMS · 바이브코딩 작업대 ①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일을 맡길 작업대를 차린다는 것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Claude Code인가 · 다섯 도구 · 네 통로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목표는 하나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자연어로  또렷이 말한다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컴퓨터에서  결과를 본다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지시해  고친다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이름이 한꺼번에 나와도 산만할 것 없다 — 실제로 일을 맡길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도구는 Claude Code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하나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목표는 각 도구 문법을 외우는 게 아니라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 → 확인 → 수정 루프를 한 번 여는 것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핵심 한 문장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환경은 AI에게 일을 시키고, 그 결과를 바로 검토·수정하기 위한 작업대다.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왜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 AI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아니라 Claude Code인가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챗봇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질문에 답하고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보여줄 뿐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글 파일로 끝나면 서비스가 아니다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자연어로 지시하면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파일을 만들고 고치고 명령을 실행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그 파일이 내 컴퓨터에서 도는지 확인할 수 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61518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'말하면 손이 움직이는' 협업이런 도구를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에이전틱 코딩 도구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라고 부른다 — 그 과정이 눈에 보여야 배움이 남는다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67588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67588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67588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웹서비스를 만들려면 답이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파일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필요하고, 그 파일이 도는지 확인해야 한다. 이 루프를 여는 것이 바이브 코딩의 핵심 역량.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🖥️ Claude Code는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모습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Desktop 안 (그래픽)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마우스로 조작. 변경내역(diff)을 시각적으로, 앱 미리보기까지 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초심자가 검토하기 부담 적음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여러 세션 병렬도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터미널의 claude (글자)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시작이 즉각적, 파일 시스템 전체 접근,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 자동화·Agent SDK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공식 문서가 "가장 완전한 형태의 인터페이스"라 소개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엔진을 쓰는 같은 도구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초심자라면 Desktop으로 시작하고, 자동화 같은 고급 흐름이 필요하면 터미널로 넘어가면 된다(스크립팅·Agent SDK는 터미널에서만).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🧰 오늘 작업대는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가지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 필요한가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Code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자연어로 지시하면 파일을 직접 만드는 에이전틱 도구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도구 — 답이 아니라 실제 파일이 나와야 서비스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Node.js·npm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Next.js가 도는 실행 엔진 + 패키지 매니저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Next.js 프로젝트를 만들고 실행하려면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파이썬 패키지·프로젝트를 빠르게 관리(Rust)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뒤 모듈에서 MCP 서버·파이썬 AI 도구 쓸 때. 미리 깔아 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Git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 변경 이력을 남기는 장치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마음껏 고쳐도 되돌릴 수 있어 실험이 두렵지 않다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터미널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글자로 명령을 내리는 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명령과 AI 로그를 직접 눈으로 보는 자리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2219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82219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82219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이름만 외우고 넘어가지 않는다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Node.js·npm·uv·터미널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네 통로를 조금 더 본다. AI가 만든 결과가 실제로 움직이는지 확인하는 통로이기 때문.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🚪 AI 작업대의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통로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Node.js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밖 세상을  열어 준 엔진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npm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레고를 꺼내는  거대한 코드 창고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uv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 AI 도구를  빠르게 정리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터미널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명령·로그를 주고받는  작업 대화창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261518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61518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설치하거나 열게 될 도구,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결과가 움직이는지 확인하는 통로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Node.js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자바스크립트를 브라우저 밖으로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2009년 라이언 달이 브라우저 안에서 버튼을 움직이던 자바스크립트를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컴퓨터·서버에서도 실행할 수 있는 런타임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만들었다(Chrome의 빠른 엔진 V8 기반).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언어가 아니라 런타임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언어로 화면 쪽·서버 쪽을 모두 다루는 길이 넓어졌고, React·Next.js 생태계도 Node.js 위에서 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1171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11171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11171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알아야 하나 — AI가 만든 웹 코드는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 파일로 끝나면 서비스가 아니다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내 컴퓨터에서, 나중엔 서버에서 실행돼야 한다. npm run dev를 눌렀을 때 뒤에서 일하는 주인공이 Node.js.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427095"/>
            <a:ext cx="11091672" cy="787146"/>
          </a:xfrm>
          <a:prstGeom prst="roundRect">
            <a:avLst>
              <a:gd name="adj" fmla="val 1045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573399"/>
            <a:ext cx="10689336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🍽️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논블로킹 I/O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주문을 주방에 넘기고 준비되면 알려 달라 한 뒤 다른 손님을 돕는 직원. 파일 읽기·네트워크처럼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기다리는 시간이 긴 일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강점. "무조건 빠르다"는 아니다(큰 계산은 별도 전략)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npm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처음부터 만들지 않게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2694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웹사이트·CLI·패키지 레지스트리로 이루어진 JS 패키지 생태계. React·Next.js처럼 누군가 공개한 기능을 찾아 설치하고 버전을 관리 — "세계에서 가장 큰 소프트웨어 레지스트리"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 코딩의 핵심은 매번 바퀴를 새로 만드는 게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기능을 검토해서 조립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것 — npm은 레고 창고, AI는 조립 파트너, 나는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블록을 써도 되는가?"를 판단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8739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78739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78739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창고의 모든 블록이 안전한 건 아니다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AI가 추천한 패키지도 이름·용도·다운로드 명령을 한 번 확인. 외부 패키지는 공짜 코드가 아니라 업데이트·보안이 필요한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공급망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(2016 left-pad 삭제로 많은 빌드가 멈춘 일).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uv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 AI 도구를 빠르게 준비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2694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Ruff를 만든 Astral이 Rust로 만든 파이썬 패키지·프로젝트 관리자.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pip 흐름과 호환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되며 pip보다 10~100배 빠를 수 있다. 패키지뿐 아니라 파이썬 버전·의존성·실행 도구도 관리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 설치하나 — 뒤 모듈에서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서버나 파이썬 기반 AI 도구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실행할 때 필요한 재료. 미리 갖춰 두면 AI가 "이 도구를 실행해 보자"고 할 때 설치부터 헤매지 않는다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873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7873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7873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가상환경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프로젝트마다 필요한 파이썬·패키지를 따로 담아 서로 버전이 충돌하지 않게 하는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독립 작업실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터미널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 함께 일하는 작업창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마우스로 아이콘을 누르는 대신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글자로 명령을 내리는 창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검은 화면이 낯설어도 외울 명령이 많은 비밀 도구가 아니다 — Claude Code에 요청을 넣고, npm·uv·git 명령을 실행하고, AI가 남긴 로그·오류를 읽는 자리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GUI 대신 — 같은 명령을 복사·붙여넣기, 여러 단계를 스크립트로 자동화,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무엇을 했는지 로그로 직접 확인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1171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657475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macOS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986659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⌘ Space → Terminal 검색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2511171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8524" y="2657475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8524" y="2986659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메뉴 → PowerShell 또는 Windows Terminal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526155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526155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526155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열었을 때는 아무것도 안 망가진다 — 명령을 실행하기 전엔 그냥 빈 작업창.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 안 되는 명령은 붙여넣기 전에 "이 명령이 무엇을 바꾸나요?"라고 AI에게 먼저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 덱의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8833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문장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작업대란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AI에게 일을 시키고 결과를 바로 검토·수정하는 자리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Code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답이 아니라 파일을 직접 만드는 에이전틱 코딩 도구(메인)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 모습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Desktop(그래픽)과 터미널 claude — 같은 엔진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Node.js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JS를 브라우저 밖에서 도는 런타임. npm run dev의 주인공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npm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레고 창고 — 조립하되 공급망을 검토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uv·터미널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파이썬 도구 준비 / AI 로그를 직접 보는 대화창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일반 챗봇과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에이전틱 코딩 도구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(Claude Code)의 결정적 차이는?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Claude Code의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모습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무엇이고, 초심자는 어느 쪽으로 시작하나?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무엇이며, "새 언어"인가?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npm이 "레고 창고"이면서도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 조심하라는 이유는?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왜 터미널을 GUI 대신 쓰나?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챗봇은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보여줄 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Claude Code는 자연어 지시로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파일을 만들고 고치고 명령을 실행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 — 답이 아니라 실제 파일이 나와야 서비스가 된다.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Desktop 안(그래픽)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터미널의 claude(글자)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같은 엔진. 초심자는 Desktop으로 시작하고 자동화가 필요하면 터미널로.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JS를 브라우저 밖(내 컴퓨터·서버)에서 실행하게 하는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(V8 기반). 새 언어가 아니라 실행 환경 — npm run dev의 주인공.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외부 패키지는 공짜 코드가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업데이트·보안·유지가 필요한 공급망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left-pad 삭제로 많은 빌드가 멈췄듯, AI 추천도 이름·용도·문서를 확인해야.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명령을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복사·붙여넣기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스크립트로 자동화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하며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무엇을 했는지 로그로 직접 확인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있어서.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작업대를 차린다 🧰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일을 맡길 작업대 — 개념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2026-08-13T22:52:13Z</dcterms:created>
  <dcterms:modified xsi:type="dcterms:W3CDTF">2026-08-13T22:52:13Z</dcterms:modified>
</cp:coreProperties>
</file>