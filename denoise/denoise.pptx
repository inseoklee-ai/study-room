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5 · 이미지 생성 (2)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노이즈에서 되돌린다는 발상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모델은 어떻게 태어나, 4스텝까지 내려왔나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그럴듯함을  어떻게 채점?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진화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CLIP·잠재·  DiT·증류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채점표를 어떻게 만드나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GAN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(채점관을 같이 키움) vs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(채점을 아예 없앰)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확산이 문장을 알아듣게 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그리고 "말귀가 그림 공부보다 중요"했던 반전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PC로 내려온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 확산·Stable Diffusion 공개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숫자의 뿌리 — 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 4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guidance=0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줄 — 확산은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없는 문제를 정답 있는 문제로 바꾼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발상. 그 뒤 역사는 전부 "더 빠르게·더 말을 잘 듣게"였다.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"그럴듯함"을 어떻게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 학습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있어야 굴러간다 — 답 내고, 틀린 만큼 재고, 덜 틀리는 쪽으로 민다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사진과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차이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채점? → 모델이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고양이의 평균(흐릿한 회색 덩어리)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그린다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근본적 문제 — 학습은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미분 가능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한다(어디로 움직이면 얼마나 좋아지는지 계산). "그럴듯함"엔 그 정의를 못 붙인다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채점표가 잘못되면 모델은 그 표를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 만족시키는 쓸모없는 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찾아낸다. 여기서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갈래 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나왔다.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답 — 채점관을 같이 키운다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위조범과 감정사를 붙여 놓는다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GAN · 2014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🎭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GAN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위조범 vs 감정사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Generator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위조범  가짜로 속이려 함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Discriminator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감정사  진짜·가짜 구별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둘이 서로 이기려 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위조범의 실력이 올라간다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적대적 생성 신경망(GAN)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기준도 신경망 — 사람이 규칙 적는 대신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배우게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StyleGAN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사람 얼굴이 진짜와 구별 어려운 수준. ("존재하지 않는 사람 얼굴" 사이트가 이 계열)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원논문 한 문장 — "동시에 두 모델을 학습: 데이터 분포를 담는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G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와, 표본이 진짜일 확률을 추정하는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 D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." (arXiv:1406.2661)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😴 그런데 위조범이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게을러진다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감정사를 확실히 속이는 그림 한 장을 찾으면, 그 뒤로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그것만 계속 그린다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손글씨 0~9 학습 중 그럴듯한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익히면 → 나머지 아홉을 그릴 이유가 없다(8만 내도 계속 이김)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다양성에 점수를 안 주는 게임이니 당연한 귀결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게을러진 게 아니라 보상 구조가 그렇다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현상이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붕괴(mode collapse)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원논문의 별명은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"헬베티카 시나리오"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무엇을 넣어도 결국 같은 하나로 무너진다. + 두 신경망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힘 균형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저절로 안 잡히는 불안정도.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🚪 GAN이 자리를 내준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이유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불안정이 아니라 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시킬 수가 없었다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StyleGAN은 얼굴로 학습하면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만든다. 훌륭한 얼굴을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"눈 덮인 산 위의 빨간 오두막"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시킬 통로가 구조 안에 없다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문장을 받는 입구가 설계에 없었다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9565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9565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9565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말해 두면, GAN은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죽지 않았다.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뒤에서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조연으로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나온다(증류의 조교로).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답 — 채점을 아예 없앤다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없는 문제를 정답 있는 문제로 바꾼다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· 2015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🌫️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뿌리고, 되돌린다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학습할 때 · 우리가 잡음을 뿌린다 (파랑)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21383"/>
            <a:ext cx="177942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깨끗한 사진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7436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0126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3278" y="1921383"/>
            <a:ext cx="177942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조금 지저분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65853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31613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04765" y="1921383"/>
            <a:ext cx="177942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많이 지저분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57339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23099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6251" y="1921383"/>
            <a:ext cx="177942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완전한 잡음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4882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714586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7738" y="1921383"/>
            <a:ext cx="177942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뿌린 잡음이  곧 정답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073527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 때 · 신경망이 걷어 낸다 (빨강)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53187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623310"/>
            <a:ext cx="177942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없던 그림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474366" y="353187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2840126" y="353187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13278" y="3623310"/>
            <a:ext cx="177942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윤곽 선명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65853" y="353187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131613" y="353187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04765" y="3623310"/>
            <a:ext cx="177942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형체 잡힘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057339" y="353187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423099" y="353187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6251" y="3623310"/>
            <a:ext cx="177942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잡음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348826" y="353187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714586" y="353187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7738" y="3623310"/>
            <a:ext cx="177942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걸음 수가  스텝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77545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477545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" y="477545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채점관이 필요 없고, 학습 내내 기준이 흔들리지도 않는다. 아래쪽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화살표 개수 = 실습의 스텝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예전 50, 지금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(원논문 arXiv:1503.03585, 2015)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깊이 보기 — 잡음을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걷어 낸다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xt = √ᾱt · x₀ + √(1−ᾱt) · ε (x₀=원본, ε=뿌린 잡음)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 = E [ ‖ ε − εθ(xt, t) ‖² ]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288286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ᾱt는 t가 커질수록 0에 가까워짐 → t 작으면 원본이 남고, t 크면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잡음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신경망 εθ가 하는 일 = xt와 t를 받아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섞인 잡음 ε을 맞히기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예측−정답의 제곱 평균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평범한 회귀. GAN처럼 서로 쫓지 않아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49186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49186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49186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"픽셀 차이로 채점하면 흐릿한 평균"이라 했는데, 여기선 같은 제곱오차를 써도 괜찮다 — 채점 대상이 최종 그림이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걸음치의 잡음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이라서. 한 걸음은 평균 내도 무방하고, 수백 걸음 쌓으면 선명해진다.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⏳ 좋은 아이디어가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이기진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착상  (GAN보다 반년 늦음)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DDPM  좋은 그림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"Diffusion Models  Beat GANs"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878205"/>
          </a:xfrm>
          <a:prstGeom prst="roundRect">
            <a:avLst>
              <a:gd name="adj" fmla="val 93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761488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확산이 치른 대가 — 느림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49808" y="3090672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GAN은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통과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그림. 확산은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수백~수천 번 반복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2022년 기본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50스텝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한 장에 30초~1분. 이 느림이 그 뒤 몇 년의 숙제가 된다.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문장을 그림 쪽으로 데려오기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방향으로 걷어 낼지 말해 줄 통로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 · Imagen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프롬프트가 나침반이 되는 이유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 CLIP — 인터넷의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이미지·캡션 쌍 4억 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"어느 캡션이 어느 그림에?"를 학습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인코더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받은 걸 숫자 목록(좌표)으로 바꾸는 부분. 문장도 그림도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공간의 한 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맞는 그림·캡션은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안 맞으면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놓이도록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공간 =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거리를 잴 수 있다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"빨간 오두막" 좌표와 지금 그림의 좌표 사이 거리가 줄어드는 쪽으로 밀 수 있다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63588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63588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63588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나침반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되는 물리적 근거가 여기입니다. (arXiv:2103.00020)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반전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공부보다 말귀가 먼저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그릴 거니 이미지를 함께 본 인코더(CLIP)가 유리할 것 같은데…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 구글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Imagen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이미지를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번도 안 본 순수 언어모델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더 잘했다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게다가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언어모델 쪽을 키우는 것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이미지 생성 쪽을 키우는 것보다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결과에 훨씬 크게 기여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— 프롬프트를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나열이 아니라 문장으로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쓰라는 조언의 근거가 이것. 지금 최신 모델이 텍스트 인코더 자리에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현역 언어모델을 통째로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꽂는 이유도 같다. (arXiv:2205.11487)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컴퓨터로 내려오고, 심장이 바뀌다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 확산 · 공개 · 트랜스포머 · 증류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70732" y="5486400"/>
            <a:ext cx="504748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0732" y="5486400"/>
            <a:ext cx="5047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Stable Diffusion · DiT · 4스텝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 확산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공개된 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돌파구 — 픽셀 위에서 말고, 이미지를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 압축한 공간(잠재 공간)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확산을 돌리고 마지막에만 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오토인코더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작은 숫자 뭉치로 줄였다 되돌리게 학습 → 되돌려지니 핵심이 남아 있다는 뜻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512×512가 다루는 값 개수가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 분의 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줄어든다 (arXiv:2112.10752)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2022년 8월 22일 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공개, 필요 VRAM 6.9GB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당시 게이밍 노트북 크기. 기술 개선보다 이 "공개"가 더 큰 사건이었다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87210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87210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87210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달 안에 지금 도구 대부분의 조상이 태어났다 — 브라우저 인터페이스·인페인팅·이미지 변형·화풍 덧입히기·구도 잡기.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아니라 사용자들이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만들었다.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🫀 심장까지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 예측 신경망은 한동안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U-Net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(CNN 바탕, 압축→복원 U자, 지름길 연결)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두 가지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키워도 성능이 안 따라오고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텍스트를 옆에서 슬쩍 참조라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글·그림이 대등하게 안 섞임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DiT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그 자리를 트랜스포머로 교체 → 화면을 격자로 잘라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칸을 토큰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으로, 어텐션으로 멀리끼리 연결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효과가 눈에 보이는 곳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2024 이전엔 간판 글자를 뭉갰는데, 글자가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이미지와 동등한 토큰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같은 판에 오르며 "이 다섯 글자를 이 순서로"가 픽셀까지 살아남았다. </a:t>
            </a:r>
            <a:pPr indent="0" marL="0">
              <a:lnSpc>
                <a:spcPct val="104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(단, 데이터 기여도 큼 — 구조만의 인과는 아님)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쉰 번을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번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— 증류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2022년 기본 50스텝·한 장 30초~1분 → 수업 중 실습 불가(한 칸 고치고 1분 대기)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가르치는 방식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선생 모델이 50번에 가는 지점을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한두 번에 찍도록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가르친다 =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(Adversarial Diffusion Distillation) — 증류에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적대적 손실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얹음.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2014년 감정사가 2023년 조교로 복귀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(GAN이 조연으로)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85140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오픈 모델 기본 스텝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4~9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한 장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남짓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증류가 없었으면 오늘 실습 자체가 성립하지 않는다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91210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91210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91210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결과 — 증류 모델에선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가이던스를 0으로 꺼야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 코드에서 볼 guidance_scale=0.0은 오타가 아니라, 그 값이 이미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안에 구워져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있어서다(밖에서 또 밀면 그림이 상함).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깊이 보기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가이던스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곧게 편 경로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ε̂ = εθ(xt,∅) + w · ( εθ(xt,c) − εθ(xt,∅) 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c=프롬프트 준 예측 · ∅=안 준 예측 · w=가이던스 값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288286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w=1이면 그냥 조건부 예측, 올릴수록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"있을 때−없을 때 차이"를 과장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프롬프트엔 충실하나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색이 타고 뻣뻣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해야 함(계산 2배) — 증류 모델이 아예 끄는 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이유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(분류기 없는 가이던스, arXiv:2207.12598)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곧게 편 경로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(Flow Matching) — 잡음→이미지 길을 직선 케이블카처럼. 코드 스케줄러에 FlowMatch가 있으면 이 계열 (arXiv:2210.02747)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76809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76809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76809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스텝을 줄인 두 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(선생→학생)와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곧게 편 경로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(길 자체를 직선으로). 그래서 몇 정거장만 서도 목적지에 닿는다.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 지금 어디쯤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흐름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인코더에 언어모델이 통째로.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2021 CLIP → 2022 "범용 LM이 낫다" → 지금 현역 LM이 그 자리.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문장으로 쓰라.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만들기와 고치기가 한 모델로.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실무는 백지보다 "있는 이미지를 말로 고치기"가 잦다. 참조 이미지 여러 장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인물·제품 유지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수월.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다시 작아졌다.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2022 개인 GPU → 한동안 수십 배 → 지금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40~60억 파라미터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훨씬 큰 모델과 겨룬다(언어모델과 똑같은 곡선).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= 신경망의 조정 대상 숫자 하나하나. 많을수록 담는 게 많지만 메모리·계산도 는다.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모델을 못 쓰던 사람이 쓸 수 있게 되는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곡선이 다시 왔다.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"그럴듯함"은 채점이 어렵다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채점관을 같이 키우고,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정답 있는 문제(잡음 맞히기)로 바꿨다.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=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뿌린 잡음을 되돌리기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손실은 평범한 회귀라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대가는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느림(반복)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문장·그림을 같은 공간에 놓아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프롬프트가 나침반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됐고, Imagen은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말귀가 그림 공부보다 중요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함을 보였다.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 확산 + 공개(SD)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개인 PC에 내려오고, 심장이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U-Net → 트랜스포머(DiT)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바뀌었다.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증류·곧은 경로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50→4스텝. 그래서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guidance=0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FlowMatch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문장형 프롬프트가 실습의 기본값.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정답 사진과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차이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채점하면 왜 흐릿한 회색 덩어리가 나오나?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GAN의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붕괴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무엇이며, GAN이 주역에서 내려온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이유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확산이 "정답 없는 문제를 정답 있는 문제로 바꿨다"는 말의 뜻은?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프롬프트를 나침반으로 만든 원리를 한 문장으로.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실습에서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스텝 4·guidance=0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가능/필요한 이유는?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흐릿한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덩어리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모든 고양이 사진과 적당히 비슷해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차이를 최소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만들기 때문. 잘못된 채점표를 정확히 만족시키는 쓸모없는 답.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다양성에 점수가 없어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것 하나만 반복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(헬베티카 시나리오). 내려온 진짜 이유는 불안정이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문장으로 시킬 통로가 없어서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잡음을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직접 뿌려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정답을 알고 있으니, "섞인 잡음 맞히기"라는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있는 회귀 문제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된다 — 채점관 불필요.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문장과 그림을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공간의 좌표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놓아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거리를 잴 수 있게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해, 그 거리가 줄어드는 쪽으로 걷어냄을 유도한다.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증류·곧은 경로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50→4스텝이 됐고, 프롬프트를 미는 힘이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 내장(구워짐)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돼 밖에서 또 밀면(guidance↑) 상하므로 0으로 끈다.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없는 문제를 뒤집다 🌫️→🖼️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노이즈에서 되돌린다는 발상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2026-08-07T00:12:08Z</dcterms:created>
  <dcterms:modified xsi:type="dcterms:W3CDTF">2026-08-07T00:12:08Z</dcterms:modified>
</cp:coreProperties>
</file>