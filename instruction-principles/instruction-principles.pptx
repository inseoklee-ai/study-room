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지시 설계 · ⑪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설계의 원칙과 마무리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갈릴 때 원인을 되짚는 — 기록의 기술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순서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관측한 실패만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파라미터도 계약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성질 위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순서대로 점검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다섯 단계 — 문장을 늘리는 대신 빈 자리를 찾는다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조건은 많을수록 좋은 게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관측한 실패와 연결되는 것만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문장만 계약이 아니다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temperature·top_p·effort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계약 조건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성질 위에서 작동하는 입력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범위를 안다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지시 설계는 정답을 한 번에 얻는 기술이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원인을 되짚게 만드는 기록의 기술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지시를 점검하는 순서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쓰는 사람이 지킬 계약을 순서대로 읽는다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· 과업 · 근거 · 제약 · 형식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지시 점검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과업을 한 문장으로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무엇을 분류·추출·생성·결정하고 누가 결과를 쓰는지 정하면 역할 범위가 드러난다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사실과 쓰면 안 되는 사실 분리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제공된 원문·정책·수치가 근거, 모델의 그럴듯한 상식은 그 자리를 대신 못 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제약과 예외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값이 없을 때 추정할지·'확인 불가'라 할지·질문할지·사람 검토로 넘길지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형식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사람이 바로 읽나 프로그램이 읽나에 따라 문단·표·JSON 선택이 달라진다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약속을 재는 기준을 지시보다 먼저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작성한다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증상마다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가리키는 빈 부품이 다르다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배송일 장면의 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답이 누구를 위한지 흐리다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역할부터 다시 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정보가 없었다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경계를 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정보가 부족할 때 무엇을 할지 비었다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예외·제약을 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 모양(question 필드·JSON)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뒤에만 형식을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인사말이 붙었다고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역할부터 다시 쓰거나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날짜 단정 원인을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형식에서 찾지 않는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까닭 — 각 증상이 가리키는 빈 부품이 서로 다르기 때문이다.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채점 기준을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먼저 두면 "성공했다는 느낌"을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가능한 주장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바꾼다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준수 ≠ 사실 정확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유효 JSON은 파서가 확인해도, 그 안의 배송일이 입력 근거로 뒷받침되는지는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검사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위험이 분명한 과업은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판정부터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근거 없는 확정 금지·부족 정보 처리·필수 필드(저렴·재현 가능)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판정으로 먼저 걸러 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 검토·세밀한 평가를 더한다.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관측에서만 조건을 더한다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조건은 많을수록 좋은 게 아니다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관측한 실패 · 한 번에 한 조건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관측한 실패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연결되는 조건만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관측한 실패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밖 배송일을 만든다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더할 조건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범위 · 모를 때 행동 보강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724912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관측한 실패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3017520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question이 비어 있다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11596" y="2615184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77356" y="2615184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2220" y="2724912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더할 조건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0508" y="3017520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필드 · 빈값 금지 보강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실패가 없는데 조건을 한꺼번에 덧붙이면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길이·충돌 가능성만↑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결과가 왜 달라졌는지도 설명 못 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기법은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처방전이 아니라 가설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부여·예시·단계적 절차·구조화 출력은 각각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실패를 줄일 거란 가설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시험한다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레이블 의미·출력 모양이 모호할 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모든 과업에 붙이는 규칙이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프로그램이 안정적으로 읽어야 할 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유용하지, 사람이 보낼 짧은 답까지 객체로 감싸란 뜻이 아니다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 — 고정한 조건·바꾼 부품·재측정한 기준이 효과 주장에 근거를 준다.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조건만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바꾼다.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파라미터도 계약 조건이다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문장만 계약을 이루지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0732" y="5486400"/>
            <a:ext cx="504748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0732" y="5486400"/>
            <a:ext cx="5047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 · top_p · effort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세 파라미터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지시로 못 하는 약속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무엇의 계약인가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못하는 약속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temperature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토큰 확률 분포를 얼마나 넓게 쓸지 = 무작위성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낮은 값이 근거 없는 날짜를 금지하지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top_p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 확률 안에서 다음 후보 폭 제한 = 어떤 후보군을 열어 둘지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temp와 동시에 바꾸면 문장 효과와 생성 설정 효과가 섞인다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effort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 노력의 예산 = 지연·비용과의 교환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큰 예산이 빈 주문 정보·모순을 스스로 해소하지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배송일 근거가 없는 실패엔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effort를 높이는 대신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질문·검토로 넘기는 행동을 지시하고 기준 통과를 확인한다.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성질 위에서 작동하는 지시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지시는 빈 모델 위에 규칙을 새로 쓰는 코드가 아니다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26764" y="5486400"/>
            <a:ext cx="453542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26764" y="5486400"/>
            <a:ext cx="4535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· 형식 · 지식 · 안전 응답의 성질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한계가 지시의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정해 준다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매우 구체적인 지시도 모델이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사실·제공 안 된 주문 상태·접근 권한 없는 DB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만들어 주지 못한다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원문이 없으면 지시를 길게 쓰는 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제공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하거나 확인 질문을 하게 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조회가 필요하면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도구·권한·실패 시 행동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계약에 넣는다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틀리면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불이행·근거 부족·모델 능력 한계·실행 환경 오류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구별해 기록한다 — 길어진 지시로 못 풀 문제를 다시 지시로 덮지 않게.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🧷 처음 질문으로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돌아가면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누구에게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99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1327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끝내나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65853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31613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04765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판단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7339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099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7963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6251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안 하나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4882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71458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945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8773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넘기나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26151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6151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있거나 충돌한 자리가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답이 나오는 통로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부품을 많이 쓰는 일 자체가 답을 좋게 만들지 않는다 — 관측한 실패에 맞는 한 자리를 고치고 같은 기준으로 다시 재야 차이를 읽는다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39121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9121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39121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설계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한 번의 정답을 얻는 기술이라기보다, 결과가 갈릴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원인을 되짚을 수 있게 만드는 기록의 기술.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더 읽기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다루나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InstructGPT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피드백으로 지시 따르기를 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FLAN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자연어 지시 미세조정과 일반화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The Prompt Report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기법·용어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Evals guide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데이터·기준 구성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자료들은 오늘의 태도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먼저 세우고 지시를 가설로 시험한다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를 더 넓게 확인해 준다.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지시를 점검하는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어떤 순서인가?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채점 기준을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지시보다 먼저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작성하는 이유는? 형식 준수와 사실 정확은 어떻게 다른가?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조건은 언제 더해야 하며, 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조건만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바꾸는가?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temperature·top_p·effort가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문장으로 할 수 없는 약속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까닭은?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지시가 "학습된 성질 위에서 작동한다"는 말은 지시 설계에 어떤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준다는 뜻인가?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과업을 한 문장으로 ② 쓸 사실과 안 되는 사실 분리 ③ 제약과 예외 ④ 결과 형식 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재는 기준을 먼저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작성.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"성공했다는 느낌"을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가능한 주장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바꾸기 위해. 유효 JSON(형식)이라도 그 안의 값이 입력 근거로 뒷받침되는지(사실)는 별도 검사.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관측한 실패와 연결될 때만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더한다. 모델·입력·경로·기준을 고정하고 한 조건만 바꿔야 전후 차이를 그 변경과 연결할 수 있어서.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무작위성·후보군·추론 예산의 계약으로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문장으로는 정할 수 없다.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그래서 문장 실험에선 고정하고 별도 시험·기록한다.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지시는 빈 모델이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성질 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작동하는 입력이므로, 능력 안에서 과업 경계·근거·우선순위·출력 모양을 분명히 하는 데까지가 지시의 범위.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설계 — 여기까지 🧷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설계 — 여기까지 · 다음 중단원: 지시를 다 정해도 무엇을 읽게 할지가 남는다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2026-08-25T00:58:56Z</dcterms:created>
  <dcterms:modified xsi:type="dcterms:W3CDTF">2026-08-25T00:58:56Z</dcterms:modified>
</cp:coreProperties>
</file>