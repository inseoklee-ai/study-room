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돌아보기 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하네스를 기능 지도 위에 놓기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빈칸이 적은 도구가 아니라, 내 병목 칸에 근거 있는 도구를 고릅니다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과업에서 확인할 병목을 하나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표에서는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병목에 닿는 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읽습니다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포맷에서 시작해 문맥·경험·반성·미니멀·권한을 지나,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평가 열에서 무엇이 이미 확인됐고 무엇이 남았는지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앞 절에서 결과와 궤적을 따로 읽었다면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그 질문을 도구 카드에도 적용합니다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표는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우열표도 안전 판정표도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클로즈드 도구의 내부 구현은 확인할 수 없습니다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코드가 있는 도구도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버전, 로컬 설정, 실행 기록 없이 안전하다고 증명할 수 없습니다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표는 앞 절에서 읽은 카드와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확인할 근거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한자리에 모은 것입니다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지도 — 일곱 도구 × 일곱 기능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절 카드를 한자리에서 다시 읽습니다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기능 지도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지도 ①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포맷 · 문맥 · 경험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072384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행동 포맷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호출과 터미널 작업을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서브에이전트 문맥을 격리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skills를 다시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역할별 도구 호출을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세션과 서브에이전트 문맥을 분리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설정과 도구 정의를 재사용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Aider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 포맷으로 변경을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repo map으로 관련 기호를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대화와 저장소 맥락을 재사용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 도구를 호출하는 작은 루프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짧은 상태를 다음 호출에 투입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 코드와 세션을 재사용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OpenClaw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 이벤트를 Gateway로 수신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세션과 workspace를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기록을 다시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Hermes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 요청과 도구 호출을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검색과 memory를 조립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memory와 skills를 재사용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SWE-agent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검색·편집·실행 인터페이스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관측과 이력을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trajectory를 남김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지도 ②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반성 · 미니멀 · 권한 · 평가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25374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406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06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결과를 다음 대화에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도구 구성을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승인과 권한 설정을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gather–act–verify 흐름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결과를 다음 단계에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모드만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역할별 허가를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기록과 검증 단계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Aider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 결과를 다음 요청에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좁은 편집 루프를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실행 범위를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벤치마크 조건을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결과를 다음 호출에 투입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4개 + 짧은 프롬프트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환경의 권한을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README의 비교 조건을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OpenClaw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결과를 다음 세션에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채널만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채널과 도구의 설정을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문서의 기록 위치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Hermes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관측을 다음 호출에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 skills만 조립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채널·세션·권한 설정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문서와 실행 기록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SWE-agent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피드백 뒤 다음 행동을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과업 전용 인터페이스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도구의 범위를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SWE-bench와 ablation으로 측정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카드로 다시 — 근거와 한계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· 상태 · 대표 행동 · 권한 경계 · 1차 근거 · 한계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기능 지도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카드 ①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계열 네 도구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경계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메인·서브에이전트 문맥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승인과 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문서·설정·화면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구현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세션·역할 문맥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역할별 허가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문서·설정·로그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기본값은 설치별 확인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Aider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대화·repo map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실행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문서·자체 벤치마크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독립 성능 비교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대화형 CLI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호출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호스트 실행 권한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문서·저자 설명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 정책 기본값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카드 ②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계열과 연구용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717548"/>
        </p:xfrm>
        <a:graphic>
          <a:graphicData uri="http://schemas.openxmlformats.org/drawingml/2006/table">
            <a:tbl>
              <a:tblPr/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OpenClaw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 이벤트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Gateway 세션·workspace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라우팅·도구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문서·설정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연결 계정 권한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Hermes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CLI·TUI·채널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세션·검색·memory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호출·skills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README·실행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설치별 권한 기본값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SWE-agent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이슈와 저장소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관측·이력·trajectory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검색·편집·테스트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논문·공개 trajectory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저장소에서의 결과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354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2354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2354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일곱 도구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한계 칸이 비어 있지 않습니다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"미확인"이 적혀 있다는 사실 자체가 카드의 내용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병목을 기준으로 후보를 둘로 줄입니다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소단원 ①의 세 질문을 다시 씁니다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기능 지도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질문으로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후보를 고릅니다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과업의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 기능을 하나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기능을 확인할 근거가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카드의 1차 근거에 있는지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미확인 경계가 현재 과업에서 허용되는지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판단합니다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필요한 경계가 미확인이라면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탈락이라고 단정하지 않고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확인 대상으로 적습니다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📄 문맥이 병목이면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· 관측 요약 · repo map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가운데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작업에서 실제로 볼 수 있는 기록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가진 도구를 남깁니다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 권한이 병목이면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문서의 기능 설명만으로 남기지 않고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설정과 승인 기록을 확인할 수 있는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도구를 남깁니다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후보를 줄여 줄 뿐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 마지막 판정에는 자기 환경에서 만든 실행 기록이 필요합니다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표를 어떻게 읽어야 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빈칸이 적은 도구가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병목 칸에 근거 있는 도구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고른다. 제품 우열이나 안전 판정으로 해석하지 않는다.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필요한 경계가 "미확인"이면?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바로 탈락시키지 않고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확인 대상으로 적는다.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비교표로 결론을 낼 수 없는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표는 후보를 줄여 줄 뿐이고,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판정에는 자기 환경에서 만든 실행 기록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필요하기 때문.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지도 위의 일곱 🗺️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하네스 돌아보기 ⑩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2026-09-02T03:45:18Z</dcterms:created>
  <dcterms:modified xsi:type="dcterms:W3CDTF">2026-09-02T03:45:18Z</dcterms:modified>
</cp:coreProperties>
</file>