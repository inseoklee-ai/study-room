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(7) · 실습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예산표와 컨텍스트를 직접 설계한다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산출물은 코드가 아니라 두 장의 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예산표  병목 진단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"비용 줄이자"  제안 검토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 설계 캔버스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생기는지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예산표로 눈에 보이게 만든다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가격을 몰라도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위치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찾는 간단한 계산식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"비용 줄이자" 제안을 도메인 눈으로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캔버스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직접 채우고, 압축이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비용 최적화는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"토큰 줄이기"가 아니라 "위험하지 않은 토큰부터 줄이기"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비용은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생기나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토큰 + 출력 토큰 + 호출 횟수 + 모델 등급 + 부가 처리(검색·이미지·음성 …)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직접 다룰 수 있는 건 주로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세 가지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자료를 많이 넣을수록 늘고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답변을 길게 만들수록 늘며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횟수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많아지면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낭비도 운영비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189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189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189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특정 가격을 외우지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비용이 생기는 위치를 표시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데 집중합니다.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비용의 구조를 눈으로 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정확하지 않아도 된다 — 구조를 보는 게 첫 목표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예산 워크북 · 병목 계산식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토큰 예산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줄일 수 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줄이면 위험한가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넣는 고정 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넣는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입력하는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출력 길이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예상 호출 횟수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반드시 남겨야 할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후 한 문장으로 — "토큰을 줄여도 되는 부분은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줄이면 위험한 부분은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이유는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 이 한 문장이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최적화와 품질 책임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동시에 붙잡는다.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병목을 찾는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계산식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월간 입력 비용 ≈ 요청당 입력 토큰 × 월 호출 수 × 입력 토큰 단가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월간 출력 비용 ≈ 요청당 출력 토큰 × 월 호출 수 × 출력 토큰 단가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비용       ≈ 입력 비용 + 출력 비용 + 부가 처리 비용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5161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5161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40944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출력이 짧다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선별·검색·요약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전략을 본다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2514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1318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1318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02514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짧은데 출력이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형식·상세도 제한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본다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4083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7475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7475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64083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수가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캐시·라우팅·배치 처리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운영 판단으로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113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3113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3113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식이 유용한 이유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숫자를 몰라도 병목의 위치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찾을 수 있기 때문. 위치를 알면 처방이 달라진다.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"비용 줄이자" 제안을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에이전트 제안 — "비용을 줄이려면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로그 원문 대신 매번 3줄 요약만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넣으세요.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출력도 5문장으로 제한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됩니다." </a:t>
            </a:r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겉으론 맞는 말 같다. 하지만 도메인을 아는 사람이 반드시 물어야 할 게 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0505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묻나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3줄 요약에서 법적 리스크 단서가 빠지지 않나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절감이 책임 문제를 만들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요약을 누가 만들고 검증하나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단계 오류가 뒤 단계 답변을 오염시킨다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5문장 출력이 의사결정에 충분한가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답이 검토 가능한 답이라는 보장은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원문으로 되돌아갈 수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감사·설명·수정이 필요할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7159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37159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37159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최적화는 "토큰을 줄이기"가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위험하지 않은 토큰부터 줄이기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직접 설계한다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더 나은 일을 시키고, 그 설계안을 검토한다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· 체크리스트 · 캔버스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설계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시키는 지시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분야: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사용자가 긴 문서를 넣으면, 핵심 쟁점과 근거 위치를 요약하는 도구.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요구사항: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입력 문서·고정 지시·출력 예상 길이를 나눠 토큰 예산표를 만든다.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문서가 길 때 전체를 한 번에 넣는 방식과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필요한 조각만 검색하는 방식을 비교한다.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결론마다 근거 문장 번호를 남긴다.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비용을 줄이되 법적·의학적·교육적 판단 근거가 사라지지 않도록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위험한 압축 지점을 표시한다.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구현 코드를 제안하기 전에 설계 판단표를 먼저 보여준다.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2016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016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2016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설계 판단표"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요구하는 한 줄이 핵심 — 구현에 들어가기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먼저 볼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있게 한다. 특정 제품에 안 묶인, 목적·조건만의 지시라 어떤 에이전트에서도 그대로 쓸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AI 설계안을 검토하는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좋은 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⚠️ 위험 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예산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입력·출력·호출 횟수를 나눠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"긴 컨텍스트 모델 쓰면 됩니다"로 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결론마다 자료 ID·문장 번호를 요구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요약만 남기고 원문 추적이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 기준 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기준을 프롬프트 앞쪽에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덩어리 뒤에 핵심 지시가 묻힘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모름·근거 부족·충돌 자료를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 답을 만들도록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책임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위험한 압축 지점을 사람이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절감 명목으로 핵심 근거를 삭제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표는 개발 지식보다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책임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가깝다 —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맡아야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 코드를 읽기 전에 이 표로 먼저 판단한다.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내 도메인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설계 캔버스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실제로 넣을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반드시 알아야 할 업무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자료에서 절대 빠지면 안 되는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줄이거나 요약해도 되는 반복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출력에서 요구할 근거 표시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비용이 커질 때 낮출 수 있는 옵션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최종 승인해야 하는 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페어와 캔버스를 바꿔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봅니다. 다른 도메인의 사람이 읽어도 "무엇을 넣고·빼고·검토할지" 이해되면 좋은 설계 — 그들의 질문이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컨텍스트의 빈칸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발견하게 해준다.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🎮 미니 실습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압축이 아니라 구조화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(막연한 지시)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자료를 잘 분석해서 중요한 내용을 자세히 알려줘."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25268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버전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83611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83611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075051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____ 도메인 검토 보조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____ 결정을 돕기 위한 쟁점 정리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우선순위: 1) ____  2) ____  3) ____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근거 사용: 자료 번호와 문장 번호를 함께 표시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 형식: [쟁점] [근거] [위험도] [추가 확인 질문]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길이 제한: 항목별 3문장 이내, 단 근거 문장은 생략하지 않음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935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6935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6935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버전은 원문보다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길 수도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있다. 그래도 낭비가 아닐 수 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가능한 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만들기 때문.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산출물은 코드가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예산표 + 컨텍스트 설계 캔버스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장.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= 입력+출력+호출(+등급+부가). 통제 가능한 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셋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가격 몰라도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계산식으로 병목 위치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최적화 = 토큰 줄이기가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위험하지 않은 토큰부터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근거·추적·검토 가능성은 남긴다.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"구현 전에 설계 판단표 먼저"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요구하고, 그 설계안을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체크리스트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검토한다.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지시 대신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(역할·기준·근거·형식) — 더 길어도 검토 가능한 답이면 낭비가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비용을 이루는 항목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직접 다룰 수 있는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셋은?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가격 숫자를 몰라도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위치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찾는 방법과, 입력↔출력↔호출별 처방은?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"3줄 요약만 넣자"는 절감 제안에 도메인 전문가가 물어야 할 질문 하나는?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 지시에서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설계 판단표"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줄이 왜 중요한가?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"압축이 아니라 구조화"란 무슨 뜻이며, 왜 더 길어도 낭비가 아닌가?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토큰 · 출력 토큰 · 호출 횟수.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(모델 등급·부가 처리는 매 요청마다 조절하기 어렵다)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(요청당 토큰 × 호출 수 × 단가)으로 어디가 큰지 본다. 입력 김→선별·검색·요약 / 출력 김→형식·상세도 제한 / 호출 많음→캐시·라우팅·배치.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예: "3줄 요약에서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리스크 단서가 빠지지 않나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", "요약을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만들고 검증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하나", "원문으로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되돌아갈 수 있나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등.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구현에 들어가기 전에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위험(압축 지점·근거 손실)을 먼저 보게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하기 때문. 코드가 나온 뒤엔 되돌리기 어렵다.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막연한 지시를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역할·기준·근거·형식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짜는 것. 더 길어도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가능한 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만들면, 짧지만 쓸 수 없는 답보다 낫다.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두 장이 남았다 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예산표와 컨텍스트를 직접 설계한다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2026-08-03T21:41:23Z</dcterms:created>
  <dcterms:modified xsi:type="dcterms:W3CDTF">2026-08-03T21:41:23Z</dcterms:modified>
</cp:coreProperties>
</file>