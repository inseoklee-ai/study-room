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프론트-백엔드 연결하기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서버를 AI로 짜서 — '연결'하기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순서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겪는 문제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전략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실수와 검증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풀스택을 만드는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안정적인 순서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(목업 → API → 교체)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연결에서 초보가 실제로 겪는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처방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연결을 매끄럽게 하는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전략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단골 실수와 검증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마지막 정리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목업으로 화면을 잘 만들어 두면, 백엔드는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겹 덧입히기"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안정적인 순서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어디서부터 손대야 덜 헤매는가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→ API → 교체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세 단계로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화면 먼저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지난 시간에 만든 '가짜 데이터로 도는 화면'이 출발점이다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붙이기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화면이 부를 창구(엔드포인트)를 만든다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데이터를 실제 호출로 교체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목업 자리를 진짜 서버 응답으로 바꾼다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먼저 서 있어야, 서버는 그 화면이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필요로 하는 모양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맞춰 만들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✂️ 한 가지 결정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통째로? 나눠서?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한 프롬프트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전체를 한 번에  → 초보에겐 거의 항상 실패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쪼개서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모양 → API → 화면  → 실수를 일찍 잡음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다 시키는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집중력·기억 한계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때문에 무너진다. 작게 쪼개 시키면 각 단계에서 검증할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연결에서 겪는 문제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증상을 알아보고 처방을 익힌다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불일치 · 로딩/에러 · CORS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🔌 가장 큰 원흉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불일치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프론트가 기대하는 데이터 모양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백엔드가 주는 모양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쓰면 오히려 심해진다 — 양쪽에 '얼추 맞는' 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만들어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서서히 어긋남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undefined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뜨거나, 한 겹 더 감싸인 응답이 온다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710434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'나중에 맞추기'가 아니라, 주고받을 데이터를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문서로 적어 두고(API 명세)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그걸 기준으로 양쪽을 짠다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나머지 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상태와 주소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로딩·에러 상태 누락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오기 전 화면이 깜빡, 서버 오류 시 앱이 멈춘 듯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호출을 로딩 / 성공 / 에러 세 상태로 나눠 각각 화면 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CORS·주소·환경변수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주소 간 차단, "로컬에선 됐는데"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백엔드가 내 프론트 주소를 허용, 주소는 환경변수로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'배포'에서 본 CORS·주소 문제는 사실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프론트-백엔드 연결 문제이기도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하다. 그래서 처방도 같다.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연결을 매끄럽게 하는 프롬프트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주고받을 데이터를 '문서'로 남기고 시작한다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 · 수직 슬라이스 · 목업→실제 · 커밋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근본 해결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명세를 문서로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창구가 있고, 각 요청·응답이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JSON 모양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적은 문서.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이렇게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"엔드포인트 목록과 각 요청/응답 예시(JSON)를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 문서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만들어 줘. 앞으로 이 문서를 기준으로 프론트와 백엔드를 짜자."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544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544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8544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바뀌면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코드보다 이 문서를 먼저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고친다. OpenAPI 같은 표준도 있지만,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'이름표-값' 예시 메모라도 충분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함께 쓰는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전략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020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0209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기능씩 끝까지(수직 슬라이스)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"화면 전부→서버 전부"로 층을 나누면 AI가 다른 층을 몰라 추측하다 틀린다. 대신 "회원가입 한 기능"을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화면-API-저장까지 하나로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완성하고 바로 테스트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34921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654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654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34921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양쪽을 함께 보게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프론트·백엔드 코드를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대화·같은 저장소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두면 AI가 양쪽 모양을 맞추기 수월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8242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287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2873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98242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목업→실제 전환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"지금 화면이 쓰는 가짜 데이터를 방금 만든 실제 API 호출로 바꿔 줘. 명세의 모양은 유지하고, 로딩과 에러 처리도 함께 넣어 줘."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61563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92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92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61563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단계 커밋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되돌아갈 체크포인트. AI는 확신에 차서 멀쩡한 걸 망가뜨리기도 한다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단골 실수와 검증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'일단 돌아가는' 코드가 안전한 건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검증 · 하드코딩 · 스타터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단골 실수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프론트에만 검증, 백엔드 검증 누락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공격자는 화면을 안 거치고 API를 직접 부를 수 있다 → 서버에서 입력을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검증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("프론트는 못 믿는다")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하드코딩된 주소 / 키 노출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주소를 박으면 배포에서 깨지고, API 키를 프론트 코드에 넣으면 개발자도구로 다 보인다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NEXT_PUBLIC_ · VITE_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접두사가 붙은 값은 "브라우저에 공개"라는 뜻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비밀값엔 절대 쓰지 말 것.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검증 팁 &amp;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줄이기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AI에게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코드 전체를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하드코딩된 비밀값 · 서버 입력 검증 누락 · CORS 설정 · 인증 취약점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관점으로 점검해 줘."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610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9610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39610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스타터로 부담 줄이기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프론트·백엔드·DB를 한 묶음으로 다루는 스타터(예: Next.js 풀스택 + Supabase)를 쓰면 둘이 한 프로젝트 안에 있어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CORS·주소 불일치가 애초에 줄어든다.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1203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다만 만능은 아니다 — 접근 규칙 같은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설정을 안 켜면 남의 데이터가 노출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될 수 있다. 점검은 여전히 사람의 몫.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정리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줄만 바꾸기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목업일 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"가짜 데이터를 불러오던  한 줄"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백엔드가 생기면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"진짜 서버에 요청하는  한 줄"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목업으로 화면을 잘 만들어 두면  백엔드는 정말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겹 덧입히기"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코드는 거의 그대로 — 부르는 한 줄만 바뀐다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6758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6758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네트워크(연결)·보안(안전)·배포(공개)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그 한 겹을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안전하게, 세상에 열어 두기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위한 준비다.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풀스택을 만드는 가장 안정적인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 순서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앱 전체를 한 프롬프트에 통째로 시키면 왜 초보에겐 거의 실패하나?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연결의 가장 큰 원흉인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불일치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근본 처방은?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프론트에만 검증을 두면 왜 위험하며, 처방은 무엇인가?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목업으로 화면을 잘 만들어 두면 백엔드 연결이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"한 겹"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되나?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화면 먼저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붙이기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③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데이터를 실제 호출로 교체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집중력·기억 한계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"데이터 모양 → API → 화면"으로 작게 쪼개 시켜야 실수를 일찍 잡는다.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주고받을 데이터를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문서로(API 명세)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 두고 그걸 기준으로 양쪽을 짠다.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공격자가 화면을 안 거치고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 직접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부를 수 있으므로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서버에서 입력을 다시 검증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("프론트는 못 믿는다").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"가짜 데이터를 불러오던 한 줄"을 "진짜 서버에 요청하는 한 줄"로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바꾸기만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하면 되고, 화면 코드는 거의 그대로이기 때문.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드디어 주방이 생긴다 🍳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프론트-백엔드 연결하기 — 여기까지 · 다음: 내 서비스에 백엔드 붙이기와 과제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2026-08-27T08:19:49Z</dcterms:created>
  <dcterms:modified xsi:type="dcterms:W3CDTF">2026-08-27T08:19:49Z</dcterms:modified>
</cp:coreProperties>
</file>