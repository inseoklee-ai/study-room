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진화 개선 절차의 자동화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현명해지는 게 아니라, 실패를 분류하고 다음 변경을 고르는 일을 맡긴다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기억하는 에이전트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바꾸고 남길까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사람의 몫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다듬는 것과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다음 선택에 쓰는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다르다 — Reflexion vs self-refinement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루프가 강해지면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프롬프트·메모리·도구·코드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자동으로 바뀐다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AlphaEvolve·컴파운드 엔지니어링·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검사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변경 전후를 비교한다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도구(DSPy·GEPA·promptfoo·Inspect AI)가 하는 일과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정할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가른다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자기 진화란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끝없는 반복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아니라, 고정된 기준을 가진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개선 루프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설계하는 일이다.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기억하는 에이전트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하나를 여러 번 다듬는 것과 장기 개선은 다르다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Reflexion · episodic memory · 반성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다듬었다고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생긴 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하나를 여러 번 다듬어도, 그건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답안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나아진 것일 뿐이다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시도에서 본 결과가 다음 선택에 실제로 쓰일 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관찰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반성문을 남긴다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메모를 읽고 시작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"여러 번 했다"가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시도가 이전 경험을 근거로 삼았는가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Reflexion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된 반성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기억에 넣는다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시험에서 틀리면, 받은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점수·자유 형식 피드백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확보한다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된 반성문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바꿔 episodic memory buffer(이전 시도를 저장하는 기억 공간)에 넣는다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trial(시도)은 그 메모를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시작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학생의 오답 노트처럼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가중치가 바뀌는 게 아니다.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시도에 참고할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메모리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바뀐다.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유용한 규칙이 담기면 도움이 되지만, 실패를 잘못 해석한 메모가 저장되면 같은 오해가 시도마다 쌓일 수 있다. "메모리를 넣는 기능"과 "성공률을 실제로 높이는 개선 절차"는 같은 말이 아니다.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Reflexion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self-refinement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바꾸는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다루는 시간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self-refinement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쓰는 답안을 고침 (초안 → 비평·검증 → 수정)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한 과업 안에서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Reflexion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trial의 선택에 넣을 반성을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시도와 시도 사이에 경험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대상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다루는 시간 범위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다르다. 성공·실패 시도의 반성을 남겨 다음 trial에 쓰는 것이 Reflexion이다.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바꾸고 무엇을 남길까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루프가 강해지면 프롬프트만 바뀌지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· 메모리 · 도구 · 코드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자동으로 바뀔 수 있는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대상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바뀌나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후보를 더 잘 만들도록 지시를 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보존·요약·삭제할지 규칙을 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성능·비용·실패 기록을 보고 선택·호출 경로를 바꿈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테스트·벤치마크를 통과한 후보를 남기는 방식으로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개선의 대상이 프롬프트를 넘어서면, "무엇을 바꿨나"를 대상별로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붙여 추적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한 덩어리로 보면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위치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놓친다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다음 응답이 참고하는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바뀐다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비용·권한 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바뀌고, 신뢰 못 할 출력 경로도 바뀐다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이후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실행 경로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바뀐다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변경 대상마다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방법 · 허용 영향 범위 · 별도 검증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미리 준비해야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AlphaEvolve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검증기가 판정할 수 있다는 사실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 코드 후보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평가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여부 판정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세대를 고름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DeepMind의 내부 배포 사례. 회사 공식 발표이므로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주장으로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구조는 사례로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읽는다.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"코드가 저절로 바뀐다"가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검증기가 후보의 통과 여부를 판정할 수 있다는 사실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68471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평가기가 실제 요구를 충분히 못 담으면, 시스템은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점수만 높이고 중요한 조건을 잃을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 컴파운드 엔지니어링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쓸 수 있게 남기기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프롬프트·코드·평가·도구를 바꾸며 얻은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자산을 다시 쓸 수 있게 남기자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 (복리의 은유)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성공보다 중요한 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실행이 쓸 수 있게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남기는 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보존할 것: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 · 평가 결과 · 후보 선택/폐기 근거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'컴파운드'는 모델이 스스로 진화한다는 이름이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과제·같은 성공 기준으로 변경 전후를 비교하는 운영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7012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입력에서 무엇이 실패했는지 · 어떤 지표로 비교했는지 · 비용·지연·안전 중 무엇을 우선했는지 기록한다.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기록이 없으면 다음 실행은 이전 실험을 다시 추측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회귀 검사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고쳐둔 실패가 되살아나지 않게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실패 사례를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평가에 더한다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이전에 통과한 동작도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재검사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변경이 과거의 성공을 깨뜨리는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(고쳐둔 실패의 재발)를 발견한다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 = 대화 기록을 무조건 쌓기가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선택에 필요한 실패·근거를 판별 가능한 평가·버전·재실행 절차로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남기기.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해 주는 일과 사람이 정할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커져도 판단은 사라지지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DSPy · GEPA · promptfoo · Inspect AI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네 도구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대신하지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입출력·모듈로 LM 프로그램을 구성한 뒤, 예시·metric 기준으로 프롬프트 포함 구성을 최적화. optimizer = 후보를 고르고 다듬는 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GEPA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반성·진화적 탐색으로 LM 프로그램 개선 (ICLR 2026 Oral 채택). rollout = 후보 행동을 끝까지 실행해 얻는 표본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promptfoo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전후 결과를 나란히 비교(프롬프트·에이전트·RAG). CI에 연결해 회귀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Inspect 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포함 평가를 구성·실행하는 프레임워크. 시스템의 자기 주장과 별도로 평가 절차 마련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08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08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08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DSPy·GEPA는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promptfoo는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방지 검사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Inspect AI는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평가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역할이 다르다.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GEPA가 보고한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조건과 함께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과제에서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GRPO 대비 평균 6%↑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최대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35배 적은 rollout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ICLR 2026 Oral 채택 · rollout = 후보 행동을 끝까지 실행해 얻는 표본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저자의 과제·모델·metric·예산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나온 것이다. 내 상황에 그대로 옮겨 성능을 단정할 수 없다.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6346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DSPy·GEPA를 쓰면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현업 품질이 오른다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보편화하지 말 것. 최적화 도구는 만능이 아니라, 정해진 평가 기준 위에서만 의미를 가진다.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자동화가 커져도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정할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성공으로 측정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할지 = 사람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프롬프트·메모리·도구·코드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허용할지 = 사람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권한 확대·사용자 영향 변경이면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사람 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받을지 = 사람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세트 없으면 optimizer는 무엇을 최적화했는지 모른다 · 오프라인 비교 없으면 운영 변화가 원인인지 모른다 · CI 없으면 막은 실패가 돌아온다 · 사람 검토 없으면 점수에 안 잡힌 피해·권한 문제를 놓친다.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먼저 필요한 역량은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반복이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끝없이 반복하는 시스템이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개선 루프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설계하는 일고정된 평가 기준 · 독립 검증 · 분명한 중단·승인 조건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작은 루프를 바탕으로,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에이전트를 얼마나 복잡하게 만들지 계속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진화 = 실패를 분류하고 다음 변경을 고르는 일을 에이전트가 맡는 것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현명해지는 게 아니다.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Reflexion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시도 사이에 반성을 남기고,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self-refinement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한 과업 안 답안을 고친다.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프롬프트·메모리·도구·코드는 위험이 다르다 → 대상마다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롤백·범위·검증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회귀 검사를 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최적화·검사·평가를 돕지만,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측정·허용 범위·승인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사람이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Reflexion에서 실제로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 (모델 가중치인가?)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Reflexion과 self-refinement는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개선 루프가 자동으로 바꿀 수 있는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대상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대상마다 준비할 세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AlphaEvolve의 핵심이 "코드가 저절로 바뀐다"가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GEPA가 보고한 수치와, 그 수치를 읽을 때의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가중치가 아니라, 다음 시도가 참고할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메모리(episodic memory buffer)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바뀐다.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대상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(다음 trial의 선택 vs 지금 답안)과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다루는 시간 범위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(시도 사이 vs 한 과업 안)가 다르다.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프롬프트·메모리·도구·코드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대상마다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방법·허용 영향 범위·별도 검증 기준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검증기가 후보의 통과 여부를 판정할 수 있다는 사실.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평가기가 요구를 못 담으면 점수만 오르고 조건을 잃는다.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여섯 과제에서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GRPO 대비 평균 6%↑, 최대 35배 적은 rollout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(ICLR 2026 Oral). 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저자의 과제·모델·metric·예산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나온 결과.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루프부터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진화 — 여기까지 · 다음: 에이전트 설계 패턴과 복잡도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