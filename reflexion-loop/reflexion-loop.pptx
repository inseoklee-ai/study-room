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대단원 5 · 에이전트 시스템 마스터 · 하네스 톺아보기 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실패를 설명으로 바꾸되 틀린 교훈은 쌓지 않기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반성(Reflexion) — 평가하는 글이 아니라 다음 행동을 바꾸는 피드백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반성은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압축된 피드백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이어야 합니다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긴 평가문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"결과가 틀렸다"는 문장만 길게 반복하면 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도구 호출과 검색 범위는 바뀌지 않습니다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압축된 피드백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실패한 실행 기록에서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시도에 바꿀 행동 하나와 그 근거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짧게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3865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3865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반성은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길게 평가하는 글이 아니라 다음 행동을 바꾸는 기능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반성은 기록을 다시 쓸 수 있게 압축합니다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Reflexion · Generative Agents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106924" y="5486400"/>
            <a:ext cx="197510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06924" y="548640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반성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Reflexion — 가중치 없이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피드백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047238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412998" y="1371600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A65A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67862" y="1481328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486150" y="1773936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11596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77356" y="1371600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32220" y="1481328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50508" y="1773936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reflection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75954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141714" y="1371600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96578" y="1481328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214866" y="1773936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2615184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바꾸지 않고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언어 피드백만으로 루프를 구성했습니다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episodic memory만 둔 조건에 반성을 더했을 때 이점은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8%p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기억에는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반성 1~3개만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남겨 다음 시도에 다시 넣었습니다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3818763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818763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818763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모든 실패 기록을 보관하는 대신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행동을 고칠 근거만 압축해 재진입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설계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Generative Agents — 이 설계의 </a:t>
            </a:r>
            <a:pPr indent="0" marL="0">
              <a:buNone/>
            </a:pPr>
            <a:r>
              <a:rPr lang="en-US" sz="2400" b="1" dirty="0">
                <a:solidFill>
                  <a:srgbClr val="6B4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스탠퍼드 연구진의 마을 시뮬레이션 연구로,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→ 반성 → 검색 → 재진입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설계의 출발점입니다.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193662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936623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15568" y="1829943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 stream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쌓습니다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445639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2552319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" y="2552319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445639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시간별 반성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의미를 묶습니다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061335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316801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" y="316801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15568" y="3061335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최근성 · 관련성 · 중요도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찾아 계획에 다시 넣습니다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31895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731895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3731895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이 연구의 평가 대상은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과업 성공률이 아니라 에이전트 행동의 그럴듯함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 — 코딩 하네스의 성능 우위로 넓혀 말하지 않습니다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설명도 기억이 될 수 있습니다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소단원의 반대 근거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106924" y="5486400"/>
            <a:ext cx="197510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06924" y="548640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반성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반성이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나빴던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조건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152144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MBPP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77.1% — GPT-4 기준선 80.1%보다 낮음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WebShop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개선 없음 (저자가 직접 밝힘)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2670048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3"/>
          <p:cNvSpPr/>
          <p:nvPr/>
        </p:nvSpPr>
        <p:spPr>
          <a:xfrm>
            <a:off x="1005840" y="2670048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원인을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 설명한 문장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다음 시도에 다시 들어오면  틀린 교훈이 누적됩니다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대신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검증할 행동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남깁니다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정답처럼 보이는 결론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검색이 부족했다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관찰 가능한 변경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시도에서는 오류가 난 파일의 호출 지점을 먼저 읽고, 그 뒤에만 검색 범위를 넓힌다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386584"/>
            <a:ext cx="11091672" cy="37680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실행의 결과가 이 설명을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지지하지 않으면 반성을 수정하거나 버립니다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290969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90969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290969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반성 문장에는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시각 · 근거가 된 실행 기록 · 다음에 바꿀 행동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함께 연결합니다 — 그래야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실패에서 나왔는지 확인하고, 틀렸을 때 지울 수 있습니다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Hermes를 반성 기능으로 다시 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반성이 남는 곳은 새 기능이 아닙니다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106924" y="5486400"/>
            <a:ext cx="197510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06924" y="548640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반성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Hermes —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 상태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곧 반성이 남는 곳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86969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4099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099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재조명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과거 세션과 memory를 다음 맥락에 다시 넣을 수 있습니다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99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남는 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FTS5로 찾은 과거 세션, memory, user model, 활성 스킬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99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행동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기록을 찾아 다음 요청의 맥락으로 다시 가져옵니다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99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 경계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command approval · DM pairing · container isolation의 실제 적용 범위는 설정과 실행 환경에서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99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hermes-agent README와 공개 설정·실행 기록을 대조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99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반성이 자동으로 정확해지거나 잘못된 기록이 자동 폐기된다는 근거는 확인하지 못했습니다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미해결 질문 — </a:t>
            </a:r>
            <a:pPr indent="0" marL="0">
              <a:buNone/>
            </a:pPr>
            <a:r>
              <a:rPr lang="en-US" sz="2400" b="1" dirty="0">
                <a:solidFill>
                  <a:srgbClr val="6B4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개까지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남겨야 합니까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Reflexion의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1~3개 제한을 그대로 답으로 삼지 않습니다.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모델·과업·도구 예산에서 직접 비교합니다.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939671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232279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반성 1개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002024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367784" y="1829943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2648" y="1939671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B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40936" y="2232279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반성 3개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821168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186928" y="1829943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6B4D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41792" y="1939671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C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60080" y="2232279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반성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3073527"/>
            <a:ext cx="11091672" cy="37680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성공률뿐 아니라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설명이 다음 시도에 재사용된 횟수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반성을 읽는 토큰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함께 기록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5966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59664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359664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기억과 반성을 더할수록 좋아 보이지만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기능 자체가 비용과 새로운 실패 지점을 만듭니다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이해도 확인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좋은 반성 문장의 조건은?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정답처럼 보이는 결론이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시도에 바꿀 관찰 가능한 행동 하나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그리고 작성 시각·근거 실행 기록을 함께 묶어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틀렸을 때 지울 수 있게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반성이 항상 좋다고 말할 수 없는 근거는?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Reflexion의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MBPP 77.1%가 GPT-4 기준선 80.1%보다 낮았고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WebShop에서는 개선이 없었다.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Generative Agents의 수치를 코딩 하네스로 넓히면 안 되는 이유는?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연구의 평가 대상은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과업 성공률이 아니라 행동의 그럴듯함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이기 때문.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지울 수 있는 반성만 자산입니다 🔁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하네스 톺아보기 ⑥ — 여기까지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2026-09-02T03:38:37Z</dcterms:created>
  <dcterms:modified xsi:type="dcterms:W3CDTF">2026-09-02T03:38:37Z</dcterms:modified>
</cp:coreProperties>
</file>