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돌아보기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설명으로 바꾸되 틀린 교훈은 쌓지 않기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반성(Reflexion) — 평가하는 글이 아니라 다음 행동을 바꾸는 피드백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압축된 피드백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긴 평가문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"결과가 틀렸다"는 문장만 길게 반복하면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도구 호출과 검색 범위는 바뀌지 않습니다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압축된 피드백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실행 기록에서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시도에 바꿀 행동 하나와 그 근거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짧게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반성은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길게 평가하는 글이 아니라 다음 행동을 바꾸는 기능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반성은 기록을 다시 쓸 수 있게 압축합니다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Reflexion · Generative Agents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반성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Reflexion — 가중치 없이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피드백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바꾸지 않고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언어 피드백만으로 루프를 구성했습니다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episodic memory만 둔 조건에 반성을 더했을 때 이점은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8%p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기억에는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반성 1~3개만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남겨 다음 시도에 다시 넣었습니다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모든 실패 기록을 보관하는 대신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고칠 근거만 압축해 재진입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설계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Generative Agents — 이 설계의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스탠퍼드 연구진의 마을 시뮬레이션 연구로,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반성 → 검색 → 재진입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설계의 출발점입니다.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stream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쌓습니다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반성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의미를 묶습니다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최근성 · 관련성 · 중요도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찾아 계획에 다시 넣습니다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연구의 평가 대상은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성공률이 아니라 에이전트 행동의 그럴듯함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코딩 하네스의 성능 우위로 넓혀 말하지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설명도 기억이 될 수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소단원의 반대 근거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반성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나빴던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MBPP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77.1% — GPT-4 기준선 80.1%보다 낮음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WebShop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없음 (저자가 직접 밝힘)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7004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원인을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설명한 문장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다음 시도에 다시 들어오면  틀린 교훈이 누적됩니다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대신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행동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정답처럼 보이는 결론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부족했다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관찰 가능한 변경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시도에서는 오류가 난 파일의 호출 지점을 먼저 읽고, 그 뒤에만 검색 범위를 넓힌다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실행의 결과가 이 설명을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지지하지 않으면 반성을 수정하거나 버립니다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096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096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9096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반성 문장에는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시각 · 근거가 된 실행 기록 · 다음에 바꿀 행동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연결합니다 — 그래야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실패에서 나왔는지 확인하고, 틀렸을 때 지울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Hermes를 반성 기능으로 다시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반성이 남는 곳은 새 기능이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반성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상태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곧 반성이 남는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재조명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세션과 memory를 다음 맥락에 다시 넣을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FTS5로 찾은 과거 세션, memory, user model, 활성 스킬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행동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기록을 찾아 다음 요청의 맥락으로 다시 가져옵니다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command approval · DM pairing · container isolation의 실제 적용 범위는 설정과 실행 환경에서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hermes-agent README와 공개 설정·실행 기록을 대조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반성이 자동으로 정확해지거나 잘못된 기록이 자동 폐기된다는 근거는 확인하지 못했습니다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질문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개까지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남겨야 합니까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Reflexion의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1~3개 제한을 그대로 답으로 삼지 않습니다.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모델·과업·도구 예산에서 직접 비교합니다.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 1개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 3개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반성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성공률뿐 아니라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설명이 다음 시도에 재사용된 횟수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반성을 읽는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기록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596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5966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5966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기억과 반성을 더할수록 좋아 보이지만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기능 자체가 비용과 새로운 실패 지점을 만듭니다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반성 문장의 조건은?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정답처럼 보이는 결론이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시도에 바꿀 관찰 가능한 행동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그리고 작성 시각·근거 실행 기록을 함께 묶어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 지울 수 있게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반성이 항상 좋다고 말할 수 없는 근거는?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Reflexion의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MBPP 77.1%가 GPT-4 기준선 80.1%보다 낮았고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WebShop에서는 개선이 없었다.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Generative Agents의 수치를 코딩 하네스로 넓히면 안 되는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연구의 평가 대상은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성공률이 아니라 행동의 그럴듯함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지울 수 있는 반성만 자산입니다 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돌아보기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2026-09-02T03:45:18Z</dcterms:created>
  <dcterms:modified xsi:type="dcterms:W3CDTF">2026-09-02T03:45:18Z</dcterms:modified>
</cp:coreProperties>
</file>