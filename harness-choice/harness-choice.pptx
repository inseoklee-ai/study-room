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에이전트 도구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종류 — 어떤 AI 코딩 도구를 고를까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부류 · 안전과 권한 · 비용(토큰) · 그리고 모델 판도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보기 전에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자리부터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전날, 여러분은 브라우저에서 빠르게 화면을 손보고 싶을 수 있습니다. 반대로 팀의 저장소를 내려받아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터미널 명령까지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맡기고 싶을 수도 있습니다. 둘 다 "AI 코딩"이지만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하네스와 권한은 다릅니다.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899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899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08711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읽고 쓸 수 있는지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5194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7980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695194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터미널·브라우저 같은 도구를 쓸 수 있는지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327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4061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061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30327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내 자료를 연결할 수 있는지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1134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0142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014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91134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전후에 내가 승인·검토할 수 있는지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7428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7428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57428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처음에는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 쉬운 작은 수정으로 시험해 보는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가장 좋은 비교 방법입니다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하네스는 크게 네 부류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· 편집기 · 브라우저 · 클라우드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하네스 종류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부류와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도구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020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0209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터미널/CLI형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검은 명령창에서. 깊고 강력하지만 조금 낯섦.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Codex CLI,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Antigravity CLI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(agy), Aider, OpenCode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34921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654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654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34921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편집기(IDE)형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VS Code 같은 편집기 안에서.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Devin Desktop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(Windsurf에서 개명), Cline (Roo Code 확장은 2026-05-15 종료)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8242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287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2873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98242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웹에서 클릭 몇 번으로,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가장 수월함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(배포까지 한 번에).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Lovable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Bolt, Replit 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61563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92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92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61563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클라우드/비동기형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"이 이슈 고쳐 줘"를 통째로 맡기면 백그라운드에서 일하고 결과를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가져옴.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Google Jules, OpenAI Codex(클라우드)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797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797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0797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앞의 셋은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내가 지켜보며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마지막은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멀리 맡겨 두고 결과만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받는 쪽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 — 뭘 고를까 (2026년)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감안 · "정답 하나는 없다"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하네스 종류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·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57906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09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/ 누구에게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09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깊은 추론·큰 코드베이스·긴 작업, 확장(MCP·스킬·훅)·에이전트 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어려운 문제를 끝까지 파고들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Codex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+ 클라우드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이슈를 백그라운드로 맡기고 결과를 받아 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돌려 두고 결과만 검토할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Antigravity agy CLI + 데스크톱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터미널·에이전트 환경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CLI를 이어받은 Google 통합 도구(2026-06 전환)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생태계로 작업할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Aider · opencode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터미널·오픈소스 (BYOM)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무료, 모델 골라 씀, git 자동 커밋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비용을 직접 조절하고 터미널이 편할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goose · 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터미널·오픈소스 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무료·모델 골라 씀. goose는 MCP·확장 풍부(리눅스재단 AAIF), Pi는 미니멀(OpenClaw의 엔진)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 터미널 에이전트를 직접 손보고 싶을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 · 브라우저 ·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819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/ 누구에게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Cursor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편집기(VS Code 포크)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경험이 가장 매끄럽고 자동완성·비주얼 diff가 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편집기에서 매끄럽게 쓰고 싶을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Devin Desktop 구 Windsurf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편집기/데스크톱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에이전트와 편집 환경을 함께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 안에서 에이전트를 쓰고 싶을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편집기(고속·무료 티어)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빠르고 가볍고 모델을 가리지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가벼운 편집기를 원할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Copilot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편집기의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널리 쓰이고 기업 보안·감사·정책이 성숙, 저렴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규정·컴플라이언스가 중요할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Cline · Kilo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VS Code 확장·오픈소스 (BYOK)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무료, 모델 골라 씀, 계획/실행 분리(Plan·Act)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비용·모델·프라이버시를 직접 쥐고 싶을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 · Hermes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자기개선·개인 비서형 (오픈소스)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챗앱으로 부리고, 기억을 남기며 스스로 스킬을 만듦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늘 켜 두는 '내 에이전트'를 원할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Lovable · Bolt · Replit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브라우저(노코드)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클릭으로 만들고 바로 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코딩이 처음이거나, 기획자의 첫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Devin · Google Jules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클라우드/비동기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이슈를 통째로 맡기면 알아서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결과만 검토하며 맡기고 싶을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직접 다루는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실제 모습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887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887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편집기/IDE형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익숙한 코드 편집기 안에서. 변경 사항을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보며 승인·취소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심리적 문턱이 낮다.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Cursor(전반적으로 무난) · Devin Desktop · GitHub Copilot · Cline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08276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254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254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08276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터미널/CLI형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검은 명령줄에서 대화. 강력하고 확장이 깊지만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명령줄에 익숙해야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편하다. Claude Code · OpenAI Codex CLI · Antigravity CLI(agy) · Aider·opencode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44952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2621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2621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044952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클라우드/비동기형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과제를 던지면 알아서, 결과는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'초안'으로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Devin · GitHub Copilot 코딩 에이전트 · OpenAI Codex(클라우드) · Google Jules · Google Antigravity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3649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브라우저(노코드) 도구는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쉬운 입문 갈래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이미 살펴봤습니다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자리만 잡으면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도구가 나와도 바로 어디에 속하는지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 — "세계 최초의 AI 소프트웨어 엔지니어" 논쟁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Devin, 2024년 3월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하네스 종류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3월, 한 스타트업(Cognition)이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Devin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공개하며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"세계 최초의 AI 소프트웨어 엔지니어"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내세웠습니다. 프리랜서 플랫폼에서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일을 받아 돈을 번다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시연 영상이 큰 화제가 됐죠.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87118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곧 반론 — 한 개발자가 영상을 뜯어보니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홍보만큼 과제를 제대로 끝내지 못했고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되는 장면만 골라 담았다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지적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테스트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에서도 성공률이 기대에 크게 못 미쳤습니다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"첫 AI 엔지니어"라는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마케팅과 실제 성능 사이의 간극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둘러싼 논쟁이 한동안 이어졌습니다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90697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43700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 ①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766185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화려한 데모는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가려서 볼 것.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"된다"는 시연과 "믿고 맡길 수 있다"는 전혀 다른 이야기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3290697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8524" y="343700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 ②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78524" y="3766185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그럼에도 이 소동은 자율 코딩 에이전트 경쟁에 불을 붙인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촉매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였습니다.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과대광고와 진짜 발전은 늘 섞여 옵니다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초보라면 무엇부터, 무엇을 보고 고를까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· 다섯 기준 · 섞어 쓰기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하네스 종류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형태부터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권하는 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만들기부터 배포까지 클릭으로 끝내고 싶다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브라우저형 (Lovable·Bolt·Replit) — 문턱이 가장 낮다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코드를 조금씩 보며 배우고 싶다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편집기형 — AI가 고친 걸 눈으로 보고 승인/취소하며 감을 익힌다. 무료로 가볍게는 GitHub Copilot 무료 티어, 본격적으로는 Cursor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검은 화면이 익숙해진 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터미널형 — 힘이 세지만 나중에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"알아서 다 해 줌"이 매력적이다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클라우드형은 초보의 첫 도구로는 통제감이 떨어진다 — 결과를 검토·판단할 안목이 아직 부족하기 때문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때 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다섯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고를 수 있나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회사 모델만 되나, 아무 모델이나 꽂나(오픈소스 계열이 자유로움)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구조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월 정액인가, "프로그램은 무료지만 쓴 만큼 API 요금"인가(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후자는 많이 쓰면 확 오를 수 있음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여부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오픈소스면 그 도구가 서비스를 접어도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이어받아 살릴 수 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(2026년 한 오픈소스 편집기 확장의 종료가 이 리스크를 보여줬다)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터미널이 편한가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편하면 CLI형, 아니면 편집기형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맡길까 지켜볼까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줄씩 보며 승인하려면 편집기형, 통째로 맡기고 결과만 검토하려면 클라우드형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참고 — 실무자들도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쓰지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어려운 건 터미널 에이전트, 일상 편집은 편집기, 가끔 백그라운드용으로 클라우드를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섞어 씁니다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컴퓨터를 맡길 때 — 안전과 권한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93% · 습관 세 가지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하네스 종류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도구는 묻습니다 — 그런데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도구는 위험한 행동 전에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"이거 해도 될까요?"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묻습니다. 문제는 이게 반복되면 사람이 무심코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"예"만 누르게 된다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점이죠.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사용자들이 권한 요청의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93%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그냥 승인한다는 조사가 있습니다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90647"/>
          <a:ext cx="11091672" cy="768096"/>
        </p:xfrm>
        <a:graphic>
          <a:graphicData uri="http://schemas.openxmlformats.org/drawingml/2006/table">
            <a:tbl>
              <a:tblPr/>
              <a:tblGrid>
                <a:gridCol w="11091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방식 (도구마다 이름은 달라도 개념은 같다)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확인 / 편집만 자동 / 위험한 것만 막고 나머지 자동 / 아무것도 안 물어봄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0504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80504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380504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마지막(전부 자동)은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폐기해도 되는 실험 환경에서만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쓰라고 공식적으로 경고합니다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지킬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습관 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폴더에서 '자동 수락'을 켜지 마세요.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문서·사진이 든 폴더, 회사 자료 폴더에선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확인 모드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지점을 먼저 만드세요.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위험한 작업 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저장(커밋)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두면 잘못돼도 그 지점으로 롤백된다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 한 문장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"아무것도 안 물어봄"과 "중요한 것에 대한 전체 접근"을 동시에 켜지 마라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앞서 백엔드에서 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 코드의 45% 보안 결함'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통합니다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편함과 위험은 같이 옵니다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도는 AI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모델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클라우드 AI는 회사 서버에서 돌지만,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도구를 쓰면 오픈 모델을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직접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돌릴 수도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좋은 점 (사생활·비용)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입력한 내용이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밖으로 안 나갑니다.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"클라우드 AI는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정책으로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사생활을 지키고, 로컬 AI는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지킨다"고들 합니다. 사용료가 없고 오프라인에서도 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아쉬운 점 (성능·사양)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컴퓨터에서 돌릴 수 있는 모델은 최신 클라우드 모델보다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대체로 뒤처지고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어려운 추론엔 약합니다. 큰 모델은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고사양 GPU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필요합니다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결론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아직은 클라우드 모델이 무난합니다.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다만 "민감한 자료는 로컬, 어려운 작업엔 클라우드"라는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섞어 쓰기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감각을 알아 두면 좋습니다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판 — 열린 모델과 닫힌 모델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갈아 끼우는 부품이 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하네스 종류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회사마다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태도가 갈립니다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Anthropic (Claude)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공개하지 않습니다.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"최고 성능을 유지하며 값을 받는다"는 전략이라, 반드시 이 회사 서버(API)로만 씁니다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🔓 OpenAI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최상위(GPT-5.x)는 닫아 두되, 한 급 낮은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gpt-oss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가중치를 풀어 "AI를 자기 컴퓨터에서 돌려야 하는 곳(병원·은행·정부)"을 붙잡습니다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모델의 '두뇌'에 해당하는 수치 뭉치입니다 — 공개하면 남이 그대로 받아 자기 컴퓨터에서 돌릴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반전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센 '열린(오픈웨이트) 모델'은 중국에서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나오고 있습니다.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DeepSeek · 알리바바 Qwen · Moonshot Kimi · Z.ai GLM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MIT 같은 자유 라이선스로 가중치를 공개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실력이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프런티어(최첨단 최상위)에 몇 점 차로 바짝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붙었고 일부 항목은 앞섭니다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대략의 요금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100만 토큰당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공개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Opus 4.8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Kimi K3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예정(자유 라이선스)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DeepSeek V4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$0.5 미만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$1 안팎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과장은 금물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가장 어려운 표준 벤치마크(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SWE-bench Verified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)의 최상단은 아직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프런티어 폐쇄 모델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(Claude Fable 5 등)이 지키고 있고, 오픈 모델이 자기들이 낸 코딩 점수는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검증이 진행 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'오픈웨이트 = 공짜'도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Kimi K3를 직접 돌리려면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고성능 GPU 수십 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필요하고, 가중치도 아직 공개 예정일 뿐입니다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게다가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점수는 모델보다 하네스(스캐폴딩)가 더 좌우합니다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5339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5339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5339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요점 하나 — 이제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갈아 끼우는 부품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실력 격차가 좁혀지면서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값·자체 실행(사생활)·특정 회사 종속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진짜 선택 기준이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— 에이전트는 왜 '비쌀' 수 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· 컨텍스트 창 · 누적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하네스 종류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채팅의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협업하면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15배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본 루프(계획-실행-관찰-반성)를 여러 번 도는 동안 AI는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상황을 다시 읽고 생각합니다.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'토큰'은 AI가 읽고 쓰는 글자 뭉치의 단위이자 곧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요금의 단위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토큰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지시문·파일·이전 대화·도구 결과를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넣는 양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토큰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쓰는 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84492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호출에서 모델이 참고할 수 있는 입력·출력의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총량 한도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창(context window)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창이 크다고 공짜로 더 오래 기억하는 것은 아닙니다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눈덩이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커지나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한 작업도 여러 번 호출하고,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i번째 호출은 앞선 대화와 도구 결과를 다시 통째로 포함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입력량 ≈ Σ input_i      총 출력량 ≈ Σ output_i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 단계에 누적 기록을 다시 넣으므로,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단계 수 n 이 늘면 입력량은 선형보다 빠르게 (단순 누적이면 대략 n²에 가깝게) 커진다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91815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비용뿐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기다리는 시간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그만큼 늘어납니다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149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6149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6149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실전 규율은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거대한 작업을 통째로 시키지 말고 작게 쪼개기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길어지면 왜 헤맬까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부패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창이 꽉 차기 시작하면 이상한 일이 벌어집니다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아까 정한 걸 잊고, 앞뒤가 안 맞고, 없는 파일명을 지어내기도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하죠. 이걸 반쯤 농담으로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'컨텍스트 부패(context rot)'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부릅니다.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🗜️ 요약해 압축하기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작업이 끝난 시점에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🆕 완전히 새 대화로 리셋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전혀 다른 작업으로 넘어갈 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10210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창이 커져도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길수록 성능이 떨어지는 경향은 여전합니다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파일(AGENTS.md)에 적은 규칙은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리셋해도 유지됩니다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9654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654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9654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일이 끝나면 새 대화로 시작하는 게 오히려 결과가 좋습니다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일은 나눠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지휘하는 AI  똑똑한 모델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"이것만 조사해와"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요약만 가져온다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AI가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공간에서 일한 뒤 요약만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가져오는 방식을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나아가 여러 AI가 서로 대화하며 협업하는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대가가 있습니다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AI를 여러 개 돌리면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토큰도 크게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늘어납니다(협업하면 보통 채팅의 십수 배까지)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실무에선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"지휘하는 AI는 똑똑한 모델, 잔일 하는 AI는 값싼 모델"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등급을 나눠 비용을 아낍니다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감만 잡으면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시킬 수 있지만, 편한 만큼 돈(토큰)을 훨씬 많이 쓴다.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처음엔 하나의 에이전트로 충분합니다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바닥은 정말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빠르게 바뀝니다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 도구의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이름·가격·무료 정책·회사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짧은 기간에도 바뀝니다. 특정 도구의 인수·중단·대체 여부는 이 노트의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사실로 외우기보다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직전에 공식 공지와 현재 저장소 상태를 확인할 정보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다루는 편이 안전합니다.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87118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이름을 외우는 건 의미가 적습니다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= 모델 + 하네스 · MCP(연결) · 스킬(반복 자동화)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 개념을 잡아 두면 어떤 새 도구가 나와도 "아, 이건 하네스가 이렇구나, MCP 되나?"로 빠르게 판단할 수 있습니다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84042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384042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3475482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AI에게 고르게 하는 프롬프트 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"'브라우저에서 쓰고 싶고, 무료로 시작하고 싶다'는 조건에 맞는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AI 코딩 도구 3개를 장단점과 함께 추천하고,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MCP·스킬 확장이 되는지도 알려줘.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각 정보의 확인 날짜와 공식 출처도 붙여줘."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하네스 네 부류와, 앞의 셋과 마지막의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터미널·편집기·브라우저·클라우드.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앞의 셋은 내 컴퓨터에서 내가 지켜보며, 클라우드형은 멀리 맡겨 두고 결과만 받는다.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 비용이 눈덩이처럼 커지는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i번째 호출이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대화와 도구 결과를 다시 통째로 포함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하므로, 단계 수가 늘면 입력량이 선형보다 빠르게(대략 n²에 가깝게) 커진다. 규율은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쪼개기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권한에서 절대 함께 켜면 안 되는 조합은?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"아무것도 안 물어봄" + "중요한 것에 대한 전체 접근".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사용자들은 권한 요청의 약 93%를 그냥 승인한다.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"오픈웨이트 모델이 곧 공짜"라는 말의 문제는?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돌리려면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고성능 GPU 수십 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필요하고, 가중치가 아직 공개 예정인 경우도 있다. 또 벤치마크 최상단은 여전히 폐쇄 프런티어 모델이고, 점수는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더 좌우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조건 · 권한 · 토큰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도구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2026-08-27T13:53:21Z</dcterms:created>
  <dcterms:modified xsi:type="dcterms:W3CDTF">2026-08-27T13:53:21Z</dcterms:modified>
</cp:coreProperties>
</file>