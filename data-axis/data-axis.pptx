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LLM과 로컬 실행 (5)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어디에 남는가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판단의 첫 번째 축 · 데이터 · 학습 vs 보관 · ZDR · 민감도 워크북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이번 강의의 지도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🎯 핵심 한 줄: 어느 쪽도 자동으로 안전하지 않습니다. 통제해야 할 지점이 옮겨갈 뿐입니다.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≠ 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"학습 안 씀"과 "안 남음"은 다른 통제 장치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ZDR의 진실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제로 데이터 보관은 문자 그대로 0이 아니다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6가지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판단 = 여섯 개의 분리된 질문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로컬도 안전 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 지점이 밖에서 안으로 옮겨갈 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해보기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민감도 워크북 · 위험한 문장 찾기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🛣️ 응답은 같아도 지나온 길이 다릅니다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질문을 API로 보냈다면 결과는 비슷했을지 몰라도, 그 문장이 지나간 경로는 완전히 달랐을 겁니다.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출발내 키보드→ 이동회선→ 어느 나라·리전남의 서버→ 계산 후다시 돌아옴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응답 화면은 똑같아 보이지만 지나온 길이 다르고, 그 길 위에 남는 것도 다릅니다. 첫 번째 축은 바로 이 데이터입니다.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같은 문장, 다른 경로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화면은 같아 보여도, 문장이 지나간 자리에 남는 것은 다릅니다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⚖️ 어느 쪽도 자동으로 안전하지 않습니다. 통제해야 할 지점이 옮겨갈 뿐입니다.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"학습에 안 씀" ≠ "남지 않음"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문장이 답하는 것은 절반뿐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다른 통제 장치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다른 통제 장치, 따로 설정됩니다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"학습에 쓰지 않는다"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문장이 다음 모델의 재료가 되지 않는다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"남지 않는다"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문장이 어딘가에 저장되어 있지 않다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이 둘은 다른 통제 장치이고 실제로 따로 설정됩니다. "학습에 안 쓴다"는 문장은 사실이지만, "저장되지 않는다"는 전혀 별개의 질문입니다.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공식 문서에 적힌 것 (2026년 7월 확인)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⚠️ "학습에 안 씀"과 "보관"이 표 안에서 이미 갈라져 있습니다. 그리고 예외 항목을 보면 어떤 것은 몇 년씩 남습니다.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확인한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문서에 적힌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OpenAI: 2023-03-01 이후 API 데이터를 학습에 안 씀, 쓰려면 명시적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 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문서 — 남용 모니터링 로그 최대 30일, 법이 더 긴 보관을 요구하면 예외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사업자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Anthropic: API 입출력을 수신·생성 후 30일 이내 자동 삭제, 상업용은 기본 학습 안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시스템이 위반 표시한 대화 최대 2년, 신뢰·안전 분류 점수 최대 7년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숫자는 바뀝니다 — 실무 규칙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검색하면 보관 기간을 7일이라 적은 글, 30일이라 적은 글이 뒤섞여 나옵니다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어느 시점엔 맞았을 수 있습니다 — 정책이 바뀌기 때문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요약 글이 아니라 공급자의 공식 문서를 열고 확인한 날짜를 함께 적어두세요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이 노트북에 적힌 숫자도 마찬가지입니다. 여러분이 실제로 결정하는 날에는 다시 확인해야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ZDR은 문자 그대로 0이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제로 데이터 보관, 이름과 실제는 다르다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· 범위 · 예외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ZDR의 세 가지 진실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신청해서 승인받아야 한다 — OpenAI는 사전 승인+추가 요건+영업팀 문의. Anthropic은 조직 단위 계약이라 새 조직엔 자동으로 안 따라옴. 종량제 카드 결제만으론 못 얻음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적용 범위에 구멍 — 파일 API·배치 처리·코드 실행처럼 상태를 저장하는 기능은 ZDR 대상 아님. 콘솔·워크벤치도 빠짐. 특정 모델 자체가 30일 보관을 요구해 ZDR이 적용 안 되기도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제로에도 예외 — 법적 요구·안전 시스템 판단 시 남을 수 있음. OpenAI: CSAM 분류기에 탐지되면 ZDR에서도 수동 검토용 보관. Anthropic: ZDR·HIPAA 계약이 있어도 플래그된 입출력 최대 2년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계약이 있어도 어떤 모델·기능을 고르면 보관이 되살아납니다.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감사 자리에서 설명해야 할 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 사업자가 약속을 어긴다는 이야기가 아닙니다. 안전 의무와 법적 의무가 계약보다 위에 있다는 이야기입니다.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"ZDR을 켰습니다"가 아니라 "이런 조건에서 이만큼 남고, 이런 경우엔 이렇게 남습니다"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⚠️ 소비자용 챗 인터페이스(웹·앱)는 API와 정책이 다릅니다. 학습 동의·보관·삭제가 별도 설계이고 ZDR 대상도 아님. 팀원이 "회사가 승인한 AI"라 여기며 개인 계정 챗창에 고객 문서를 붙여 넣는 것은 계약과 무관한 완전히 다른 경로.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무엇을 확인해야 하는가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판단 = 여섯 개의 분리된 질문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6가지 확인 항목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여섯 개의 분리된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이 여섯을 따로따로 확인해야 합니다. 하나로 나머지를 덮으면 반드시 구멍이 생깁니다.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구체적으로 물어야 할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기본으로 훈련에 쓰이나, 아니면 명시적 동의가 있어야 쓰이나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 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남용·보안·장애 대응용으로 무엇이 며칠 남나, 예외 조건은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리전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나라·리전에서 처리되나, 리전을 지정할 수 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하위 처리자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사업자가 다시 쓰는 클라우드·외부 서비스는 어디, 목록 공개되나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형태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약관인가, DPA가 붙나, 협상된 기업 계약인가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삭제와 감사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요청 가능한가, 감사 제출 자료 있나, 키·접근 권한은 누가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로컬도 자동으로 안전하지 않습니다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지점이 밖에서 안으로 들어왔을 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안쪽을 관리할 사람은 이제 나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로컬에서 실제 사고가 나는 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이점: 리전·하위 처리자·보관 협상이 사라짐. 그러나 통제 지점이 밖→안으로 들어왔을 뿐, 관리할 사람은 이제 여러분.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분실 — 모델 파일과 프롬프트 기록이 함께 유출. 디스크 암호화가 꺼져 있었다면 잠금화면은 무의미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없이 포트 개방 — 사내 서버가 사내망 누구에게나 열린 창구가 됨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백업 폴더에 로그 — 로컬로 옮긴 이유가 조용히 무효가 됨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공유·녹화 — 회의 중 민감한 프롬프트가 그대로 녹화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로컬을 고를 때도 문서로 남길 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누가 이 장비에 접근하는가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로그는 어디에 얼마나 쌓이는가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백업은 어디로 가는가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장비를 폐기할 때 디스크는 어떻게 처리하는가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밖에 묻던 질문을 이제 안에다 묻는 것입니다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민감도 워크북 · 위험한 문장 찾기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여러분 차례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민감도 워크북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도메인 데이터로 채우세요. 예시를 흉내 내지 말고 실제 다루는 문서 이름을 적을 것.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3열과 4열이 동시에 채워지는 행이 있다면, 그 행이 가장 흥미로운 지점입니다 — 조건부로 밖에 보낼 수도, 안에서 처리할 수도 있는 데이터. 비용·주권을 따진 뒤 다시 돌아올 자리이니 표시해두세요.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 있을 수 있는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API로 보낼 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로컬을 먼저 볼 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판단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예: 고객 상담 원문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이름·연락처·계약·불만 맥락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식별자 제거 후 전송, 보관·리전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보존 필요 + 식별자 제거 어려움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우선 검토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위험한 문장 찾기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에이전트가 사내 AI 사용 지침 초안으로 이런 문장을 냈다고 해봅시다.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"개인정보가 포함된 문서라도 API 회사가 학습에 사용하지 않는다고 명시하고 있으므로, 그대로 전송해도 문제없습니다."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문법이 매끄럽고 근거도 인용했습니다. 그래서 더 위험합니다. 이 한 문장에서 문제되는 지점 세 곳을 찾아보세요. (다음 장에 해설)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문제되는 세 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"학습에 안 쓴다고 명시하므로" — 근거 부족. 학습 사용은 여섯 항목 중 하나일 뿐(로그·리전·하위 처리자·계약·삭제가 남음). 근거 하나로 결론을 덮음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"그대로 전송해도" — 가장 위험. 식별자 제거·최소 범위·문서 분리 같은 선행 조치를 건너뜀. 판단은 이지선다가 아니라 "무엇을 얼마나 깎아 보내나"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"문제없습니다" — 단정도 문제. 규정·정책은 다르고 바뀜. 단정 대신 확인 절차와 확인 날짜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목적: 아래 사내 AI 사용 지침 초안에서 근거가 부족한 단정을 찾는다. 조건: 문장마다 어떤 확인 항목이 빠졌는지 지적한다. 확인 항목은 학습 사용, 로그 보관, 처리 리전, 하위 처리자, 계약 형태, 삭제와 감사다. 대안 문장을 제시할 때는 확인 주체와 확인 시점을 포함한다.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핵심 6문장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"학습에 안 씀"과 "남지 않음"은 다른 통제 장치, 따로 설정된다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보관 숫자는 바뀐다 → 공식 문서 + 확인 날짜, 결정하는 날 재확인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ZDR도 0이 아니다 — 신청·승인 필요, 기능·모델 구멍, 법·안전 예외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데이터 판단 = 6개 분리 질문(학습·로그·리전·하위처리자·계약·삭제)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로컬도 자동 안전 아님 — 분실·개방 포트·백업·화면공유. 통제가 안으로 이동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보낸다/안 보낸다가 아니라 무엇을 얼마나 깎아 보내는가. 단정 대신 확인 절차·날짜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"학습에 쓰지 않는다"와 "남지 않는다"는 어떻게 다른가?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보관 기간 같은 정책 숫자를 다룰 때의 실무 규칙은?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ZDR이 "문자 그대로 0"이 아닌 이유 3가지는?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데이터 판단의 6개 확인 항목은?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로컬이 자동으로 안전하지 않은 이유와 대표적인 사고 지점은?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 "그대로 전송해도 문제없습니다"에서 문제되는 세 곳은?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 학습=내 문장이 다음 모델의 재료가 되느냐, 보관=내 문장이 어딘가 저장되느냐. 다른 통제 장치이고 따로 설정된다.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 요약 글 말고 공급자 공식 문서를 열어 확인한 날짜를 함께 기록. 실제 결정하는 날 다시 확인(정책이 바뀌므로).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 ①신청·승인 필요(카드 결제론 안 됨) ②기능·모델에 적용 구멍(파일·배치·코드 실행·특정 모델) ③법·안전 예외(플래그 시 최대 2년 등).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 학습 사용 · 로그 보관 · 처리 리전 · 하위 처리자 · 계약 형태 · 삭제와 감사. 여섯을 따로 확인.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 통제 지점이 안으로 옮겨왔을 뿐 관리는 내 몫. 노트북 분실·인증 없는 포트·클라우드 백업 폴더·화면 공유 녹화.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 ①"학습 안 씀"만으로 결론(6항목 중 하나) ②"그대로 전송"(깎는 선행 조치 생략) ③"문제없습니다" 단정(확인 절차·날짜로 대체).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두 축 — 비용, 그리고 주권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2026-07-29T08:24:52Z</dcterms:created>
  <dcterms:modified xsi:type="dcterms:W3CDTF">2026-07-29T08:24:52Z</dcterms:modified>
</cp:coreProperties>
</file>