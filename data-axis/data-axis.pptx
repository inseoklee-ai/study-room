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FE0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 3 · LLM과 로컬 실행 (5)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데이터는 어디에 남는가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판단의 첫 번째 축 · 데이터 · 학습 vs 보관 · ZDR · 민감도 워크북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🗺️ 이번 강의의 지도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2304288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 ≠ 보관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"학습 안 씀"과 "안 남음"은 다른 통제 장치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ZDR의 진실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제로 데이터 보관은 문자 그대로 0이 아니다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6가지 확인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판단 = 여섯 개의 분리된 질문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로컬도 안전 X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 지점이 밖에서 안으로 옮겨갈 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직접 해보기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민감도 워크북 · 위험한 문장 찾기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822192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3822192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3822192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핵심 한 줄: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쪽도 자동으로 안전하지 않습니다. 통제해야 할 지점이 옮겨갈 뿐입니다.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🛣️ 응답은 같아도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지나온 길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다릅니다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질문을 API로 보냈다면 결과는 비슷했을지 몰라도, 그 문장이 지나간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경로는 완전히 달랐을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겁니다.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9943"/>
            <a:ext cx="2498598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E3DA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939671"/>
            <a:ext cx="23888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출발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21792" y="2232279"/>
            <a:ext cx="2352294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키보드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047238" y="1829943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412998" y="1829943"/>
            <a:ext cx="2498598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E3DA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67862" y="1939671"/>
            <a:ext cx="23888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486150" y="2232279"/>
            <a:ext cx="2352294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회선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911596" y="1829943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277356" y="1829943"/>
            <a:ext cx="2498598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A65A3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32220" y="1939671"/>
            <a:ext cx="23888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나라·리전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350508" y="2232279"/>
            <a:ext cx="2352294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남의 서버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775954" y="1829943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141714" y="1829943"/>
            <a:ext cx="2498598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E3DA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96578" y="1939671"/>
            <a:ext cx="23888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 후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214866" y="2232279"/>
            <a:ext cx="2352294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돌아옴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3073527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3073527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22" name="Text 20"/>
          <p:cNvSpPr/>
          <p:nvPr/>
        </p:nvSpPr>
        <p:spPr>
          <a:xfrm>
            <a:off x="786384" y="3073527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화면은 똑같아 보이지만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지나온 길이 다르고, 그 길 위에 남는 것도 다릅니다.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첫 번째 축은 바로 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🧭 같은 문장,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경로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화면은 같아 보여도, 문장이 지나간 자리에 남는 것은 다릅니다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829943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클라우드 API로 보낼 때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2288286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🟡 남을 수 있는 것 · 요청 메타데이터, 입력·출력 로그, 안전 분류 결과, 청구용 사용량 기록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48640" y="2746629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노트북에서 돌릴 때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48640" y="3204972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🔵 남을 수 있는 것 · 디스크에 쌓이는 프롬프트 기록, 자동 백업, 화면 캡처, 이 컴퓨터에 접근하는 사람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663315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3663315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1" name="Text 9"/>
          <p:cNvSpPr/>
          <p:nvPr/>
        </p:nvSpPr>
        <p:spPr>
          <a:xfrm>
            <a:off x="786384" y="3663315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⚖️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쪽도 자동으로 안전하지 않습니다. 통제해야 할 지점이 옮겨갈 뿐입니다.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"학습에 안 씀" ≠ "남지 않음"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문장이 답하는 것은 절반뿐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30852" y="5486400"/>
            <a:ext cx="3127248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30852" y="5486400"/>
            <a:ext cx="31272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개의 다른 통제 장치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🔐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통제 장치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따로 설정됩니다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"학습에 쓰지 않는다"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문장이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모델의 재료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되지 않는다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"남지 않는다"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문장이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어딘가에 저장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되어 있지 않다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38658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38658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38658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이 둘은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통제 장치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이고 실제로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따로 설정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됩니다. "학습에 안 쓴다"는 문장은 사실이지만, "저장되지 않는다"는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전혀 별개의 질문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📄 공식 문서에 적힌 것 (2026년 7월 확인)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1920240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확인한 것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문서에 적힌 내용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 사용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OpenAI: 2023-03-01 이후 API 데이터를 학습에 안 씀, 쓰려면 명시적 동의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 보관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문서 — 남용 모니터링 로그 최대 30일, 법이 더 긴 보관을 요구하면 예외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사업자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Anthropic: API 입출력을 수신·생성 후 30일 이내 자동 삭제, 상업용은 기본 학습 안 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안전 시스템이 위반 표시한 대화 최대 2년, 신뢰·안전 분류 점수 최대 7년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43814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343814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343814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"학습에 안 씀"과 "보관"이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 안에서 이미 갈라져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있습니다. 그리고 예외 항목을 보면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것은 몇 년씩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남습니다.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📅 숫자는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바뀝니다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실무 규칙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71704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검색하면 보관 기간을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7일이라 적은 글, 30일이라 적은 글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뒤섞여 나옵니다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어느 시점엔 맞았을 수 있습니다 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정책이 바뀌기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때문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234946"/>
            <a:ext cx="11091672" cy="914400"/>
          </a:xfrm>
          <a:prstGeom prst="roundRect">
            <a:avLst>
              <a:gd name="adj" fmla="val 14000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234946"/>
            <a:ext cx="10177272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글이 아니라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공급자의 공식 문서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열고 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확인한 날짜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함께 적어두세요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29565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3295650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3295650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노트북에 적힌 숫자도 마찬가지입니다.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여러분이 실제로 결정하는 날에는 다시 확인해야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ZDR은 문자 그대로 0이 아닙니다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제로 데이터 보관, 이름과 실제는 다르다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94860" y="5486400"/>
            <a:ext cx="2999232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94860" y="5486400"/>
            <a:ext cx="2999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 · 범위 · 예외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🚪 ZDR의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가지 진실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745236"/>
          </a:xfrm>
          <a:prstGeom prst="roundRect">
            <a:avLst>
              <a:gd name="adj" fmla="val 11043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58877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58877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7452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신청해서 승인받아야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한다 — OpenAI는 사전 승인+추가 요건+영업팀 문의. Anthropic은 조직 단위 계약이라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조직엔 자동으로 안 따라옴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종량제 카드 결제만으론 못 얻음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208276"/>
            <a:ext cx="11091672" cy="745236"/>
          </a:xfrm>
          <a:prstGeom prst="roundRect">
            <a:avLst>
              <a:gd name="adj" fmla="val 11043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42544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42544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2208276"/>
            <a:ext cx="10378440" cy="7452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범위에 구멍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파일 API·배치 처리·코드 실행처럼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상태를 저장하는 기능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ZDR 대상 아님. 콘솔·워크벤치도 빠짐.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특정 모델 자체가 30일 보관을 요구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ZDR이 적용 안 되기도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044952"/>
            <a:ext cx="11091672" cy="745236"/>
          </a:xfrm>
          <a:prstGeom prst="roundRect">
            <a:avLst>
              <a:gd name="adj" fmla="val 11043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326212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326212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3044952"/>
            <a:ext cx="10378440" cy="7452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제로에도 예외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법적 요구·안전 시스템 판단 시 남을 수 있음. OpenAI: CSAM 분류기에 탐지되면 ZDR에서도 수동 검토용 보관. Anthropic: ZDR·HIPAA 계약이 있어도 플래그된 입출력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2년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936492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3936492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936492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계약이 있어도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모델·기능을 고르면 보관이 되살아납니다.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🧾 감사 자리에서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설명해야 할 것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이건 사업자가 약속을 어긴다는 이야기가 아닙니다.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 의무와 법적 의무가 계약보다 위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있다는 이야기입니다.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9943"/>
            <a:ext cx="11091672" cy="914400"/>
          </a:xfrm>
          <a:prstGeom prst="roundRect">
            <a:avLst>
              <a:gd name="adj" fmla="val 14000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829943"/>
            <a:ext cx="10177272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"ZDR을 켰습니다"가 아니라 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"이런 조건에서 이만큼 남고,  이런 경우엔 이렇게 남습니다"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890647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2890647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2890647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소비자용 챗 인터페이스(웹·앱)는 API와 정책이 다릅니다.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학습 동의·보관·삭제가 별도 설계이고 ZDR 대상도 아님. 팀원이 "회사가 승인한 AI"라 여기며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계정 챗창에 고객 문서를 붙여 넣는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것은 계약과 무관한 완전히 다른 경로.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무엇을 확인해야 하는가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판단 = 여섯 개의 분리된 질문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86884" y="5486400"/>
            <a:ext cx="2615184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86884" y="5486400"/>
            <a:ext cx="26151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6가지 확인 항목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🧭 여섯 개의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분리된 질문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2688336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항목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구체적으로 물어야 할 것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 사용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기본으로 훈련에 쓰이나, 아니면 명시적 동의가 있어야 쓰이나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 보관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남용·보안·장애 대응용으로 무엇이 며칠 남나, 예외 조건은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리전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어느 나라·리전에서 처리되나, 리전을 지정할 수 있나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하위 처리자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사업자가 다시 쓰는 클라우드·외부 서비스는 어디, 목록 공개되나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계약 형태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표준 약관인가, DPA가 붙나, 협상된 기업 계약인가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삭제와 감사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삭제 요청 가능한가, 감사 제출 자료 있나, 키·접근 권한은 누가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20624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4206240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4206240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이 여섯을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따로따로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확인해야 합니다. 하나로 나머지를 덮으면 반드시 구멍이 생깁니다.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로컬도 자동으로 안전하지 않습니다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 지점이 밖에서 안으로 들어왔을 뿐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338828" y="5486400"/>
            <a:ext cx="3511296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38828" y="5486400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안쪽을 관리할 사람은 이제 나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🏠 로컬에서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사고가 나는 곳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이점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리전·하위 처리자·보관 협상이 사라짐.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그러나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통제 지점이 밖→안으로 들어왔을 뿐, 관리할 사람은 이제 여러분.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829943"/>
            <a:ext cx="11091672" cy="13975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노트북 분실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모델 파일과 프롬프트 기록이 함께 유출. 디스크 암호화가 꺼져 있었다면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잠금화면은 무의미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없이 포트 개방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사내 서버가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사내망 누구에게나 열린 창구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됨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클라우드 백업 폴더에 로그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로컬로 옮긴 이유가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조용히 무효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됨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공유·녹화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회의 중 민감한 프롬프트가 그대로 녹화</a:t>
            </a:r>
            <a:endParaRPr lang="en-US" sz="14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로컬을 고를 때도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문서로 남길 것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16636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47447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47447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5166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이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장비에 접근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하는가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979676"/>
            <a:ext cx="11091672" cy="516636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08254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08254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1979676"/>
            <a:ext cx="10378440" cy="5166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어디에 얼마나 쌓이는가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587752"/>
            <a:ext cx="11091672" cy="516636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9062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69062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2587752"/>
            <a:ext cx="10378440" cy="5166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백업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어디로 가는가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195828"/>
            <a:ext cx="11091672" cy="516636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329869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" y="329869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15568" y="3195828"/>
            <a:ext cx="10378440" cy="5166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장비를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폐기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때 디스크는 어떻게 처리하는가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858768"/>
            <a:ext cx="11091672" cy="914400"/>
          </a:xfrm>
          <a:prstGeom prst="roundRect">
            <a:avLst>
              <a:gd name="adj" fmla="val 14000"/>
            </a:avLst>
          </a:prstGeom>
          <a:solidFill>
            <a:srgbClr val="3F6B5F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3858768"/>
            <a:ext cx="10177272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밖에 묻던 질문을 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이제 안에다 묻는 것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해보기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민감도 워크북 · 위험한 문장 찾기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86884" y="5486400"/>
            <a:ext cx="2615184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86884" y="5486400"/>
            <a:ext cx="26151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이제 여러분 차례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📝 민감도 워크북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 도메인 데이터로 채우세요. 예시를 흉내 내지 말고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다루는 문서 이름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적을 것.</a:t>
            </a:r>
            <a:endParaRPr lang="en-US" sz="13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9943"/>
          <a:ext cx="11091672" cy="1536192"/>
        </p:xfrm>
        <a:graphic>
          <a:graphicData uri="http://schemas.openxmlformats.org/drawingml/2006/table">
            <a:tbl>
              <a:tblPr/>
              <a:tblGrid>
                <a:gridCol w="2218334"/>
                <a:gridCol w="2218334"/>
                <a:gridCol w="2218334"/>
                <a:gridCol w="2218334"/>
                <a:gridCol w="2218334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이름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들어 있을 수 있는 것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API로 보낼 조건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로컬을 먼저 볼 조건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 판단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예: 고객 상담 원문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이름·연락처·계약·불만 맥락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식별자 제거 후 전송, 보관·리전 확인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원문 보존 필요 + 식별자 제거 어려움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로컬 우선 검토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3512439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3512439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3512439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3열과 4열이 동시에 채워지는 행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있다면, 그 행이 가장 흥미로운 지점입니다 — 조건부로 밖에 보낼 수도, 안에서 처리할 수도 있는 데이터.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비용·주권을 따진 뒤 다시 돌아올 자리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이니 표시해두세요.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🔍 위험한 문장 찾기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 에이전트가 사내 AI 사용 지침 초안으로 이런 문장을 냈다고 해봅시다.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9943"/>
            <a:ext cx="11091672" cy="549021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976247"/>
            <a:ext cx="10689336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"개인정보가 포함된 문서라도 API 회사가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학습에 사용하지 않는다고 명시하고 있으므로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그대로 전송해도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문제없습니다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."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525268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2525268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2525268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문법이 매끄럽고 근거도 인용했습니다.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더 위험합니다.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한 문장에서 문제되는 지점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곳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찾아보세요. (다음 장에 해설)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문제되는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곳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48437"/>
          </a:xfrm>
          <a:prstGeom prst="roundRect">
            <a:avLst>
              <a:gd name="adj" fmla="val 1835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48437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48437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"학습에 안 쓴다고 명시하므로"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근거 부족. 학습 사용은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항목 중 하나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뿐(로그·리전·하위 처리자·계약·삭제가 남음). 근거 하나로 결론을 덮음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902333"/>
            <a:ext cx="11027664" cy="448437"/>
          </a:xfrm>
          <a:prstGeom prst="roundRect">
            <a:avLst>
              <a:gd name="adj" fmla="val 1835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902333"/>
            <a:ext cx="64008" cy="448437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902333"/>
            <a:ext cx="10707624" cy="448437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"그대로 전송해도"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가장 위험. 식별자 제거·최소 범위·문서 분리 같은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선행 조치를 건너뜀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판단은 이지선다가 아니라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"무엇을 얼마나 깎아 보내나"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33066"/>
            <a:ext cx="11027664" cy="448437"/>
          </a:xfrm>
          <a:prstGeom prst="roundRect">
            <a:avLst>
              <a:gd name="adj" fmla="val 1835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33066"/>
            <a:ext cx="64008" cy="448437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33066"/>
            <a:ext cx="10707624" cy="448437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"문제없습니다"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단정도 문제. 규정·정책은 다르고 바뀜. 단정 대신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절차와 확인 날짜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027807"/>
            <a:ext cx="11091672" cy="1339596"/>
          </a:xfrm>
          <a:prstGeom prst="roundRect">
            <a:avLst>
              <a:gd name="adj" fmla="val 3413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027807"/>
            <a:ext cx="54864" cy="1339596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5" name="Text 13"/>
          <p:cNvSpPr/>
          <p:nvPr/>
        </p:nvSpPr>
        <p:spPr>
          <a:xfrm>
            <a:off x="768096" y="3119247"/>
            <a:ext cx="10707624" cy="11567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목적: 아래 사내 AI 사용 지침 초안에서 근거가 부족한 단정을 찾는다.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조건: 문장마다 어떤 확인 항목이 빠졌는지 지적한다.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확인 항목은 학습 사용, 로그 보관, 처리 리전, 하위 처리자,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계약 형태, 삭제와 감사다.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대안 문장을 제시할 때는 확인 주체와 확인 시점을 포함한다.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이것만은 꼭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6문장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47066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47066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"학습에 안 씀"과 "남지 않음"은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통제 장치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따로 설정된다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972056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07111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07111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1972056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보관 숫자는 바뀐다 →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문서 + 확인 날짜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결정하는 날 재확인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572512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7157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67157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2572512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ZDR도 0이 아니다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신청·승인 필요, 기능·모델 구멍, 법·안전 예외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172968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327202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" y="327202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15568" y="3172968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판단 =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 분리 질문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(학습·로그·리전·하위처리자·계약·삭제)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773424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" y="38724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22" name="Text 20"/>
          <p:cNvSpPr/>
          <p:nvPr/>
        </p:nvSpPr>
        <p:spPr>
          <a:xfrm>
            <a:off x="676656" y="387248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15568" y="3773424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로컬도 자동 안전 아님 — 분실·개방 포트·백업·화면공유. 통제가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안으로 이동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373880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6656" y="447294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4729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115568" y="4373880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보낸다/안 보낸다가 아니라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얼마나 깎아 보내는가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단정 대신 확인 절차·날짜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이해도 확인 질문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"학습에 쓰지 않는다"와 "남지 않는다"는 어떻게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가?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88617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88617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88617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보관 기간 같은 정책 숫자를 다룰 때의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실무 규칙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05634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05634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05634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ZDR이 "문자 그대로 0"이 아닌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이유 3가지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22651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22651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22651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데이터 판단의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 확인 항목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은?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39668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39668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39668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Q5.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로컬이 자동으로 안전하지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않은 이유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 대표적인 사고 지점은?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2648" y="3956685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956685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3956685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Q6.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"그대로 전송해도 문제없습니다"에서 문제되는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곳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은?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정답 &amp; 해설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학습=내 문장이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모델의 재료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되느냐, 보관=내 문장이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어딘가 저장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되느냐. 다른 통제 장치이고 따로 설정된다.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88617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88617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88617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요약 글 말고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공급자 공식 문서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열어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확인한 날짜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함께 기록. 실제 결정하는 날 다시 확인(정책이 바뀌므로).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05634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05634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05634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①신청·승인 필요(카드 결제론 안 됨) ②기능·모델에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구멍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(파일·배치·코드 실행·특정 모델) ③법·안전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예외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(플래그 시 최대 2년 등).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22651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22651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22651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학습 사용 · 로그 보관 · 처리 리전 · 하위 처리자 · 계약 형태 · 삭제와 감사.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여섯을 따로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확인.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39668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39668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39668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A5.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통제 지점이 안으로 옮겨왔을 뿐 관리는 내 몫.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노트북 분실·인증 없는 포트·클라우드 백업 폴더·화면 공유 녹화.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2648" y="3956685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956685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3956685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A6.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①"학습 안 씀"만으로 결론(6항목 중 하나) ②"그대로 전송"(깎는 선행 조치 생략) ③"문제없습니다" 단정(확인 절차·날짜로 대체).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수고하셨습니다 🙌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두 축 — 비용, 그리고 주권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2026-07-31T05:46:52Z</dcterms:created>
  <dcterms:modified xsi:type="dcterms:W3CDTF">2026-07-31T05:46:52Z</dcterms:modified>
</cp:coreProperties>
</file>