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쓸 수 있는 DB 고르기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공짜로 시작하기 — 한도·백업·정책을 알고 고른다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직전에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멈추는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막 시작한 학생이 "무료로 시작하고 싶은데 뭘 골라야 하지?"라며 서비스마다 다른 제한을 비교하고 있습니다.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가입은 쉬워도 저장 용량이나 사용량 제한을 놓치면, 발표 직전에 앱이 멈출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제한을 함께 보고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고르는 기준이 필요합니다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206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보기 전에 먼저 적어 보세요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서비스가 SQL 표와 로그인·파일저장을 한 번에 원하는지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아니면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DB만 필요한지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한도는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직전에 공식 가격 페이지에서 다시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데이터베이스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 공식 가격 페이지 확인 · 정책은 바뀔 수 있음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무료 DB 고르기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후보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정책에서 확인한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5521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710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무료/시작 정책에서 확인한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10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PostgreSQL (SQL)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Free 프로젝트당 DB 500MB, 스토리지 1GB. 자동 백업은 Free에 포함되지 않으며 1주 미사용 뒤 일시정지될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로그인·파일까지 한 번에 실습할 때 후보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0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PostgreSQL (SQL)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Free는 개발·프로토타이핑용이며, 유휴 컴퓨트가 scale-to-zero될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순수 Postgres와 브랜치를 써 보고 싶을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0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Turso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SQLite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Free: DB 100개, 저장소 5GB, 월 읽기 5억 행·쓰기 1천만 행, PITR 1일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SQLite 기반의 가벼운 서비스를 실험할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0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PlanetScale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 / Vitess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시작 요금은 개발용 Postgres 단일 노드 월 $5부터로, 무료 티어 표에는 넣지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무료만이 조건이면 다른 후보부터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말고, 내 컴퓨터에 직접 설치해서 무료로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· PostgreSQL · MySQL · Docker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무료 DB 고르기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무료로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— 설치도 서버도 없다.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DB 전체가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서버를 따로 켤 필요 없이 그 파일을 앱이 직접 읽고 쓴다. 작은 앱·프로토타입·모바일 앱이 즐겨 쓴다 (파이썬 등에 기본 내장돼 사실상 '설치 없이' 쓰기도)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MySQL — 진짜 DB를 내 컴퓨터에.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회사들이 실제로 쓰는 그 오픈소스 DB를 무료로 설치할 수 있다. 클라우드에서 빌리던 것과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것을 내 손안에서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— 명령 한 줄로 띄우기.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설치가 번거로우면 DB를 '컨테이너'로 띄운다. 내 컴퓨터를 어지럽히지 않고 켜고, 필요 없으면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지운다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vs 클라우드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로컬 (내 컴퓨터)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무료, 오프라인에서도 되고 내 데이터가 내 손안에.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개발·학습·실험에 최고.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단, 남에게 열려면 배포나 터널이 필요하고(지난 시간의 '집 서버'),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컴퓨터가 꺼지면 멈춘다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☁️ 클라우드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켜져 있고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남에게 안정적으로 열린다.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서비스엔 이쪽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724912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" y="3017520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 (로컬 SQLite)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1596" y="261518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7356" y="2615184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2220" y="2724912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세상에 낼 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0508" y="3017520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DB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AI에게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"개발용으로는 가벼운 로컬 SQLite로 시작하고, 배포할 때 클라우드 DB로 바꿀 수 있게 해줘."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티어, 시작 전에 확인할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· 일시정지 · 백업 · 정책 · 요금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무료 DB 고르기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한도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예: 500MB.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같은 큰 파일을 많이 넣으면 금방 찹니다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시 일시정지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예: Supabase는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 안 쓰면 프로젝트가 잠깐 멈춥니다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(다시 켜면 됨)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방법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앞에서 본 참사를 피하려면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백업이 되는 요금제인지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(무료면 직접 백업이 필요한지) 꼭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PlanetScale처럼 무료가 사라질 수 있습니다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트래픽이 늘면 유료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서비스가 커지면 자연스럽게 넘어갑니다.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요금·용량 알림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켜 두세요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데이터베이스를 붙여 달라고 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대신 '무엇을 + 조건'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무료 DB 고르기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충분합니다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서비스에 데이터를 저장하려고 해. 나는 비전공자고 무료로 시작하고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내가 저장할 것은 [예: 상품, 주문]인데, 어떤 표(테이블)와 항목(열)이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필요할지 스키마를 제안해줘.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무료 SQL 데이터베이스(예: Supabase, PostgreSQL) 기준으로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이 스키마를 만드는 방법을 알려줘.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접속 정보(비밀번호·키)는 코드에 넣지 말고 환경변수로 빼줘.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DB에 값을 넣을 때는 파라미터화 쿼리로 처리하고,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비밀번호는 해시로 저장해줘.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29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29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3·4번은 지난 시간의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환경변수·보안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오늘 배운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주입 방어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그대로 이어집니다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티어는 무엇을 위한 것인가?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배우기·MVP(초기 버전)용.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큰 규모의 운영용이 아니다.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Supabase 무료 요금제에서 특히 주의할 두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백업이 포함되지 않는다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(직접 백업 필요)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미사용 시 일시정지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 수 있다. 용량은 프로젝트당 DB 500MB.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로컬과 클라우드의 흔한 사용 흐름은?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컴퓨터(로컬)에서 만들고 → 세상에 낼 때 클라우드로.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개발·학습은 로컬, 24시간 열려야 하면 클라우드.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· 백업 · 정책 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