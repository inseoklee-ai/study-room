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9 · MAIN QUEST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아니라 업무에서 출발한다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적용 판단 — 작게 만들어 확인하는 PoC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파트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학습에서 적용 판단으로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PoC란 무엇이고 왜 순서를 뒤집나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유형과 성공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 유형, 적용 안 할 일, 정량 기준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크기가 아니라 종류로, 제외 조건 먼저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사진 검색기 · 스쿼트 보조도구를 실제로 만들어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6·7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업무로 옮기기 + 핵심 정리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PoC의 산출물은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물건이 아니라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 기준을 넘으면 구축, 못 넘으면 그 이유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성과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"우리도 AI를 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하는데"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 대화는 대개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간다 — 어떤 모델이 좋다더라, 어디 API가 싸다더라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주 뒤 그럴듯한 시연이 나오고, 다들 고개를 끄덕이고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쓰지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자리의 질문 하나가 빠진 것을 드러낸다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"이걸로 누가 어떤 일을 하나요?"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정한 뒤 쓸 자리를 찾으면  업무가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도구에 맞춰지고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결과는 아무의 업무도 되지 못한다오늘 하는 일 — 그 순서를 뒤집는다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학습에서 적용 판단으로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쓰이는 것이 목적인 완성품과, 판단이 목적인 PoC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· Proof of Concept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완성품과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목적이 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쓰이는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화면 완성도와 안정성이 필요하다.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판단이 서는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미리 적은 기준과 재서 나온 숫자가 필요하다.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넘었다 →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못 넘었다 →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이유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것은 오른쪽. 두 결과 다 성과다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일의 순서는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자리를 찾는다  (병목)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좁힌다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만들어  확인한다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판단을 적어  남긴다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제출하는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남이 클론해서 돌려 보고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판단을 다시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있는 상태여야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유형과 성공 기준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유형마다 병목이 다르고, 도입 근거도 다르다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유형 · 적용 안 할 일 · 정량 기준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AI가 들어가는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자리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붙는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자료는 있는데 찾지 못한다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자료에 붙은 설명이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검사·판독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보고 등급을 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판정의 일관성·지속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객체 탐지·분할·자세 추정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분류·배분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들어온 것을 나눠 담당자에게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판단이 아니라 판단의 총량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모델·구조화 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입력·전사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형식에서 다른 형식으로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판단이 아니라 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OCR·문서 이해·음성 인식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검사·판독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도입 근거를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잡으면 대개 "도입할 값 없음" 결론이 난다 — 정확도는 사람이 더 높은 경우가 많다. 근거는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일관성·지속 시간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이 셋에 걸리면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PoC가 아니라 다른 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기준이 사람마다 다르다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(담당자 셋의 판정이 갈린다) → 학습시킬 정답도 채점 방법도 없다.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문서로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틀렸을 때 되돌릴 수 없다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(고객·몸·자격·법적 효력) → AI는 최종 판정이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좁혀 사람에게 넘기는 앞단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기록이 없다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무엇으로 채점할지가 없다. PoC보다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남기는 절차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유형에 들어맞아 보여도, 이 셋을 먼저 걸러야 합니다. 걸리면 필요한 건 모델이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만들기 전에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적는다 — 정량으로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기준의 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10건 중 8건에서 찾는 자료가 상위 5위 안에 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검사·판독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숙련자 판정과 20건 중 18건 일치한다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분류·배분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오분류 100건 중 5건 이하 + 확신 낮은 건은 사람에게 넘어간다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입력·전사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100개 중 오류 3개 이하 + 오류 자리를 원본에서 찾을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근거는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사람이 하는 수준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사람이 100건에 3건 틀리면 5건 틀리는 도구는 값이 없다 → 기준을 적기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수준을 먼저 재야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경우가 많다.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과정은 표 하나로 남는다 — 무엇을 늘어놓느냐가 관건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종류로 벌리기 · 제외 조건 먼저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크기가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벌린다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회사의 대·중·소를 놓으면 "큰 것이 정확·느림·무거움"만 나온다 — 재 보기 전에도 알던 것. 성격이 갈리는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놓는다.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내 노트북 / 사내 서버 / 외부 서비스. 갈리면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어디까지 나가는지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표에 나타난다.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만들어진 목적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범용 모델 vs 전용 모델. 어느 쪽이 나은지는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자료로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결과의 형태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점수만 vs 근거 자리까지. 사람이 검토하는 업무면 이 차이가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정확도보다 중요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방식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(눈으로 보기·엑셀·사내 검색·폰 앱)을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후보에 넣는다. 이게 이기면 결론은 "AI 쓸모없다"가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업무엔 지금 방식이 낫다"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그것도 결과.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🧹 점수를 매기기 전에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조건으로 먼저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걸러낸다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점수부터 매기면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외부 서비스(정확도 최고) · 2위 노트북 · 3위 지금 방식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외부로 나간다는 사실이 각주로 밀린다.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없는 후보가 1위.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조건으로 먼저 걸러내면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서비스는 조건에서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남은 것 중 노트북 선택.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없는 후보가 1위에 오르지 않는다.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거를 두 조건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어디까지 나가는가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라이선스가 그 용도를 허용하는가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점수와 섞지 않는다.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감점 항목으로 다루면 다른 점수가 높을 때 다시 올라온다.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최종 판단은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자료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위에서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순위표·벤치마크는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좁히는 데까지만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여러분 자료로 잰 게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측정에서 빠진 경우가 많다. "지원 언어에 한국어 있음" ≠ "내 업무 문장에서 잘 됨"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10~20건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충분하고, 그중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3~4건은 담당자가 어렵다고 하는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넣는다 (쉬운 것만 모으면 표가 아무것도 안 알려 준다)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정답을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돌리기 전에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둔다. 결과를 본 뒤 정답을 정하면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나온 답 쪽으로 기준이 기울어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 채점표로는 아무것도 판단할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하나 · 사진 검색기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장 점검 사진, 파일명과 날짜뿐 — 검색 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검색 · 임계값 · SigLIP 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도입 지점과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있고 찾을 방법이 없다 →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유형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못 찾으면 "없다"고 결론 내리는데, 실제로 없는지 못 찾은 건지 아무도 모른다.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성공 기준 — 질의 10건 중 8건에서 찾는 사진이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5위 안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그리고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사진첩에 없는 것을 물으면 결과를 비우고 "없다"고 답한다.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252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252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5252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조건이 어려운 부분. 첫 조건만 두면 검색기는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무언가를 내놓는다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질의 10건은 실제 업무 문장으로, 셋은 어려운 것, 하나는 확실히 없는 것 — 정답은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돌리기 전에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둔다.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파이프라인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· 한 번만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수천 장 → 임베딩  길이 1로 정규화 → index.npz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질의마다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문장 임베딩  → 색인과 내적 → 상위 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35224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026664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사진 폴더의 사진을 전부 임베딩으로 바꿔 저장하는 스크립트: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모델은 google/siglip2-base-patch16-224, 노트북에서 실행. 사진 외부 전송 금지.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임베딩은 길이 1로 정규화(내적 = 코사인 유사도). index.npz 에 파일명과 함께 저장.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벡터 DB·검색 서비스 쓰지 말고 배열 하나와 내적으로.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질의 문장 → 상위 5장을 점수와 함께. 점수는 반올림하지 말 것(임계값에 씀).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유사도는 sigmoid 적용. softmax 로 바꾸지 말 것.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6451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6451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길이를 1로 맞추면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내적이 곧 유사도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수천 장이면 배열 하나로 충분(벡터 DB는 수십만 장부터). 모델은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사진·글을 함께 학습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것이어야 같은 좌표계에 놓인다.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검증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"없다"는 순위에서 나오지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질의는 통과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10건에서 상위 5위 안, 현장 용어로도 동작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것을 물어도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장을 내놓는다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(순위 방식이라).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합을 1로 만들어 "전부 아니다"가 표현될 자리가 없다 → 0.53을 "53% 확률"로 오해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"없다"를 답하려면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필요하고, 임계값은 점수가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순위용이 아니라 짝마다 독립된 값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때만 걸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낮음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걸 물어도  결과가 나온다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있는 구간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높음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있는데도  빠진다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SigLIP은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짝마다 맞다/아니다를 따로 학습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그 값을 임계값으로 쓸 수 있다 — 코드 계산식만 바꿔선 안 되고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그렇게 학습됐어야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구간이 없을 수도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그러면 이 구성으론 "없다"를 못 만든다(임의로 정해 놓고 만족했다 적으면 안 됨).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둘 · 스쿼트 보조도구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자세를 보고 판정 — 검사·판독 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추정 · 신뢰도 · 촬영 방향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🏋️ 도입 지점과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성공 기준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횟수가 사람이 센 것과 일치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그리고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앉지 않은 반복을 표시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(두 항목만)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066925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무릎이 모이는지, 등이 굽는지는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PoC에서 판정하지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항목을 늘리면 각 항목마다 기준을 따로 세워야 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세울 자료가 없는 항목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사람이 먼저 — 영상 보며 횟수 세고, 반복마다 충분히 앉았는지 적어 둔다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705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705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705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하나가 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확인하는 단계. 항목을 늘리는 것은 그다음이다. 숙련 지도자 한 명의 정확도를 도구가 넘기는 어렵다 — 근거는 지속 시간·동시 처리.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파이프라인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자세 추정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 좌표  + 신뢰도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각도 산출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엉덩이·무릎·발목  → 무릎 각도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반복 판정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내려갔다 올라오면  한 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2706624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영상에서 관절 좌표를 뽑아 스쿼트 반복을 세는 스크립트: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자세 추정 모델은 노트북에서 실행. 영상 외부 전송 금지.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프레임마다 관절 좌표 + 각 관절의 신뢰도를 함께 남길 것.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신뢰도가 낮은 관절로는 각도를 계산하지 말 것(그 프레임은 '계산 제외' 표시).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무릎 각도를 계산하고, 어느 관절 셋으로 계산했는지 적을 것.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'내려감' 각도와 '올라옴' 각도를 따로 인자로 받게 할 것.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판정 임계값을 코드에 박지 말고 전부 인자로.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관절 좌표를 원본 프레임에 그린 영상도 저장(넘는 관절/못 넘는 관절 다른 색).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7731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7731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내려감·올라옴 각도를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둬야 한다(하나면 경계에서 몸이 흔들릴 때 한 번이 여러 번으로). 신뢰도 낮은 관절 제외 + 그려서 저장 — 이 두 항목을 빼면 안 된다.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횟수는 맞았다 — 그런데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무릎 각도만 보면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제자리에서 뛰어도, 한쪽 다리만 접었다 펴도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번으로 세어진다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(둘 다 무릎이 굽었다 펴짐). 세 동작을 구분하는 값은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관절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있다.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엉덩이 높이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무릎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스쿼트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내려간다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양쪽이 함께 굽는다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제자리 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올라간다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굽었다 펴진다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한쪽 다리 접기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변하지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한쪽만 굽는다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값을 여러 개 계산해 조건을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걸어야 한다 — 무릎 각도 · 엉덩이 높이 변화량 · 좌우 무릎 각도 차이.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기준을 만족한 뒤에도 확인할 것이 남는다.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값이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의도한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재고 있나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계산된다 ≠ 그 값이 의도한 것을 잰다.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발이 떴는지 보려 발목 높이를 썼는데, 깊이 앉으면 발목이 정강이로 올라가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스쿼트가 제자리 뛰기로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분류됨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신뢰도를 안 보면 없는 부위의 각도가 계산된다.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다리가 화면에 없어도 모델은 좌표를 내놓되 신뢰도를 0.001로 붙임 → 좌표만 쓰면 무릎 각도 20도.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오류도 없고 결과가 비지도 않는다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모델은 모른다고 말했는데 그 말을 안 읽은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 좌표를 영상에 그려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가장 빠른 검산 — 숫자로만 보면 조금 낮은 값이, 그려 보면 관절이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부위에 찍혀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있는 게 보인다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임계값은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항목이 정한다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0.5가 흔하지만 근거는 없다. 한쪽 다리만 필요하면 높게 잘라 반대쪽을 버리는 게 안전, 좌우를 견주면 같은 값으로도 부족.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🎥 판정 항목이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방향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촬영 방향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앉은 깊이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무릎이 발끝을 넘었는가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좌우 무릎이 벌어졌는가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좌표를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가로·세로 + 카메라 쪽 깊이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값으로 낸다. 몸의 앞뒤가 어느 축에 놓이는지가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방향에 따라 바뀐다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발끝 넘음은 앞뒤 관계 → 측면이면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가로 좌표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답, 정면이면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추정한 깊이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의존(따로 확인 필요)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917442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917442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영상으로 이 셋을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판정할 수 없다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항목을 하나로 좁히면 노트북의 작은 모델로 충분 · 늘리려면 촬영 절차부터 — 모델 교체로 해결 안 됨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업무로 옮기기 · 핵심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 셋을 적고, 하나를 골라, 작게 만들어 확인한다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목록 · 성공 기준 · 만들기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내 업무 후보 목록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이상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적은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처리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틀렸을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기준 — ① 판정 기준이 이미 있다 ② 판정 기록이 있어 채점 자료를 만들 수 있다 ③ 틀려도 되돌릴 수 있다 ④ 발생량이 충분해 개선이 눈에 보인다. 다 만족하는 게 없으면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만족하는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고르고 못 만족한 항목을 제약으로 적는다.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성공 기준을 적고,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지점에 한 줄(정량)을 쓴다. 근거는 지금 사람 수준 — 모르면 스무 건 처리시켜 시간·오류를 재면 충분. 후보 셋을 실행 위치·라이선스로 걸러낸 뒤 자기 자료로 비교(정답은 돌리기 전에).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87118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 지시문에 넣을 다섯 가지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45461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6460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6460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545461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이름·실행 위치, 그리고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외부로 보내지 말라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조건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48965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324954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24954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3148965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판정에 쓰는 값을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인자로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코드에 숫자를 박지 말 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52469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85305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85305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752469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점수·신뢰도를 함께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남기고 반올림하지 말 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55973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445655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445655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4355973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산출물을 파일로 남기고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돌려도 덮어쓰지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 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59477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506006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506006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4959477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확인할 수 있는 형태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함께 저장할 것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61784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61784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561784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항목이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검산을 가능하게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 — 숫자만 보면 값이 의도한 것을 재고 있지 않은 경우를 놓친다.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정리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도구가 아니라 업무에서. 도구에서 출발하면 업무가 도구에 맞춰진다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검색·검사와 판독·분류와 배분·입력과 전사 — 유형마다 병목·도입 근거가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적용하지 않을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기준이 사람마다 다른 일·되돌릴 수 없는 일·판정 기록이 없는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만들기 전에 정량으로. 근거는 지금 사람이 하는 수준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크기가 아니라 종류로 — 실행 위치·만들어진 목적·결과의 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처리 방식을 후보에 — 이것이 이기면 그것도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정리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위치·라이선스로 먼저 걸러낸다 — 점수와 섞으면 쓸 수 없는 후보가 1위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아래를 잘라내는 경계 — 걸 수 있으려면 점수가 순위용이 아니어야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확신 정도를 함께 내주는 값 — 안 읽으면 없는 것에 대한 판정이 나온다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값을 새로 넣을 때마다 그 값이 의도한 것을 재는지 따로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촬영·입력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항목을 정하면 자료를 어떻게 모을지가 함께 정해진다 — 모델 교체로 해결 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PoC의 산출물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작동하는 물건이 아니라 판단 — 기준을 못 넘은 이유도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세 지점 중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것과 뺀 것의 차이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무엇이었나?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기준의 숫자를 어디서 가져왔나?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수준을 실제로 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보았나?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위치·라이선스 때문에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제외한 후보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있었나? 점수로는 몇 위였나?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못 넘은 항목이 있다면,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무엇을 바꿔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확인할까?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출처 · 더 찾아보기 — Hugging Face Models / Leaderboards / Artificial Analysis · 예시 모델: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SigLIP 2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Pose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정확도 하나로 줄 세울 수 없다: HELM(arXiv:2211.09110).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값·라이선스·지원 언어는 바뀐다 → 저장소에 확인한 날짜를 링크와 함께 남길 것.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산출물은 물건이 아니라 판단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Quest — 도구가 아니라 업무에서 출발한다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2026-08-12T08:48:16Z</dcterms:created>
  <dcterms:modified xsi:type="dcterms:W3CDTF">2026-08-12T08:48:17Z</dcterms:modified>
</cp:coreProperties>
</file>