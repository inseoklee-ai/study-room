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데이터베이스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저장할 곳이 필요한 이유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껐다 켜면 사라지는 것과, 남아 있는 것 — 서비스의 '기억'을 만든다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엑셀과  무엇이 다른가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 커질 수 있나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정할 것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오늘도 마찬가지입니다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DB에 넣고 꺼내는 코드는 AI가 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어떤 모양으로 저장할지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DB를 고를지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판단합니다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산출물 — 내 서비스가 무엇을 기억해야 하는지 그린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설계도 한 장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주방은 봤는데, 재료는 어디에?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잠깐 기억 · 영구 창고 · 데이터베이스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저장할 곳이 필요한 이유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우리 데이터는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사라졌습니다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시간에 우리는 백엔드(눈에 안 보이는 주방)를 살펴봤습니다. 주방이 주문을 처리하는 건 알았죠. 그런데 한 가지가 빠져 있습니다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데이터를 어디에 둘까요?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🫧 잠깐 기억 (메모리)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데이터, 화면에 잠깐 뜬 값.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껐다 켜면·새로고침하면 사라진다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🗄️ 영구 창고 (데이터베이스)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적어 두면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서비스가 되려면 데이터가 남아 있어야 한다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84492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데이터는 결국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하드디스크·SSD 같은 물리적 장치 어딘가에 실제로 적힙니다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'재료를 두는 곳'이 거기입니다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36804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36804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36804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📦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데이터베이스(DB)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서비스의 영구 창고. 껐다 켜도 남는 쪽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데이터베이스가 뭐냐면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그림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충분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도서관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 수만 권 있어도 원하는 책을 금방 찾는다.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= 도서관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= 책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관리하는 소프트웨어 = 사서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🧸 마법 장난감 상자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장난감을 마구 넣어도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"파란색 자동차만 다 꺼내 줘"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하면 정리해서 딱 그것만 꺼내 준다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핵심 — 데이터베이스는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쌓아 두는 곳이 아니라, 원하는 것만 빠르게 찾아 주는 곳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창고보다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가깝습니다 — 잘 정리돼 언제든 원하는 걸 꺼낼 수 있는 곳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 엑셀·메모장이랑 뭐가 다른가요?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· 속도 · 동시성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저장할 곳이 필요한 이유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질문입니다 — 다른 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작을 때는 엑셀로도 됩니다. 하지만 데이터베이스는 이 셋이 다릅니다.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3662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3662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규칙(스키마)이 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"이 표에는 이름·가격·분류가 들어간다"처럼 모양을 정해 둔다. 대부분의 DB는 이 규칙을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데이터가 뒤죽박죽이 되는 걸 막는다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45639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5231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5231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45639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수만 건에서도 순식간에 찾는다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엑셀은 커지면 느려지고 멈추지만, DB는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그러라고 만들어졌다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61335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1680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168015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061335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사람이 동시에 안전하게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있다 — 서비스에는 필수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31895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· 속도 · 동시성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셋이 "서비스용 저장소"의 조건입니다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무엇을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쓰나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적당한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혼자 보는 목록 수십 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엑셀 · 메모장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충분하다. 굳이 DB를 세울 이유가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 데이터 (회원·주문·상품)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데이터베이스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규칙을 강제하고, 커져도 빠르고, 동시 접속에 안전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새로고침하면 사라져도 되는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· 목업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화면에서만 쓰는 임시값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판단 한 줄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"새로고침해도 남아야 하는 데이터인가?"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그렇다면 DB로 갑니다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 이야기 — 가장 큰 데이터베이스는 얼마나 클까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의회도서관 · CERN · 그리고 클라우드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저장할 곳이 필요한 이유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미국 의회도서관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1억 7,800만 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세계에서 가장 큰 도서관입니다. 책·사진·지도·녹음·필름 등을 소장합니다.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소장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1억 7,800만 점 이상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책장을 늘어놓으면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838마일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하루에 받는 자료 / 새로 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1만 5천 점 접수 → 1만여 점 소장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디지털 보존 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페타바이트(PB) 단위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89648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도서관 비유가 그냥 비유가 아닙니다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이 규모를 다루는 것이 데이터베이스의 일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⚛️ CERN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1페타바이트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쏟아지는 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약  10억 번 충돌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1PB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1%도 안 되는  극소수만 선택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  1엑사바이트 돌파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LHC 검출기에서는 초당 약 10억 번의 입자 충돌이 일어나, 이론상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1페타바이트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쏟아집니다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'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'가 의미 있는 극소수만 골라 저장합니다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1%도 안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그렇게 걸러 저장해도 CERN의 저장 용량은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2023년에 1엑사바이트(= 100만 테라바이트)를 넘어섰습니다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큰 데이터에서는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저장할지 고르는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저장장치 크기만큼 중요합니다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재미있는 사실 — 이제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예전엔 "얼마나 크냐"로 자랑했습니다. 요즘은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덕분에 비전공자도 이런 거대한 기술을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조금 빌려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옛날 이야기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규모가 곧 실력. 서버를 사고 켜 두고 관리할 사람이 필요했다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규모의 문제가 아니라, 누구나 쓸 수 있는 도구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됐다. 무료 티어로 진짜 DB를 쓴다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84492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쓸 수 있는 DB를 고르는 법은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소단원 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따로 다룹니다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내가 할 일은 무엇인가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쓰는 것 · 내가 정하는 것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02836" y="5486400"/>
            <a:ext cx="338328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02836" y="5486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저장할 곳이 필요한 이유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AI가,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내가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AI가 쓴다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문장 · 표 만들기 · 연결 코드 · 색인 제안 · 마이그레이션 스크립트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🧑 내가 정한다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저장할지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모양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나눌지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DB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고를지 ·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지킬지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(보안·백업)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데이터베이스는 서비스의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'기억'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 넣고 꺼내는 코드(SQL)는 AI가 쓰지만, 무엇을 어떤 모양으로 저장할지·어떤 DB를 고를지·어떻게 안전하게 지킬지는 여러분이 정합니다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목업 데이터와 데이터베이스에 저장한 데이터의 결정적 차이는?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새로고침·재시작 후에도 남는가.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목업은 잠깐 기억(메모리)에만 있어 사라지고, DB는 물리 저장장치에 적혀 남는다.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엑셀 대신 DB를 쓰는 이유 세 가지는?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규칙(스키마)을 강제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뒤죽박죽을 막는다 ②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커져도 빠르다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사람이 동시에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안전하게 쓴다.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CERN 사례가 남기는 교훈은?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저장장치 크기만큼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저장할지 고르는 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중요하다. 초당 1PB가 발생하지만 1%도 안 되는 극소수만 저장한다.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 · 규칙 · 판단 🗄️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①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2026-08-27T13:24:21Z</dcterms:created>
  <dcterms:modified xsi:type="dcterms:W3CDTF">2026-08-27T13:24:21Z</dcterms:modified>
</cp:coreProperties>
</file>