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기본기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넣으면 화면이 뜨기까지 — 인터넷의 뼈대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엔터부터 화면까지 네 조각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주소로  도메인·DNS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주소엔 무엇이  서버·호스팅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문으로  포트·방화벽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말로  HTTP·HTTPS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mysite.com을 입력하고 엔터를 누른 순간부터 화면이 뜨기까지 딱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조각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자물쇠의 원리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패킷의 여행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한 번의 여정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코드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더한다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넣으면 화면이 뜨는 그 1초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안에서 무슨 일이 벌어지는지 본다.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주소로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외우는 이름을, 컴퓨터가 아는 번호로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· DNS · IP 주소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도메인은 이름,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DNS는 전화번호부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외우는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 mysite.com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컴퓨터가 아는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주소  142.250.72.14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컴퓨터엔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번호(IP 주소)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있다 — 외우기 불편하고(IPv6는 더 길다) 수시로 바뀌기도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사람이 외우는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가게 이름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이름을 번호로 바꿔 주는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도메인은 사는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(1년 만 원 안팎) — 등록 후 "이 도메인은 저 서버(IP)를 가리켜라"라고 연결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흔한 함정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바로 안 바뀌지?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DNS는 답을 한동안 기억(캐시)하므로, 가리키는 곳을 바꿔도 즉시 반영 안 됨(전파에 몇 분~몇 시간).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도메인은 '별칭' 그 이상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 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실제 서버 사이에 '한 겹'을 두는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앞(도메인)은 그대로, 뒤(서버·IP)는 바꿀 수 있다.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할 수 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이사 자유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서버를 옮겨도 주소는 그대로 (DNS 한 줄만 고침)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여러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하나의 이름 → 여러 서버 (부하 분산·CDN)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구조화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서브도메인으로 나눔 (api.·blog.·shop.)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신뢰의 증표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@ 뒤·HTTPS 인증서가 도메인에 발급됨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보유·이동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이름으로 보유 — 호스팅을 바꿔도 그대로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8053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28053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28053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오해 — 자물쇠(HTTPS)는 '믿을 만한 회사'라는 증명이 아니라 '이 도메인의 주인과 암호를 걸어 통신 중'이라는 뜻일 뿐. 피싱도 자물쇠를 붙일 수 있다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철자 자체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주소엔 무엇이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켜진 컴퓨터, 그리고 안과 밖의 경계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· 호스팅 · 클라우드 · 내부망/외부망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서버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켜진 컴퓨터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내 서비스 파일·데이터를 올려 두고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켜진 컴퓨터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"노트북을 닫으니 꺼진" 이유가 여기 — 노트북은 24시간 켜 두는 물건이 아님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(늘 켜진 컴퓨터를 빌려 씀)을 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서버를 직접 구입  전원·냉방·보안·고장까지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· 클라우드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서버 창고에서  필요한 만큼만 빌림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(아마존·구글) — 고장·보안·전원은 그쪽이 맡는다. 비전공자가 할 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"어디에 올릴지"만 고르는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내부망과 외부망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문지기는 공유기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내부망(LAN)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집·회사 안 공유기로 묶인 '우리끼리' 네트워크. 192.168.0.5 같은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안 전용 주소(사설 IP)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외부망(WAN=인터넷)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바깥의 전 세계. 밖에서 볼 때 우리 집은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공유기 하나(공인 IP 하나)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로만 보임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문지기 = 공유기(NAT)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안→바깥은 자유롭지만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바깥→안은 기본적으로 못 들어옴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(그래서 평소 안전)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localhost:3000이 나한테만 보이고 친구에겐 안 보이는 이유 = '내부망의 내 컴퓨터'에만 있으니까. 서비스를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'세상에 연다'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내부망의 무언가를 외부망에서 닿게 만드는 일.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서버, 여러 일 — 요청을 알맞은 창구로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· 방화벽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포트 = 호실 번호,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 = 경비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한 대는 여러 일을 동시에 (웹·메일·DB…) — "이 요청은 어느 창구로"를 정하는 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IP가 '건물 주소'라면 포트는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'호실 번호'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(0~65535번). 웹은 보통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80(HTTP)·443(HTTPS)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localhost:3000의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3000이 포트 번호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그 문을 지키는 경비 (필요 없는 문은 닫아 둠)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컴퓨터에선 되는데 밖에선 안 열려요"의 흔한 원인 — 열려야 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문(포트)이 방화벽에 막힘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배포 플랫폼을 쓰면 대개 알아서 열어 줌.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말로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브라우저와 서버가 대화하는 공통 언어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· HTTPS · API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HTTP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페이지 줘" → "여기 있어"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[브라우저의 요청]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/products      ← "products 목록 페이지를 줘(GET)"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mysite.com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[서버의 응답]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             ← "성공! 여기 있어"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(그리고 화면 내용이나 데이터가 따라옴)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0555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이 대화를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암호로 감싼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안전한 버전 — 주소창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자물쇠 아이콘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엽서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훔쳐볼 수 있지만 HTTPS는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밀봉된 봉투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로그인·결제엔 필수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— 프로그램끼리 정해진 창구로 요청·응답을 주고받는 약속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"AI야, 지도 API 붙여줘"의 그 API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50913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50913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50913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"안전하지 않음" 경고가 뜬다. 요즘 배포 플랫폼은 자물쇠(SSL 인증서)를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붙여 준다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자물쇠의 원리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우편함과 열쇠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공개키 = 우편함 투입구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편지를 넣을 수 있음  (공개해도 됨)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개인키 = 유일한 열쇠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우편함을 여는  서버만의 열쇠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공개키로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잠글 수는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수 있는 건 개인키를 가진 서버뿐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중간에서 엿봐도 못 읽음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실제론 이 방식이 느려서, 접속 초반에 공개키로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'오늘만 쓸 임시 열쇠(세션 키)'를 안전하게 주고받고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그다음부턴 빠른 방식으로 대화 — 첫 인사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TLS 핸드셰이크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사이트인지는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인증기관(CA)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서명한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949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949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0949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복잡한 과정을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플랫폼이 자동으로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처리해 준다.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패킷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잘게 쪼개져 여행한다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통째로가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조각(패킷)으로 쪼개져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각자 여행 후 도착지에서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조립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✉️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우편 비유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긴 편지를 인덱스카드 여러 장에 나눠 적고 '보낸이·받는이·몇 번째'를 표시 (패킷도 머리표+내용)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피자 비유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조각으로 나눠 보내면 한 조각만 없어져도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조각만 다시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보내면 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내비 비유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패킷들은 서로 다른 길로 감(한 길이 막히면 우회) → 인터넷 일부가 고장 나도 전체가 안 멈춤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공통 규칙이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TCP/IP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덕분에 수십억 대 기기가 같은 회선을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나눠 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🚚 요청 한 번의 여정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엔터를 치면, 1초 안에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DNS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물음 — "mysite.com IP가 어디죠?"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(택배: 배송지 검색)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IP를 받아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연결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(443번 문, HTTPS 자물쇠)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(택배: 차량 이동)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페이지 줘"라고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요청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서버가 화면·데이터를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(택배: 요청·수령)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브라우저가 그 응답을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화면으로 그림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(택배: 포장 풀기)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데이터는 이 여정 없이 화면에 미리 넣어 둔 것.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서비스는 매번 이 왕복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백엔드는 그 왕복의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반대편 끝에서 대답하는 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🚦 HTTP 상태 코드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인터넷의 신호등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 숫자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보면 됨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2xx 성공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3xx 다른 데로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4xx 요청(나)의 잘못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5xx 서버의 잘못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307238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한마디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 OK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"다 잘됐어"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301/302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"그 페이지 저쪽으로 옮겼어"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 Unauthorized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"누구세요?"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403 Forbidden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"누군지 알지만 넌 안 돼" (VIP 바운서)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404 Not Found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"그런 페이지 없어"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429 Too Many Requests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너무 많은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"천천히 좀"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 Internal Server Error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"네 잘못 아냐, 내가 터졌어"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4863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04863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504863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팁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4xx면 내 요청을 고치고, 5xx면 서버(만든 사람) 문제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AI에게 "500 에러가 나"라며 화면 에러를 그대로 붙이면 원인을 훨씬 잘 찾음.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미니 퀴즈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상황엔 몇 번?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페이지에 들어감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404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Not Found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안 하고 진입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Unauthorized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로그인했지만 권한 없음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Forbidden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터짐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Internal Server Error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3440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3440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03440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401과 403의 차이가 핵심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401은 "누구세요?"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(신원 미확인),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403은 "넌 안 돼"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(신원은 알지만 권한 없음).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직접 해보기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→ 네트워크 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웹사이트에서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우클릭 → '검사(Inspect)'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'네트워크(Network)' 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연다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맨 위 줄 Status에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등이 보임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안 뜰 땐 여기서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줄(4xx·5xx)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찾으면 단서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도움 청할 때 이 화면을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주면 정확한 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받는다. 문제의 위치가 데이터로 보이기 때문.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무엇에 비유되었나?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localhost:3000이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나한테만 보이는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이유는? (내부망/외부망으로 설명)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IP가 '건물 주소'라면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무엇에 해당하는가?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HTTPS의 자물쇠에서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어떤 역할인가?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4xx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오류와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5xx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오류는 각각 누구의 잘못인가?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도메인 = 사람이 외우는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가게 이름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DNS = 이름을 번호(IP)로 바꿔 주는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서비스가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내부망의 내 컴퓨터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에만 있어서. 공유기(NAT)가 바깥→안을 막으므로, 세상에 열려면 외부망에서 닿게 만들어야 함.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호실 번호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서버(건물)의 여러 창구를 구분. 웹은 보통 80·443, localhost:3000의 3000이 포트.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공개키 = 누구나 넣는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우편함 투입구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(잠그기), 개인키 = 서버만 가진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열쇠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(열기).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4xx = 요청(나)의 잘못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5xx = 서버(만든 사람)의 잘못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주소가 화면이 되기까지 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기본기 — 여기까지 · 다음: 백엔드가 실제로 하는 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2026-08-27T08:19:49Z</dcterms:created>
  <dcterms:modified xsi:type="dcterms:W3CDTF">2026-08-27T08:19:49Z</dcterms:modified>
</cp:coreProperties>
</file>