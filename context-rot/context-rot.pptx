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컨텍스트 엔지니어링 ·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길수록 흐려진다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안에 있어도 회수되지 않을 수 있다 — Lost in the Middle과 맥락 부패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Lost in the Middle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부패의 네 얼굴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입력의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놓인 근거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덜 찾아지는 현상을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위치라는 변수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어떻게 분리했는지 확인한다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길어진 대화가 만드는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반품 사례로 살핀다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부패의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얼굴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각기 다른 처방을 정리한다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사실은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 썼다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뜻이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Lost in the Middle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안에 있으면서도 덜 찾아지는 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· 회수 · 실험 설계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넣었다 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 썼다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문서를 넣은 사실은 모델이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부분을 같은 정도로 근거로 썼다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뜻이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만드는 과정에서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지시·질문·문서의 위치·비슷한 문장의 반복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함께 주의를 두고 경쟁한다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표현이 많은 자료에선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문단이 존재한다는 사실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문단이 판단에 쓰였다는 사실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구분해야 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Lost in the Middle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긴 입력의 중간에 놓인 관련 근거를 놓치는 현상. 긴 문맥의 첫 위험은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안에 있으면서도 덜 찾아지는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"중간은 언제나 안 읽는다"는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모델·문서 구성·질문 난이도·반복 실행·출력 형식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따라 달라진다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 길이·투입 여부만으로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회수를 추정하지 말라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경고다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실제로 어느 근거를 인용했고 필요한 예외를 다뤘는지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확인하라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경고의 핵심은 위치 규칙을 외우는 게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 여부를 결과로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습관이다.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연구는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위치라는 변수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어떻게 분리했나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+ 후보 문서 묶음  은 그대로 유지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문서의 위치만  처음·중간·끝으로 이동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양끝보다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중간에서 낮은 정확도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Liu 외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Lost in the Middle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연구: 20개 문서 다문서 질의응답에서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양끝 우세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위치별 성능 패턴을 관찰했다.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= 문서 내용이 달라져 생긴 차이와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때문에 생긴 차이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가능한 한 분리한 것.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수치를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밖으로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옮기지 마라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관찰의 조건 단서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 GPT-3.5-Turbo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20문서 벤치마크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통제 조건 관찰이다. 따라서 최신 모든 모델·모든 길이 문서의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성능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뜻하지 않는다.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9610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9610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39610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실무적 가치는 특정 비율을 암기하는 게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설계를 제공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한다는 것 — 질문·문서·출력 조건을 고정하고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근거의 위치만 바꿔 보라.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길어진 대화가 만드는 고착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문서 문제와는 다른 흐려짐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· 정정 · 반복 조립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고착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판단의 출발점이 굳는 상태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초반에 세운 가정이 이후 정정됐는데도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요약·반복 표현이 오래된 가정을 계속 끌고 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고착은 "한 번 틀렸다"가 아니라, 어떤 문장이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반복적으로 다시 조립되어 다음 판단의 출발점이 되는 상태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메시지가 화면 아래에 있다고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가정의 영향이 자동으로 사라지지 않는다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위치의 문제가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읽느냐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였다면, 고착은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반복되어 다시 굳느냐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문제다.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반품 사례로 본 고착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처음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"미개봉"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했고, 뒤에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"택을 제거했다"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정정했다 → 반품 판단은 처음 표현만으로 끝낼 수 없다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전체를 넣는 설계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정정 전후를 모두 보존하지만,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문장이 현재 사실인지 표시하지 않으면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충돌도 함께 보존된다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길이를 줄이지만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시점·원문 주소·미해결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빼면 고착을 더 단단하게 만든다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이력일수록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정정과 현재 유효 사실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별도 상태로 표기할 이유가 커진다.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부패의 네 얼굴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저하, 다른 처방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poisoning · distraction · confusion · clash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🌫️ 맥락 부패(context rot)란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맥락이 길어질수록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신호가 희석되어 답이 흔들리는 현상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나타났을 때 무엇을 고칠지 바로 알기 어렵다 → LangChain 문서는 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진단 언어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체계는 아니지만, 무조건 줄이거나 전문을 다시 넣는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재료가 왜 판단을 흐렸는지 추적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버릴/보존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저장소 삭제가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호출의 창에서 제외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하거나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참조로 보존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대상이다.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네 얼굴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· 처방 · 검증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4566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 → 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버릴 / 보존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poisoning (오염)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앞선 생성의 추정이 다음 턴엔 사실처럼 인용됨 → 검증 안 된 답·요약이 상태로 재투입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전 생성문·파생 요약 제외 / 확인된 원문·정정 시점·출처 주소 보존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사실을 원문과 대조, 최초 생성문을 빼도 같은 결론인지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distraction (주의 분산)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조항이 있는데 주변 설명이 답을 차지 → 무관한 정보가 제한된 주의를 빼앗음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무관한 보상 규정·예시 제외 / 결론을 바꾸는 기한·예외·비용 조항 보존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전후 핵심 조항 인용·필수 판단이 회수되는지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confusion (혼동)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비슷한 근거가 섞여 어느 조건을 적용했는지 흐려짐 → 유사 문장의 범위·시점·대상 미분리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초안 제외 / 각 근거의 적용 대상·버전·경계 표시 보존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판단에 한 근거·적용 조건 연결, 바꿔 읽어도 구별되는지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clash (충돌)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 다른 지시·근거가 양립 안 된 채 함께 반영 → 우선순위·최신성·권한 미판정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철회·권한 없는 지시 제외 / 충돌 원문·우선순위 규칙·판정 이유 보존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 목록을 만들고 어느 규칙을 적용·보류했는지 근거와 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반품 사례에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얼굴을 대입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poisoning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첫 답의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"14일"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이력에 남아 다음 답도 14일 → 처방: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재검증·상태 정정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distraction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무관한 보상 규정이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반품 기한 조항을 밀어냄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처방: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축소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confusion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택 제거와 실제 착용의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예외 근거가 섞임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처방: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경계 표기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clash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기본 반품 기한과 승인된 예외 지시가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충돌하는데 우선순위 미정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처방: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판정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오답이라도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진단이 다르면 처방이 다르다.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어느 얼굴인지 이름을 붙여라.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넣었다 ≠ 근거로 썼다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긴 문맥의 첫 위험은 창 안에 있으면서도 덜 찾아지는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Lost in the Middle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연구는 질문·문서를 고정하고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위치만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옮겨, 20문서에서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양끝보다 중간의 낮은 정확도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관찰했다.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정정됐는데도 오래된 가정이 반복 조립되어 굳는다. 현재 유효 사실을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상태로 표기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하라.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부패의 네 얼굴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(오염·분산·혼동·충돌)은 같은 저하라도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처방이 다르다.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Lost in the Middle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무엇을 가리키며, 왜 "넣었다"가 "근거로 썼다"와 다른가?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Liu 외 연구는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위치라는 변수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분리하려고 무엇을 고정하고 무엇만 바꿨나?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수치를 다른 환경에 그대로 옮기면 안 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단서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 무엇이며, 이력 전체 보존이나 요약이 왜 그것을 못 푸는가?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맥락 부패의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얼굴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무엇이고, 반품 사례에서 어떻게 나타나는가?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긴 입력의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놓인 관련 근거를 놓치는 현상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문서를 넣어도 모델이 모든 부분을 같은 정도로 근거로 쓰는 건 아니기 때문.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질문과 후보 문서 묶음.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정답 문서의 위치만 처음·중간·끝으로. → 20문서에서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양끝보다 중간이 낮은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정확도.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 GPT-3.5-Turbo·20문서 벤치마크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통제 조건 관찰 — 최신 모든 모델·모든 길이 문서의 절대 성능이 아니다.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정정 뒤에도 오래된 가정이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조립되어 판단의 출발점이 되는 상태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어느 문장이 현재 사실인지 표시하지 않으면 보존도 요약도 충돌을 남긴다.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(14일 재인용)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(보상 규정이 기한 밀어냄)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(택 제거·착용 근거 섞임)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(기한 vs 예외 우선순위 미정).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넣었다 ≠ 근거로 썼다 🌫️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길수록 흐려진다 — 여기까지 · 다음: 맥락 전략의 지도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2026-08-26T08:14:44Z</dcterms:created>
  <dcterms:modified xsi:type="dcterms:W3CDTF">2026-08-26T08:14:44Z</dcterms:modified>
</cp:coreProperties>
</file>