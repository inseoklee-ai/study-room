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3 · LLM과 로컬 실행 (6)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비용은 어디서 발생하는가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판단의 두 번째 축 · 비용 · 손익분기의 함정 · 병목 찾기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이번 강의의 지도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🎯 핵심 한 줄: 비용은 같은데 모양이 다릅니다. API는 눈에 띄고, 로컬은 여기저기 섞여 숨습니다.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핵심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손익분기의 함정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남의 손익분기 숫자를 인용하면 안 되는 이유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업무 비용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직접 계산하고 병목에 동그라미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연습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"10개월이면 회수" 제안 해부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💬 왜 비용 대화는 자꾸 어긋날까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"API 비용이 부담됩니다"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매달 청구서에 숫자로 — 눈에 띄고, 결재선을 타고, 누군가 줄이라고 지시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"로컬로 돌리면 공짜 아닌가요"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장비 품의로 한 번 크게 나온 뒤 — 전기요금·담당자의 목요일 저녁·기다리는 몇 초 속에 섞임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두 사람 다 틀리지 않았는데 대화가 진전되지 않습니다. 같은 비용이 다른 모양으로 나타나기 때문. 청구서가 없다고 비용이 없는 것은 아닙니다.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같은 압력, 다른 청구서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마지막 행(품질이 흔들릴 때)이 실무에서 가장 자주 무시되고, 가장 자주 판단을 뒤집습니다.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무엇이 늘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API에서는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로컬에서는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처리량↑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요청·토큰 수에 비례해 청구액↑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대기열이 길어지고 GPU를 추가 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문서가 길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토큰 비용↑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메모리 부족 → 모델 축소 or 문서 쪼개기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출력이 길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토큰 비용↑ (보통 입력보다 단가 높음)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생성 시간이 그대로 늘어남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 반복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실험 횟수만큼 그대로 과금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전기 + 담당자 시간 + 기회비용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품질이 흔들릴 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재시도·평가 호출 비용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사람이 검토·수정하는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🏢 API로 빌리는 건 모델만이 아닙니다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API를 쓸 때 함께 빌리는 것: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방의 전기와 냉방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장애에 대비한 이중화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새벽에 알람을 받고 일어나는 사람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로컬로 옮긴다는 것은, 이 방의 아주 작은 축소판을 직접 갖는다는 뜻입니다. 전기·냉방·당직·이중화가 전부 내 몫이 됩니다.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손익분기 숫자를 인용하면 안 되는 이유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공개 분석들이 천 배씩 어긋난다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전제가 다르다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📉 같은 질문, 천 배 차이 나는 답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[그림] 어떤 분석하루 50만 토큰 다른 분석하루 1천만 토큰 또 다른 분석월 5억 토큰</a:t>
            </a:r>
            <a:endParaRPr lang="en-US" sz="1400" dirty="0"/>
          </a:p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"몇 토큰부터 로컬이 유리한가"에 대한 공개 분석들 — 천 배 가까이 차이가 납니다.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계산이 틀려서가 아닙니다. 전제가 다르기 때문입니다. 그러니 남의 손익분기 숫자를 회의 자료에 붙이는 대신, 자기 숫자를 넣어야 합니다.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🎚️ 결과를 가르는 세 가지 전제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무엇을 대체하는가 — 값싼 소형 API를 대체하면 손익분기점이 멀어짐(저렴 단가를 장비 감가로 못 따라잡음). 상위 모델 + 긴 문서를 매일 쓰고 있었다면 훨씬 가까움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사람 시간을 비용으로 세는가 — 모니터링·업데이트·장애 대응이 월 10~20시간. 인건비를 곱하면 하드웨어 감가보다 큰 항목. 빼면 로컬이 이기고 넣으면 짐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가동률 — 하루 종일 vs 업무 시간에만 몇 번 → 토큰당 비용 10배 넘게 차이. 안 써도 감가는 진행. 로컬 비용을 부풀리는 최대 원인은 비싼 장비가 아니라 낮은 가동률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미리 알 것 ① — 모델이 장비에 들어가나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4비트 → 파라미터 10억 개당 약 0.5GB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넘치면 계산이 CPU로 넘어가 속도 급락. "상위 API 모델을 로컬로 대체한다"는 계획은 비용 계산 이전에 여기서 먼저 막히는 경우가 많습니다.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24GB급 소비자 GPU 한 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가중치만 놓고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30~35B급까지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문서 업무(KV 캐시 얹힘)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14B 안팎으로 내려잡아야 여유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70B급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4비트로도 35GB↑ → 한 장에 안 들어감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⚡ 미리 알 것 ② — 전기요금은 직접 계산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400W × 24시간 = 9.6kWh/일 → 월 ≈ 288kWh × 150원/kWh ≈ 월 4만원대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CPU·메인보드·냉방까지 더하면 실제로는 더 나옴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여러분 사무실의 실제 단가·실제 가동 시간으로 다시 계산 — 산수라 회의에서 반박당하지 않음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⚠️ 하드웨어 가격도 API 단가도 계속 움직입니다. 특히 API 단가는 계속 내려와 회수 기간이 긴 계획에 불리. 원칙은 하나 — 결정하는 날 공식 가격표를 열고 그날 날짜를 함께 적기.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업무의 월간 비용 구조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두 줄이 결정문의 비용 근거가 된다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워크북 · 병목 찾기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🧮 워크북 (A) API 비용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숫자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숫자가 흔들리는 지점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요청 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 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시범 수치인가, 전면 도입 후 피크 반영했나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요청당 평균 입력 토큰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문서를 재봤나, 첨부·대화 이력 포함했나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요청당 평균 출력 토큰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긴 보고서 생성을 뺀 건 아닌가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100만 토큰당 단가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 원 (확인일 __)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모델 단가인가, 캐싱·배치 할인 반영했나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100만 토큰당 단가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 원 (확인일 __)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출력이 입력의 몇 배인지 확인했나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535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월비용 합계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 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🧮 워크북 (B) 로컬 비용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✍️ 다 채웠다면 양쪽에서 가장 큰 항목 하나씩에 동그라미를 치세요. 그것이 여러분의 병목입니다.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숫자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숫자가 흔들리는 지점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 구입가 / 감가 기간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 원 / __ 개월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몇 년 쓸 계획인가, 그때까지 성능이 쓸 만한가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전기요금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 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단가·실제 가동 시간으로 계산했나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운영 인력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 시간 × ____ 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담당자 시급을 실제로 곱해봤나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품질 검토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 시간 × ____ 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작은 모델로 바꿨을 때 늘 재작업을 넣었나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95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월비용 합계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____ 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병목이 어디냐에 따라 할 일이 다르다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캐싱 — 매 요청마다 똑같이 들어가는 앞부분(긴 역할 지시·고정 자료)을 제공사 쪽에 잠시 보관해 두 번째 요청부터 다시 계산 안 함 → 그 구간 단가 크게↓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처리 — 급하지 않은 요청을 모아 제공사가 한가할 때 돌리게 맡기고 할인을 받음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1672" cy="269748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병목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할 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· 출력 토큰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장비가 아니라 출력 길이를 줄이는 프롬프트 설계부터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 · 입력 토큰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프롬프트 캐싱 + 문서 사전 요약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로컬 · 운영 인력 시간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장비를 더 좋게 바꿔도 총액은 거의 안 줆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[프롬프트] 비용 비교 계산기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목적: 우리 업무의 LLM 실행 위치를 비용 기준으로 비교한다. 입력: 입력·출력 100만 토큰당 단가, 월 요청 수, 요청당 평균 입력·출력 토큰, 로컬 월 고정비(장비 감가, 전기, 운영 인력 시간, 품질 검토 시간). 출력: API 월비용, 로컬 월비용, 두 값이 같아지는 월 요청 수. 조건: 가정값은 파일 맨 위에 상수로 모아 한눈에 바꿀 수 있게 한다. 각 단가 옆에는 출처 URL과 확인 날짜를 주석으로 남긴다. 가동률을 입력받아 로컬 토큰당 비용에 반영한다.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🔑 여러분이 할 일은 코드를 외우는 게 아니라, 나온 숫자를 보고 "이 가정이 우리 업무에 맞는가"를 묻는 것. 계산기는 가정을 검증해주지 않습니다.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연습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"10개월이면 회수됩니다" — 어디를 짚을까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394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검토자의 눈으로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이 제안, 어디를 짚어야 할까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lvl="1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"현재 월 API 비용이 300만원입니다. 3천만원짜리 GPU 서버를 사면 10개월이면 회수됩니다. 그 뒤로는 계속 이득이니 로컬 전환을 추진하겠습니다."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숫자가 명확하고 결론이 깔끔합니다. 그래서 통과되기 쉽습니다. 짚어야 할 곳이 여섯 군데 있습니다. (다음 두 장에 해설)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짚어야 할 곳 (1/2)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같은 일을 할 수 있나 (먼저) — 300만원짜리가 상위 모델이면 서버 한 대로 부족할 가능성. 대체 모델을 정하고 실제 샘플로 품질 비교가 없다면, 이건 비용 비교가 아니라 다른 제품으로 갈아타자는 제안.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3천만원 안에 사람이 없다 — 서버 가격은 시작점. 설치·모니터링·업데이트·장애 대응 시간 × 담당자 시급을 더해야. 넣으면 10개월이 대개 15~20개월.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가동률이 빠졌다 — 호출이 업무 시간에 몰리면 서버는 하루 대부분 논다. 놀아도 감가는 진행. 실제 가동 시간 기준 토큰당 비용으로 봐야.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짚어야 할 곳 (2/2)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더 싼 방법을 먼저 써봤나 — 프롬프트 캐싱·배치·소형 모델 라우팅만으로 청구액이 크게 줄기도. 인프라 안 늘리는 절감이니 먼저 시도. 해보고도 300만원인지, 안 하고 300만원인지는 완전히 다른 이야기.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회수 기간 동안 상대도 움직인다 — API 단가는 내려오는 추세. 10개월 뒤 절반이면 회수 시점이 영영 안 올 수도. 사용량이 3배면 훨씬 빨리 옴. → 회수 기간은 하나의 숫자가 아니라 시나리오 2~3개로.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그래도 로컬이 답일 수 있다 — 위를 다 반영했는데도 유리하면 근거 있는 판단. 데이터가 밖으로 못 나가는 업무라면 비용과 무관하게 로컬이 유일한 선택지.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핵심 6문장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비용은 같은데 모양이 다르다 — API는 청구서, 로컬은 여기저기 섞여 숨는다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가장 자주 무시되고 판단을 뒤집는 건 품질이 흔들릴 때의 재작업·검토 시간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남의 손익분기 숫자는 전제가 달라 천 배씩 차이 — 대체 대상·사람 시간·가동률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로컬 비용을 부풀리는 최대 원인은 비싼 장비가 아니라 낮은 가동률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워크북으로 내 숫자를 넣고 양쪽 병목에 동그라미 — 병목별로 할 일이 다르다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6. 회수 계산엔 사람·가동률·더 싼 대안·단가 하락이 들어가야. 회수는 시나리오 2~3개로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 비용 대화가 자주 어긋나는 이유는? API 비용과 로컬 비용은 각각 어떤 모양으로 나타나나?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 비용이 늘어나는 상황 중 가장 자주 무시되고 판단을 뒤집는 행은?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 손익분기 숫자가 천 배씩 차이 나는 세 가지 전제는?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 로컬 비용을 부풀리는 가장 큰 원인은?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 400W 카드를 24시간 한 달 돌리면 전기는 대략? (직접 계산)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Q6. "300만원→3천만원 서버 10개월 회수" 제안에서 빠진 것들은?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325880"/>
            <a:ext cx="1109167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 같은 비용이 다른 모양으로 나타나서. API=매달 청구서 숫자(눈에 띔). 로컬=장비 품의 한 번 뒤 전기·담당자 시간·기다림에 섞여 숨음.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 품질이 흔들릴 때 — API는 재시도·평가 호출, 로컬은 사람이 검토·수정하는 시간. 워크북에서 빠지기 쉬운데 총액을 좌우.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 ①무엇을 대체하는가(소형 vs 상위+긴 문서) ②사람 시간을 세는가(월 10~20h) ③가동률.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 낮은 가동률. 안 써도 감가는 진행 → 토큰당 비용이 10배 넘게 벌어짐.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 9.6kWh/일 × 30 ≈ 288kWh, ×150원 ≈ 월 4만원대(냉방·부품 더하면 더). 실제 단가·가동 시간으로 다시.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A6. ①같은 품질 가능한지 ②사람 비용 ③가동률 ④더 싼 대안(캐싱·배치·라우팅) ⑤API 단가 하락(시나리오화) — 데이터 반출 금지면 비용과 무관하게 로컬.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C4D4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651760"/>
            <a:ext cx="10698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수고하셨습니다 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29768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축 — 주권(통제권)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2026-07-29T08:24:52Z</dcterms:created>
  <dcterms:modified xsi:type="dcterms:W3CDTF">2026-07-29T08:24:52Z</dcterms:modified>
</cp:coreProperties>
</file>