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모니터링과 비교 실험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보고서로 만들고, 한 번에 하나만 바꿔 비교합니다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harness_lab.report jobs/baseline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--manifest benchmark/tasks.json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--attempts 1 --watch 5 --output reports/baseline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09444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jobs/baseline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읽어 들일 실행 기록 폴더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--manifest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문항 목록 — 분모를 고정하는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--attempts 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문항당 시행 횟수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--watch 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5초마다 갱신하며 진행 상황을 지켜봄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--output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보고서를 저장할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600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8600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8600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--watch는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도는 동안에도 중간 상태를 볼 수 있게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 — 전부 끝난 뒤에야 문제를 발견하는 상황을 줄입니다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분모를 고정한다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10이 분모입니다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점수와 비교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3/3은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실행에 성공한 문항만 세어 분모를 줄이면 점수가 부풀려집니다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3문항만 돌고 3개 통과했다고 100%가 아님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manifest의 전체 문항 수(10)를 분모로 고정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아직 안 돈 문항은 pending으로 남을 뿐 분모에서 빠지지 않습니다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4946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 계산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테스트가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분자에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테스트는 돌았으나 통과 못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 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 자체가 실패·비정상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 제외 — pass로 올리지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실행되지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분자 제외, 분모에는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014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014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3014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채점이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또는 1이 아닌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돌려주면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임의로 반올림하지 않고 error로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부분 점수를 통과로 바꾸는 순간 비교가 무너집니다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종류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7356" y="1371600"/>
            <a:ext cx="5362956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57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57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157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kind 필드로 구분합니다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종류를 합쳐서 보고하면 실제보다 높은 숫자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나옵니다. 보고서를 읽을 때 먼저 kind를 확인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쪼개서 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난이도별·영역별 분해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점수와 비교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떨어지는가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분해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쉬움에서 떨어지면 도구·경로 처리 문제일 가능성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계약과 오류 메시지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어려움에서만 떨어지면 긴 반복의 유지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스텝 한도·요약 전략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작업 성격에 몰려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도구나 프롬프트를 우선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 원인별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step_limit·timeout이 많으면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능력 문제가 아니라 한도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문항에서의 실패가 가장 정보가 많습니다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대개 모델의 한계가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하네스의 계약이나 경로 처리 결함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가리킵니다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시행과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pass@k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10문항 × 3회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시행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돌려 평균 통과율을 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흔들리는 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알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pass@k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k번 중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번이라도 통과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성공으로 세는 방식. 재시도가 허용되는 상황을 반영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중 한 번이라도 통과한 문항이 10개라고 "100%"라고 쓰지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통과율과 pass@3은 서로 다른 지표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어느 쪽인지 반드시 함께 적습니다. 30 시행을 돌렸다고 분모가 30이 되는 것도 아닙니다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087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5087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5087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반복 시행은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차이가 실제 개선인가, 실행 편차인가"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가르는 유일한 방법입니다. 1회 실행의 1문항 차이는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삼기 어렵습니다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실험의 규칙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점수와 비교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→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"어려움 문항의 실패는 스텝 한도 40 때문이다"처럼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관찰에서 나온 한 문장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변수만 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스텝 한도만 60으로.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모델도 바꾸면 원인을 가릴 수 없습니다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조건으로 재실행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이름을 다르게 (--name steps60)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--compare jobs/baseline으로 두 실행의 문항별 차이를 표로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950208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harness_lab.report jobs/steps60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--manifest benchmark/tasks.json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--compare jobs/baseline --output reports/steps60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966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8966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48966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비교표는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점수뿐 아니라 문항별로 바뀐 항목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보여 줍니다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총점은 같은데 통과 문항이 서로 바뀐 경우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드러납니다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비교를 지탱하는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필요한가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제공자·모델·한도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조건인지 확인하고서야 두 실행을 비교할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자료 해시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입력이 같은 판인지 확인 — 문항이 바뀌었다면 비교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execution_mode: local-port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컨테이너가 아닌 로컬 이식 실행임을 명시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hostlimits: unrestricted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 자원 제한을 걸지 않았음 — 공식 환경과 다른 조건임을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표시를 빼고 점수만 공유하면 공식 벤치마크 점수로 오해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실행 모드와 조건을 붙여서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보고합니다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값은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사용량처럼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제공자가 보고하지 않으면 알 수 없는 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 — usage_known=False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보고서는 이런 값을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0으로 합산하지 않고 known_sum(확인된 값만의 합)으로 따로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표시합니다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"토큰 0"이라고 적으면 무료로 돌았다는 잘못된 결론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측정하지 못한 것과 값이 0인 것을 구별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습관이 실험 기록 전체의 신뢰도를 만듭니다 — 뒤에서 다룰 NOT_RUN 표기도 같은 원칙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3문항만 돌아서 3개 통과했다. 점수는?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분모는 manifest의 전체 문항 수로 고정하고, 안 돈 문항은 pending으로 남는다.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채점이 0.5를 돌려주면?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반올림하지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기록한다. 부분 점수를 통과로 바꾸면 비교가 무너진다.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실험에서 한 번에 몇 가지를 바꾸나?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모델과 한도를 동시에 바꾸면 어느 쪽이 효과였는지 알 수 없다.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분모를 지킨다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⑪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