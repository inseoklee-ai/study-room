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도구와 하네스 · 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1: 도구 정의서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사례를 계약 문장 서너 줄로 되돌리기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정의서 여섯 항목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 scorecard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설명·실패 다시 설계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조회의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여섯 항목으로 먼저 고정한다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보기 전에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통과의 이진 정의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scorecard에 저장한다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설명만 바꿔(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minimal / contextual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실행하고 관찰한다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기록을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있던 정의서 항목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되돌려 보완한다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실패 사례가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문장 서너 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되돌려지는 경험이 기록을 읽는 눈을 만든다.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정의서로 재고 조회를 묶는다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설명 문장이 곧 모델이 읽는 지시다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98748" y="5486400"/>
            <a:ext cx="479145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98748" y="548640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· 설명 · 입력 스키마 · 반환 · 실패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도구 정의서란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정의서(tool definition)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도구의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이름·설명·입력 스키마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정리한 문서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사양·Anthropic·LangChain이 쓰는 표현이다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 형식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뒤 행동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더해 여섯 항목을 한 표에 모은다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항목을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비교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계약의 어느 칸이 비어 실패가 생겼는지 바로 가리킬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정의서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항목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재고 조회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기록할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동사+대상: get_inventory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하는 일 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승인된 창고의 특정 SKU 가용 수량을 읽기 전용으로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언제 쓰고 안 쓰는지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 질문엔 쓰고, 수량 변경·창고 미지정엔 안 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인자 스키마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sku 문자열 3~32자, warehouse_id는 SEOUL-01·BUSAN-02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반환 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SKU · 창고 · 가용 수량 · 확인 시각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 실패 정의와 뒤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오류별로 한 번 재시도 · 허용 창고 질문 · 또는 중단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✂️ 도구 하나는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하나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859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859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 단위로 자른다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재고 조회와 수량 변경을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엔드포인트에 함께 넣지 않는다.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 하나는 동작 하나여야 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02536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168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168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02536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반환값을 제한한다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원본 재고 데이터 덤프가 아니라 답의 근거가 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available_quantity · checked_at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필드로 한정한다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68833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68833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과한 반환은 컨텍스트를 잠식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필요한 근거를 흐린다.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전에 scorecard를 저장한다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본 뒤 기준을 만들면 마음에 드는 호출을 정당화하게 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06724" y="5486400"/>
            <a:ext cx="51755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06724" y="5486400"/>
            <a:ext cx="5175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tool-lab/scorecard.md · 이진 정의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실행 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기준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101596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채점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통과의 이진 정의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스키마 준수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호출이 sku 문자열과 허용된 warehouse_id만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호출 인자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성공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 입력에서 성공 반환 또는 명시된 오류 코드가 남음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응답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사용 가능성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답이 available_quantity·checked_at만 근거로 삼음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답변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뒤 수량을 추정하지 않고 정해진 행동을 택함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호출·최종 답변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195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6195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6195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기준은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중 하나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로만 판정된다 — 인상이 아니라 위치를 지목해 확인한다.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🐍 계약을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코드로 고정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3579876"/>
          </a:xfrm>
          <a:prstGeom prst="roundRect">
            <a:avLst>
              <a:gd name="adj" fmla="val 1277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357987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33969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ALLOWED_WAREHOUSES = {"SEOUL-01", "BUSAN-02"}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DESCRIPTIONS =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"minimal": "상품 재고를 조회합니다.",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"contextual": ("승인된 창고에서 특정 상품의 현재 가용 재고를 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"읽기 전용으로 조회합니다. ... INVALID_SKU이면 SKU를 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"확인해 달라고 묻고, WAREHOUSE_NOT_ALLOWED이면 허용된 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"창고를 요청하며, TEMPORARY_UNAVAILABLE이면 한 번만 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"재시도한 뒤 중단합니다."),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INPUT_SCHEMA = {"type": "object", "properties":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"sku": {"type": "string", "minLength": 3, "maxLength": 32},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"warehouse_id": {"type": "string",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"enum": sorted(ALLOWED_WAREHOUSES)}},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"required": ["sku", "warehouse_id"],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"additionalProperties": False}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509778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09778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509778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설명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minimal / contextual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제외한 계약을 코드로 고정한다 — 스키마·허용 범위·실패 코드까지.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이름 · 스키마 ·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 검사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get_inventory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동사+대상으로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 스키마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서버도 검사할 수 있도록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형식·허용 범위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분명히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ast.parse()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없이 문법만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검사한다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스키마를 분명히 두면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설명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서버의 검사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같은 계약을 가리킨다.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설명과 실패를 다시 설계한다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모델·같은 요청·같은 스키마, 설명만 바꾼다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42716" y="5486400"/>
            <a:ext cx="53035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2716" y="5486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minimal ↔ contextual · 실패 되돌리기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설명만 바꿔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순서로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넣는다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요청  · 스키마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설명만  minimal↔contextual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순서로 투입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요청 → "어느 창고든  SKU A-17 재고"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입력을 같은 순서로 넣어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scorecard에 표시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 — 실패 기록은 정의서 여섯 항목으로 되돌린다.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♻️ 실패를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있던 항목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71754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사례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비어 있던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존재하지 않는 창고 코드를 임의로 넣어 WAREHOUSE_NOT_ALLOWED를 반복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언제 쓰는지 ⑥ 실패 뒤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허용되지 않은 창고면 허용 코드를 질문하고 재호출하지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SKU 없이 가장 비슷한 상품을 골라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인자 스키마 ⑥ 실패 뒤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SKU는 필수이며 없으면 상품 식별자를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응답의 내부 원가까지 최종 답에 인용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반환 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가용 수량과 확인 시각만 반환하고 답의 근거로 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354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2354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2354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사례가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문장 서너 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되돌려지는 경험이 기록을 읽는 눈을 만든다.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설명 문장이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읽는 지시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이름·설명·스키마에 반환·실패까지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항목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고정한다.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하나는 동작 하나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반환은 근거가 될 필드로 제한한다.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기준은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이진 정의로 저장한다 — 사후 정당화를 막는다.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있던 정의서 항목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되돌려 한 문장으로 보완한다.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 정의서의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항목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무엇인가? (이름·설명 외 넷)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재고 조회와 수량 변경을 한 엔드포인트에 넣지 않는 이유는?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채점 기준(scorecard)을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저장하는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실행을 비교할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것과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것은 각각 무엇인가?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"내부 원가까지 최종 답에 인용"한 실패는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항목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비어서인가?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이름 · 하는 일 한 문장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쓰고 안 쓰는지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 스키마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 형식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정의와 뒤 행동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하나는 동작 하나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여야 하므로 과업 단위로 자른다 — 읽기와 변경을 섞으면 계약과 권한이 흐려진다.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결과를 본 뒤 기준을 만들면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마음에 드는 호출을 성공으로 정당화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되기 때문.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모델·요청·스키마.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설명만(minimal↔contextual).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반환 형식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가용 수량과 확인 시각만 반환·근거로 쓰도록 보완한다.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문장으로 되돌린다 ♻️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1: 도구 정의서 — 여기까지 · 다음: 최소 하네스 — 여섯 개의 설계 지점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2026-08-27T02:52:48Z</dcterms:created>
  <dcterms:modified xsi:type="dcterms:W3CDTF">2026-08-27T02:52:48Z</dcterms:modified>
</cp:coreProperties>
</file>