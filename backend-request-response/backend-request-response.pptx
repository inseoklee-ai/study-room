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실제로 하는 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받기 → 처리 → 응답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요청→처리→응답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창구·API·CRUD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공용어와 언어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못 믿는다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백엔드의 일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받아 처리하고 응답한다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주방 비유로 잡는다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서비스가 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창구(엔드포인트)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그 묶음인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관례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모든 서비스가 하는 네 동작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공용어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백엔드 언어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백엔드의 진짜 가치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지키는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진짜 방어선은 언제나 백엔드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백엔드는 데이터를 나르는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지킨다.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받기 → 처리 → 응답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주문마다 그때그때 만들어 주는 동적 처리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· 레시피 · 창고 · 완성한 요리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백엔드의 일은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해석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검사·계산  데이터 읽기/쓰기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돌려줌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상품 목록 줘"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주문 접수해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보낸다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해석하고 → 규칙 검사·계산·데이터 읽기/쓰기 → 결과를 응답으로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받아서, 처리하고, 응답을 돌려준다.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딱 이 세 단계다.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🍳 주방 비유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손님은 주방 안을 못 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홀(프론트)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주문서(요청)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레시피(비즈니스 로직)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대로 조리한다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창고(데이터베이스)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재료를 꺼낸다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요리를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내보냄(응답)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손님은 주방 안을 못 보고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주문과 나온 요리만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주고받는다 — 백엔드가 자신을 바깥에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감추는 방식.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창구·API·CRUD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통째로 열려 있지 않다 — 정해진 창구만 연다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 · API · REST · CRUD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창구 하나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+ 동작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 하나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"주소(URL) + 동작"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조합 = 하나의 기능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통째로 열지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몇 개의 창구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연다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/products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 주세요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/login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정보로 로그인 처리해 주세요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비전공자에게 필요한 건 완벽한 설계가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서비스엔 어떤 창구가 필요하지?"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그려 보는 판단.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창구의 묶음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관례 =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밖에 공개한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창구들의 묶음 = API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짜는 관례(REST)의 핵심: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주소는 '무엇'(명사), 동작은 메서드로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동사 (지양)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/getProducts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명사 (권장)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/products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'무엇'을 명사로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담고, '어떻게'는 메서드(GET·POST…)가 맡는다.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거의 모든 서비스가 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— CRUD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Delete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'게시물 올리기·보기·수정·삭제', 쇼핑몰 '상품 등록·조회·수정·삭제' — 겉만 다를 뿐 속은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동작의 반복.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공용어와 언어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데이터를 주고받는 형식, 그리고 백엔드를 짜는 언어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· Node/Express · Django · FastAPI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프론트·백엔드의 공용어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환경에서 도는 둘이 데이터를 주고받을 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공통 형식. '이름표: 값' 쌍의 가벼운 텍스트.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{"name":"홍길동","age":30,"isMember":true}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334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334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 표준이 된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읽기 쉬운 텍스트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데다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가리지 않기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어떤 프론트·어떤 백엔드를 붙여도 서로 알아듣는다.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백엔드는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언어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짜나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프레임워크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JavaScript/TypeScript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 위 Express(가볍고 기본) · NestJS(구조가 잡힌)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Django(종합형) · Flask(가벼움) · FastAPI(빠르고 요즘 뜨는)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밖에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Ruby on Rails · Go · Java/Spring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서비스의 무난한 기본값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①JavaScript 풀스택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(언어 하나·자료 많음) 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②Python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(읽기 쉽고 AI 붙이기 좋음).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백엔드의 진짜 가치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나르는 게 아니라 규칙을 지키는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 · "프론트는 못 믿는다"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진짜 가치는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지키는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남았는지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 적용한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가격이 얼마인지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사용자가 이 글을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지울 권한이 있는지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판단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백엔드의 진짜 가치는 데이터를 나르는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지키는 것.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가장 중요한 원칙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못 믿는다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10,000원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조작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100원으로 바꿔  주문 요청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자기 데이터로  최종 가격 재계산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가격·수량·권한 검증은 반드시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백엔드에서 다시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  프론트(브라우저)는 사용자의 컴퓨터에서 도니 얼마든지 조작 가능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프론트의 검증은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편의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(빠른 오류 안내)를 위한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방어선은 언제나 백엔드.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받아서, 처리하고, 응답을 돌려준다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(주방 비유).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창구(엔드포인트=주소+동작)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열고, 그 묶음이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관례가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(명사).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모든 서비스는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동작의 반복이고, 공용어는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백엔드의 가치는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지키는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가격·수량·권한은 반드시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백엔드에서 다시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백엔드가 하는 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말하면?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창구(엔드포인트) 하나는 무엇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둘의 조합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REST의 핵심 관례 — 주소는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동사·명사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무엇으로 짓는가?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거의 모든 서비스가 데이터에 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동작(CRUD)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 가격을 브라우저에서 조작해 주문하면,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어떻게 막나?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받아서, 처리하고(규칙 검사·계산·데이터 읽기/쓰기), 응답을 돌려준다.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주소(URL) + 동작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조합 = 하나의 기능.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주소는 '무엇'을 명사로(예: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/products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동작은 메서드로.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만들기(Create)·읽기(Read)·고치기(Update)·지우기(Delete).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프론트는 조작 가능하므로,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자기 데이터로 최종 가격을 다시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진짜 방어선은 언제나 백엔드.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방어선은 백엔드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실제로 하는 일 — 여기까지 · 다음: 프로토타입과 프로덕트 사이 — AI가 약한 곳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