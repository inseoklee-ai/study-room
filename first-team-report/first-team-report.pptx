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보고서 첫 작성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이름을 그대로 옮기면 필요한 보고서가 될까요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절의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자료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data/week-one.json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주의 업무 사실 — 누가 어떤 상태로 일하고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team-weekly-report/references/team-rules.md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제품팀이 상태를 분류하고 보고서를 쓰는 약속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팀 규칙 파일이 예제 Skill 폴더 안에 있어도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일반 참고 문서로 읽습니다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절에서는 SKILL.md를 읽게 하거나 해당 Skill을 설치하지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 설치해 두었다면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적용되지 않는 환경을 준비하고 새 대화에서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시작하세요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58597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팀의 규칙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환경에 반영하고 동작까지 확인한 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완료로 보고합니다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 적힌 기준은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수업용 가상 팀의 약속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회사나 다른 팀은 다른 기준을 사용할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완료에서 사용자 확인까지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구분합니다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첫 보고서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배포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구현하거나  코드를 고침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변경한 프로그램을  실제 사용 환경에 반영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확인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사용 환경에서  의도대로 동작하는지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개발자의 작업 공간에 있는 수정 사항이 사용자에게 자동으로 전달되는 것은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deployed_at은 배포 날짜 칸 — 지금은 null이고 note에도 배포 대기라고 적혀 있습니다.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칸이 비었다고 오늘 날짜를 대신 넣으면 업무 사실을 바꾸게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환경에서는 잘 보이던 안내 문구도 실제 서비스에서는 오래된 화면이 남아 있을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있으므로 팀은 배포와 운영 확인을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별도로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verification은 미실시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7121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7121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37121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'아직 운영 확인을 하지 않았다'는 말만으로 위험이라고 단정할 수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팀 규칙은 "배포했지만 운영 확인이 통과하지 않은 경우"를 위험으로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분류합니다.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전인 모든 일을 같은 위험으로 묶지는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 · 보고 기준일 ·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요인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due_date는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마치기로 한 기한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TASK-102는 2026년 9월 7일. 지연 여부를 판단하려면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비교할 시점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report_date가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기준일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첫 주는 2026-09-04.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실습하는 오늘이 9월 7일 이후여도 이 보고서는 9월 4일의 상태를 설명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컴퓨터의 오늘 날짜로 비교하면 같은 원본을 읽고도 실습 날짜에 따라 결과가 달라집니다.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팀 규칙은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기준일의 하루가 아직 끝나지 않은 시점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판단합니다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blocker는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작업을 계속하기 어렵게 만드는 차단 요인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예: 다른 회사가 테스트 계정을 발급해 줘야 연결 시험을 할 수 있는데 오지 않은 경우.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 의지만으로 다음 일을 진행할 수 없습니다.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TASK-102에는 기록된 차단 요인이 없습니다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싶은 사실 →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필드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 싶은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TASK-102에서 읽히는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업무인지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id, title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TASK-102, 로그인 안내 문구 개선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맡고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어디까지 진행했는지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status, note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완료, 다음 배포 대기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언제까지 마칠 일인지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due_date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환경에 반영했는지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deployed_at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미기록; 설명에도 배포 대기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환경에서 확인했는지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verification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미실시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진행을 막는 조건이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기록된 차단 요인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9028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59028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이름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표시에 필요한 값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판정에 직접 필요한 값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역할이 다릅니다 — 이 팀은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없으면 미정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쓰고 확인 사항으로 남기지만,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판정에 필요한 기록이 빠졌거나 모순되면 위험으로 두고 무엇을 확인해야 하는지 적습니다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TASK-102를 분류하는 과정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→ 완료 → 진행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첫 보고서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기준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차단 요인 없음, 배포 전이므로 '배포했으나 확인 미통과'에도 해당 안 함, 기한 9/7이 기준일 9/4보다 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위험으로 판단할 근거를 찾지 못했습니다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상태가 배포 완료이고, 기준일 이내의 유효한 배포일이 있으며, 운영 확인이 통과인 경우. TASK-102는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충족하지 않습니다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분류합니다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364992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TASK-102 로그인 안내 문구 개선 — 지우.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개발은 끝났으며 다음 배포를 기다리고 있습니다. 기한은 2026-09-07입니다.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873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873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0873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'9월 7일에 배포합니다'라고 바꾸면 다른 뜻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 — 원문의 9월 7일은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기한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확정된 배포 일정으로 주어진 정보가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자연스러운지만큼 사실의 강도가 달라지지 않았는지도 중요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기록을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고른 범주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원본에서 찾은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적용한 팀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작성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70048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TASK-104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기한과 보고 기준일을 각각 찾아 어느 범주에 넣을지와 이유를 한 문장으로.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 당일에 마쳐야 하는 일을 이미 지연으로 볼지 판단하려면 팀 규칙의 날짜 설명까지 읽어야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TASK-103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담당자, 기한, 차단 요인에 서로 다른 정보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있습니다.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정보가 분류의 근거이며 어떤 정보가 추가로 확인할 사항인지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나누어 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TASK-101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읽어 보세요 — 기한은 기준일보다 앞서 있지만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배포와 확인까지 마친 사실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있습니다.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날짜만 떼어 보았을 때와 전체 기록을 읽었을 때 판단이 어떻게 달라지는지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첫 보고서 완성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주었다는 사실만으로 맞다고 판단하지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첫 보고서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형태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첫 주 업무 기록과 팀 규칙을 읽고 주간 보고서를 만들어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자료는 data/week-one.json과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team-weekly-report/references/team-rules.md에 있어.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연결한 업무 기록 도구로 첫 주 자료를 가져오고,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팀 규칙에 맞게 주간 보고서를 만들어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305556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MCP를 쓴 경우 — 호출 기록에서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get_weekly_records에 week-one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넘겼는지,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업무가 반환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되었는지. 이어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규칙 파일을 읽었는지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기록을 가져오는 호출과 팀 기준을 읽는 행동은 서로 다른 정보를 제공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호출이 성공했어도 그 결과에 팀 규칙까지 들어 있다고 가정하면 안 됩니다.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서버가 반환하는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JSON을 직접 읽어도 같은 작업을 할 수 있습니다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통로를 비교하려는 활동이 아니라면 MCP를 다시 호출하도록 강제할 필요는 없습니다.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경로를 썼는지와 어떤 주차의 자료를 읽었는지 작업 메모에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남기면 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06158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06158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506158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프롬프트에 모든 필드와 분류 정답을 입력하지 않는 이유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자료를 읽고 필요한 기준을 적용하는 모습을 보려는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자료를 주었다는 사실만으로 결과가 맞다고 판단하지는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초안을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나란히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보고서의 표현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원본에서 확인할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'개발을 끝내고 배포를 기다립니다.'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status와 note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원본의 현재 상태를 옮긴 표현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'진행' 범주에 배치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배포일 미기록, 확인 미실시, 기준일 뒤의 기한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위험·완료 조건에 해당하지 않아 진행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'기한은 09-07입니다.'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due_date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기한이라는 의미를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'09-07에 배포하기로 확정했습니다.'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약속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기한을 확정 일정으로 바꾸었으므로 고쳐야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전체에서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업무가 빠짐없이, 각각 한 범주에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들어갔는지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요약의 합계가 맞아도 같은 업무를 중복하고 다른 업무를 빠뜨렸을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있으므로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ID도 함께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TASK-103의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담당자나 계정 발급 예정일이 원본에 없는데 만들어지지 않았는지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확인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457771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57771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57771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· 판단 · 제안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구분하면 검토가 쉬워집니다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'테스트 계정이 미발급 상태다'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'차단 요인이 있어 위험으로 분류한다'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'계정 발급 일정을 확인하자'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제안을 '계정이 월요일에 발급된다'처럼 확인되지 않은 사실로 표현하면 안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4건 / 완료 1 / 진행 2 / 위험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4566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09-03에 배포했고 운영 확인이 통과. 완료 상태이므로 과거 기한만 보고 현재 지연으로 분류하지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개발은 끝났지만 배포 전. 기한은 기준일 이후이고 기록된 차단 요인도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기한이 기준일과 같은 09-04. 기준일의 하루가 아직 끝나지 않은 시점으로 판단하므로 지연으로 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계정 미발급이 작업을 막고 있으며 기한도 기준일보다 앞섬. 담당자는 미정으로 표시하고 확인 사항에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35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1635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1635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TASK-103의 담당자 미정만으로 위험을 판정한 것은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기록에는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차단 요인과 지난 기한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있습니다. 담당자 미정은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표시하고 다음에 확인할 사항으로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남겼습니다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주에도 필요한 지식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정답과 다시 쓸 기준을 구분합니다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첫 보고서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결과와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가져갈 지식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입력에서 얻은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입력에도 가져갈 지식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TASK-102는 이번 주에 진행입니다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완료만으로 보고서의 완료로 분류하지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TASK-104의 기한은 2026-09-04입니다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기한과 기준일이 같은 날은 이 팀에서 지연으로 보지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주의 위험 업무는 한 건입니다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기준부터 확인하고 업무마다 하나의 범주에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TASK-103의 담당자는 미정입니다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담당자나 일정을 만들어 채우지 않고 확인할 사항을 남깁니다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왼쪽은 다음 주에 달라질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 — TASK-102가 배포를 마치면 분류도 바뀝니다.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오른쪽은 팀이 약속을 바꾸지 않는 한 다시 사용할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Skill에 넣을 것은 특정 주의 정답이 아니라 다른 기록에도 같은 판단을 적용하는 데 필요한 지식과 작업 방식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35406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작업 메모를 report-work-notes.md에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요청한 말, 읽은 자료와 입력 경로, 주의했던 업무 하나, 적용한 규칙.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수정했다면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바꾼 이유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첫 요청만으로 정확하게 작성했다면 이번 실습도 성공입니다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틀려야만 Skill이 필요한 것은 아닙니다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report_date로 비교하나?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컴퓨터의 오늘 날짜로 비교하면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원본을 읽고도 실습 날짜에 따라 결과가 달라지기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배포 전인 TASK-102는 왜 위험이 아닌가?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팀은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"배포했지만 운영 확인이 통과하지 않은 경우"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위험으로 본다.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전인 모든 일을 같은 위험으로 묶지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사실·판단·제안의 예는?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사실=계정 미발급, 판단=차단 요인이 있어 위험, 제안=발급 일정 확인.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제안을 확인되지 않은 사실로 표현하지 않는다.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기록에서 보고서로 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⑨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