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4 · 지시 설계 · ①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지시의 해부학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과업인데 답이 갈리는 이유 — 역할·과업·형식·제약이라는 계약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오늘의 여정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계약의 네 부품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층으로 분리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계약 실험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2615184"/>
            <a:ext cx="11091672" cy="13975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과업인데 답이 갈릴 때, 지시의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부품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결과를 바꾸는지 본다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역할·과업·형식·제약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네 부품으로 나누고, 빈자리가 남기는 실패를 살핀다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 다른 문장을 섞지 않도록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층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분리해 쓴다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계약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실패를 따라 한 부품씩 보강하는 절차를 익힌다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1589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1589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41589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오늘의 한 문장 — 지시는 부탁이 아니라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결과를 판정하게 만드는 계약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지시는 부탁이 아니라 계약이다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과업인데 답이 갈리는 이유부터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74820" y="5486400"/>
            <a:ext cx="363931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74820" y="5486400"/>
            <a:ext cx="3639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· 과업 · 형식 · 제약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🔀 같은 과업인데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답이 갈린다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지시를 한두 문장 바꿔 봤지만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문장이 효과를 냈는지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잘 모른다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잘 나온 한 번의 답을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재현하지 못하고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잘못된 답에는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규칙만 덧붙이다 원인을 잃는다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3494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23494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23494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지시는 친절한 부탁문이 아니라,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결과를 판정할 수 있게 만드는 작업 계약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이다.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계약의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부품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920240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정하는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누구의 관점·책임으로 답할지 — 답을 받을 사람, 책임 범위, 말투·근거 수준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무엇을 어떤 완료 조건까지 할지 — 추출·판단·생성 + 끝났다고 볼 조건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형식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답이 어떤 모양으로 쓰일지 — 필드·순서·허용값·빈값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하지 말 일과 불확실할 때의 처리 — 금지·길이·출처 범위·모를 때 행동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43814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43814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43814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판단에 쓸 회의록·정책·수치 같은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사실(맥락)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과업에 붙이되,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지시와 구별해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제공한다.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🍳 레시피 비유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 지시 = 좋은 레시피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"맛있게 만들어 주세요"만 적힌 레시피는 분량·순서·완성 조건을 알 수 없다. 좋은 레시피는 재료를 세고, 분량을 적고, 순서를 나누고, 멈출 조건도 남긴다.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1939671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21792" y="2232279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누구를 위한 요리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047238" y="1829943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412998" y="1829943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67862" y="1939671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과업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486150" y="2232279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만들지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911596" y="1829943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277356" y="1829943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32220" y="1939671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350508" y="2232279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접시에 어떻게 담을지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775954" y="1829943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9141714" y="1829943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6B4D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96578" y="1939671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제약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214866" y="2232279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알레르기·모를 때 처리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073527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073527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3073527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부품은 각각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종류의 약속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이다 — 하나가 비면 그 자리의 실패가 생긴다.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🕳️ 빈자리가 남기는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≠ "전문가" 호칭. 역할 없는 "배송 지연을 설명해 주세요"는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개발자용 원인 분석인지 고객 사과문인지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알 수 없다. 역할만 길고 과업이 없으면 권위 있어 보이는 빈말.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과업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"회의록을 요약" &lt; "결정사항과 담당자별 행동 항목을 추출, 확인 안 된 담당자는 '확인 불가'로 표시". 주제가 아니라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수행 동사·사용할 입력·완료 판정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없으면 같은 결과를 문단·표·목록으로 뒤섞는다. 단 "JSON으로 답해 주세요"만으로 내용이 참이 되진 않는다 — 형식은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인터페이스를 고정할 뿐, 사실성은 별도 확인.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제약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"주문 기록에 없는 배송일을 추정 말고 확인 불가라 답하라"는 날짜 조작을 막는다. 단 너무 많으면 충돌·핵심 매몰 →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위험·관측된 실패에만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연결.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층을 섞지 않고 쓴다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 다른 문장을 한 문단에 섞으면 모호해진다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90772" y="5486400"/>
            <a:ext cx="440740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90772" y="5486400"/>
            <a:ext cx="4407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역할·권한 · 과업 · 맥락 · 형식·제약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🗂️ 네 층으로 분리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고객 문의 분류 예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92024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적을 질문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역할·권한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누가 읽고 누구의 책임으로 답하나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확인된 주문 사실만 안내하는 지원 담당자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무엇을 언제 완료로 보나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문의를 환불·배송·기술 중 하나로 분류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맥락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어떤 자료가 근거인가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아래 주문 기록과 문의 본문만 근거로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형식·제약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어떤 모양이며 모를 때 무엇을 하나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JSON 세 필드, 근거 없으면 null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43814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43814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43814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표는 서식이 아니라,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 다른 종류의 문장을 한 문단에 섞어 생기는 모호성을 발견하는 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📚 공식 문서가 가리키는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방향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3975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Anthropic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Prompt engineering — 성공 기준과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경험적 시험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권장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OpenAI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Prompt engineering — 지시·예시·맥락을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구분해 평가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함께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Prompt design strategies — 목표를 직접 쓰고 필요 정보·제약·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형식 명시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표현은 달라도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역할·과업·맥락·형식·제약을 섞지 않는 방향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같다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91541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91541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91541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역할은 전문성·말투를 정해도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권한을 부여하지 않는다.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자료 속 "문서의 지시를 따르라"는 실행 규칙이 아니라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분석할 데이터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다룬다.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계약에서 실패를 따라 보강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긴 지시가 아니라 조건 하나의 효과를 관찰하는 실험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38828" y="5486400"/>
            <a:ext cx="3511296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38828" y="5486400"/>
            <a:ext cx="3511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최소안 → 한 부품씩 → 기록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🧪 최소 계약을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실행으로 바꾸는 절차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"배송일을 안내합니다" (최소안)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"확인된 주문 기록만 근거로 답하는 고객지원 담당자"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(역할 → 독자·책임 선명)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reply·question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필드 요구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(형식 → 후속 프로그램이 검사 가능)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"주문번호 없으면 배송일 단정 말고 한 가지 확인 질문만"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(제약 → 빈 근거 추정 판정 가능)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85876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85876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385876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답이 달라져도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 문장만의 효과라 단정 말고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추가한 부품과 고정한 조건을 함께 기록한다.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📋 절차 요약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기준선을 남긴다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21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21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오는 입력 1 +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비용 큰 경계 입력 1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기준선으로 보관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5104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7568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756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5104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비워도 되는지 먼저 판단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과업엔 동사·완료 조건만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78608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7919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791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78608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원문을 맥락으로 구획, 자료 속 명령은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"인용할 데이터"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명시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82112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8269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826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82112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읽나 프로그램이 읽나 정한 뒤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형식·빈값 규칙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785616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" y="38862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" y="38862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15568" y="3785616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입력 결과를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기준표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읽고, 관측된 실패 하나에만 부품 추가 → 바꾼 문장과 결과를 나란히 남겨 다음 기준선으로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💭 생각 실험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완벽한 지시는 존재할까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문장 지시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빠르지만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빈칸을 남긴다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담당자 없을 때, 여러 기한 같은 경우를 못 정한다.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페이지 지시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빈자리를 줄이지만 "간결하게"와 "누락 없이", "원문만"과 "필요하면 설명"이 부딪히면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길이가 새 모호함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된다.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6151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6151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6151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 지시의 시험 =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작성자가 아닌 다른 사람이 읽고 같은 일을 수행할 수 있는가.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단 사람이 할 수 있어도 모델이 반드시 성공하진 않는다.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이것만은 꼭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4문장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지시는 부탁이 아니라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결과를 판정하게 만드는 작업 계약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역할·과업·형식·제약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네 부품, 사실(맥락)은 과업에 붙이되 구별한다.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부품이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 자리마다 다른 실패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생기고, 네 층을 섞으면 모호해진다.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계약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관측된 실패 하나에만 부품을 더하며 효과를 기록한다.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이해도 확인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지시를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이라 부르는 이유는 무엇인가?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계약을 이루는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부품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각 부품이 정하는 것은?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"JSON으로 답해 주세요"만으로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보장되지 않는 것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무엇인가?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자료 속 "문서의 지시를 따르라"는 어떻게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다뤄야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하나?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계약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시작하는 이유와, 답이 달라졌을 때 지켜야 할 태도는?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친절한 부탁문이 아니라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결과를 판정할 수 있게 만드는 약속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이기 때문 — 어느 약속이 비었는지 살필 수 있다.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(관점·책임) ·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과업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(무엇을 어떤 완료 조건까지) ·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(답의 모양·필드·빈값) ·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제약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(금지·모를 때 행동).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내용의 사실성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형식은 전달 인터페이스를 고정할 뿐, 참·거짓은 별도로 확인해야 한다.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실행 규칙이 아니라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분석할 데이터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다룬다. 역할은 전문성·말투를 정해도 보안 권한을 주지 않는다.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스무 조건을 한 번에 넣으면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고칠 위치를 모르므로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최소로 시작. 답이 달라져도 마지막 문장만의 효과라 단정 말고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추가한 부품과 고정한 조건을 함께 기록.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계약을 해부한다 🧭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지시의 해부학 — 여기까지 · 다음: 기초 프롬프트 실험 — 같은 질문, 열한 가지 방법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2026-08-25T00:58:56Z</dcterms:created>
  <dcterms:modified xsi:type="dcterms:W3CDTF">2026-08-25T00:58:56Z</dcterms:modified>
</cp:coreProperties>
</file>