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프롬프트 엔지니어링 · 나만의 챗봇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프로젝트 — RAG 가이드 챗봇을 만들고 배포하고 평가하기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공개하고, 판정까지 남기는 제품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구현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없는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모두콘 안내 챗봇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완성형 참조 구현은 모두의연구소 컨퍼런스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모두콘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안내하는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없는 RAG 챗봇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브라우저에서 임베딩과 검색을 수행하고,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Ollama가 답변을 생성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하며, 각 답변에 자동 판정을 연결합니다.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1899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1899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208711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서버에서 답을 만들지 않습니다.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페이지를 연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컴퓨터의 Ollama(qwen3.5:2b)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답변을 생성합니다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95194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7980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798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695194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열 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모델을 내려받습니다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(첫 방문 1회,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200MB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0327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4061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4061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30327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Ollama가 실행 중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이어야 답변이 시작됩니다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1134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40142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4014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391134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주소의 페이지가 사용자 컴퓨터의 Ollama와 통신하는 일은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CORS 허용 설정(OLLAMA_ORIGINS)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가능합니다 — 구현 단계에서 다룹니다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57428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57428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457428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suncreation.github.io/moducon-chatbot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에서 직접 열어 동작을 확인할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실습과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다릅니다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언어와 실행 위치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스크립트가 아니라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동작하는 타입스크립트 앱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구현합니다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완성 후의 일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프롬프트와 검색 설정을 바꿔 가면서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직접 설계한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루브릭으로 성능을 측정하는 실험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수행합니다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구현과 평가의 출발점은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단계에서 함께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정리합니다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06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06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도메인의 안내 챗봇을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PRD부터 스스로에게 질문하며 기획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2056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11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11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2056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자료를 수집하고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청크와 임베딩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구성해 브라우저 벡터스토어를 만듭니다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2512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15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15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2512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Ollama qwen3.5:2b의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스트리밍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브라우저 임베딩을 결합한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파이프라인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이해합니다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720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720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72968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근거성과 거절을 판정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사람 피드백과 함께 읽습니다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73424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724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724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73424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루브릭으로 프롬프트와 RAG 세팅을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성능 변화를 표로 남깁니다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7388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472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472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37388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앱을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수용 기준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동작을 다시 확인합니다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 것의 전체 모습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소개와 검색과 판정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프로젝트 개관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공간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모두콘 안내 앱의 첫 화면은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소개, 연혁, 프로그램, FAQ와 챗봇 상태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보여 줍니다.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입력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임베딩  embeddinggemma-300m-ONNX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159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7356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1939671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0508" y="2232279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원문 37개 청크  코사인 + BM25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073527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검색은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의미와 정확한 표기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서로 다른 단서를 제공하여,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한쪽만으로 놓칠 수 있는 근거를 보완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선택된 청크는 본문만 전달하지 않고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ID, URL, 섹션 정보를 잃지 않은 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프롬프트에 들어갑니다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로컬 Ollama의 qwen3.5:2b가 응답을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스트리밍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화면은 답변 뒤에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여섯 개를 담은 판정 배지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표시합니다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0.55 미만일 때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버리지 않고 드러냅니다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유사도가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0.55보다 낮으면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검색 결과를 버리는 대신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약한 근거를 프롬프트와 UI에서 드러내며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모델은 단정 대신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자료의 한계 또는 답변 범위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말해야 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문장이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자연스럽다는 사실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출처를 가진 답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사실은 다릅니다  그래서 이 앱은 두 사실을 구분해서 보여 줍니다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질문에서 판정까지의 한 바퀴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상자는 앞 상자의 산출물을 보존합니다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프로젝트 개관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바퀴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질문에서 판정까지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"모두콘은?"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768차원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검색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코사인 + BM25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청크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· url · text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2724912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조립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1792" y="3017520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맥락 · 약한 근거 주의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002024" y="2615184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367784" y="2615184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22648" y="2724912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스트리밍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40936" y="3017520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qwen3.5:2b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821168" y="2615184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186928" y="2615184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1792" y="2724912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배지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60080" y="3017520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칩 · 약한 근거 경고 · 판정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385876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왼쪽에서 오른쪽 화살표는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데이터의 전달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을, 아래로 꺾이는 화살표는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뒤에도 남는 검토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뜻합니다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하나가 빠지면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무너지나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빠지면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무너지는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청크가 없으면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임베딩은 비교할 대상이 없습니다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URL이 없으면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 문장은 사용자가 확인할 출발점을 잃습니다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judge가 없으면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답을 어떻게 읽을지에 관한 별도 신호가 사라집니다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반대로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judge만 추가해도 출처 없는 문장이 근거를 얻지는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각 상자는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상자의 산출물을 보존해야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지도 — 열두 걸음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 단계가 앞 단계의 선택을 검증할 수 있도록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프로젝트 개관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①~⑥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준비와 자료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06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06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Vite, React, TypeScript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정적 앱과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 상대 경로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준비합니다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2056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11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11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2056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모두콘 소개 화면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만듭니다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2512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15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15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2512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원문을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URL이 붙은 사실 단위 청크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수집합니다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720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720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72968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스키마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MC-001부터의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규칙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정합니다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73424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724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724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73424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768차원 벡터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생성하여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벡터스토어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배치합니다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7388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472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472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37388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임베딩 경로에서 WASM에서 동작하는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no_gather_q4 경로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사용합니다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⑦~⑫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검색·생성·판정·배포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06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06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모델과 자료의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및 진행률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다룹니다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2056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11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11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2056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코사인과 BM25 하이브리드 검색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붙입니다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2512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15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15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2512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컨텍스트와 약한 근거 규칙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포함해 프롬프트를 조립합니다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720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720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72968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확인, 스트리밍, 취소 UI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결합합니다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73424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724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724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⑪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73424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칩과 근거 모달, 검색 단계, 경고 배지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보이게 합니다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7388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472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472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⑫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37388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엔진, LLM-as-a-Judge, 사람 피드백, Pages 배포와 수용 기준 점검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한 화면의 사용 경험으로 묶습니다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50292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50292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순서는 특정 도구의 정답이 아니라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질문이 입력된 순간부터 근거와 답변과 판정이 각각 관찰 가능해야 한다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설계 원칙을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순서로 바꾼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앱에서 답변은 어디서 생성되나?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서버가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페이지를 연 사용자 컴퓨터의 로컬 Ollama(qwen3.5:2b)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그래서 Ollama 실행과 OLLAMA_ORIGINS 설정이 필요하다.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최고 유사도가 0.55보다 낮으면?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버리지 않고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약한 근거를 프롬프트와 UI에 드러낸다. 모델은 단정 대신 자료의 한계를 말한다.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"judge만 붙이면 신뢰가 생긴다"가 틀린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judge를 추가해도 출처 없는 문장이 근거를 얻지는 않는다.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 상자는 앞 상자의 산출물(청크·URL)을 보존해야 한다.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· 답변 · 판정 🔍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챗봇 ①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2026-08-27T22:58:50Z</dcterms:created>
  <dcterms:modified xsi:type="dcterms:W3CDTF">2026-08-27T22:58:50Z</dcterms:modified>
</cp:coreProperties>
</file>