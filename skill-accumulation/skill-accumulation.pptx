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톺아보기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성공을 다음 실행의 자산으로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경험·스킬 축적 — 로그를 저장했다고 경험이 된 것은 아닙니다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전체를 보관하는 일과 다음 과업에서 쓸 판단을 남기는 일은 다릅니다.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명령, 우연히 통과한 설정, 현재 과업에만 맞는 해결책까지 다시 불러오면 기록은 오히려 판단을 흐릴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196846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489454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기록에서  근거를 확인할 수 있다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087118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087118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196846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489454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때  검색할 수 있다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087118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087118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196846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489454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행동으로  바꿔 적용할 수 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070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33070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33070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셋을 만족할 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경험이 자산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경험은 어떻게 다음 행동이 됩니까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ExpeL · Voyager · AWM · WikiSkill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경험·스킬 축적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ExpeL — 반복 판단을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insight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ExpeL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한 번의 실행에서 나온 관측과 성공·실패 경험을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다음 프롬프트에 쌓아 두지 않습니다.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여러 경험에서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반복해 쓸 판단을 insight로 추출해 저장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과업이 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FAISS와 kNN으로 가까운 예시를 찾아 최대 6개까지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실행에 제공합니다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추출에 GPT-4, 실행에 GPT-3.5를 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WebShop 조건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보상은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0.701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ReAct는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0.665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남긴 문제 — 잘못된 insight가 저장됐을 때 무엇을 근거로 고치거나 폐기할지는 이 방식만으로 해결되지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Voyager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스킬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AWM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24406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5748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남기는 형태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붙은 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Voyager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자연어 메모 대신 실행 가능한 코드 스킬 라이브러리. 새 과업에서 검색·조합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아이템 3.3배, 이동 거리 2.3배, milestone 최대 15.3배, 스킬 검색 top-1 80.2%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Minecraft 환경의 결과 — 다른 업무의 재사용 효과를 보장하지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AWM Agent Workflow Memory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궤적에서 재사용할 workflow를 유도해 메모리로. 다음 과업에서 후보를 골라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Mind2Web 24.6%, WebArena 51.1% 상대 개선. 교차 평가 8.9~14.0점 상승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탐색 환경의 결과 — 웹 밖 일반화는 이 결과만으로 판단하지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4231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24231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24231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🏗️ 커뮤니티에서는 이 흐름을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컴파운드 엔지니어링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부르기도 합니다 — 한 번의 실행 결과를 다음 실행의 입력으로 남기고 검색·조합·검토를 거치며 능력을 쌓는다는 뜻.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저장한 내용이 오래되거나 틀렸다면 다음 실행에도 같은 오류를 넘길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WikiSkill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층을 분리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관리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WikiSkill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Google Research가 2026년에 발표한, 에이전트 경험을 위키로 축적해 스킬을 진화시키는 연구입니다.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궤적  판단의 근거를 확인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 여러 실행에서 얻은 지식 축적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 실제로 실행할 절차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실행에서는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층을 구분해 제공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축적한 지식으로 스킬을 갱신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Figure 1 캡션 — WikiSkill이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무스킬 조건과 EvoSkill·SkillOpt보다 일관되게 우위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모델일수록 이점이 더 뚜렷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패밀리 사이 전이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관찰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1 수치는 아직 확인하지 않았으므로 여기에 적지 않습니다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저장 형태 — 다른 비용과 위험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· 요약 · insight · 코드 스킬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경험·스킬 축적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확인할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남기는 형태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실행에서 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확인할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원문 궤적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당시 관측과 행동의 근거를 다시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지점까지 믿을 수 있습니까?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기록에서 현재 판단에 필요한 맥락을 압축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중요한 실패 조건이 빠지지 않았습니까?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insight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실행에서 반복된 판단을 검색해 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반례와 갱신 날짜가 있습니까?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스킬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검증한 절차를 실행 가능한 단위로 재사용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조건과 되돌리는 방법이 있습니까?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오래된 절차 반복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원문은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검토하기 좋지만 길고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요약은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빠르지만 누락될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있으며, insight는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검색하기 좋지만 오염될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스킬은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 실행할 수 있지만 오래된 절차를 그대로 반복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Hermes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재진입 경로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Hermes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NousResearch가 만든 오픈소스 에이전트로, 대화 기록을 검색 가능한 형태로 남겨 다음 실행에서 다시 찾게 합니다.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Hermes에서 보는 재료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Nous Research의 hermes-agent 공개 저장소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과거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FTS5로 과거 세션을 검색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메시지 채널의 요청을 gateway로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맥락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이력 · memory·user model · 활성 skills를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기록이 어떤 조건에서 다시 주입되는지 설치본의 설정과 실행 기록으로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645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6645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6645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카드는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"기록을 오래 보관한다"는 주장보다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세션을 찾아 현재 맥락에 다시 넣는 경로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확인하게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skills도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기준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SKILL.md를 중심으로 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지식·절차·템플릿·스크립트 묶음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필요한 내용을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단계적으로 불러오도록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설계할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파일을 추가했다는 사실만으로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축적이 끝난 것은 아닙니다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남겨야 할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경험에서 왔고, 언제 검토했으며, 어떤 과업에 적용할지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성공을 쌓기 전에 오염을 시험합니다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기능의 핵심 반론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경험·스킬 축적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조건이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그럴듯하지만 틀린 insight 하나가 검색을 통해 여러 과업에 반복 주입될 수 있고, 실행 스킬은 그 판단을 더 빠르게 행동으로 옮길 수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스킬을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모았는지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지식을 찾아 고치고 되돌릴 수 있는지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운영 조건입니다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890647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2997327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997327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890647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과업·모델·예산을 고정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5063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36130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6130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5063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조건에는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검증한 insight 또는 스킬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을, 다른 조건에는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고의로 틀린 insight 또는 스킬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넣습니다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220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2287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42287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41220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기록 · 만료 기한 · 반대 증거 · 되돌리기 정책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하나씩 바꾸며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성공률 · 토큰 · 오염 전파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기록합니다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미해결 질문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표현만 바꾸면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무엇이 달라집니까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실행 궤적을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· 요약 · insight · 코드 스킬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형태로 각각 준비합니다.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 더 잘 돕는가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 얼마나 쓰는가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내용이  얼마나 퍼지는가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비교는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표현이 항상 최고인지 선언하려는 실험이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과업에서 재사용성과 검토 가능성의 경계가 어디인지 찾는 실험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768471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성공한 절차만 쌓으면 왜 실패했는지는 남지 않습니다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실패를 다음 시도의 입력으로 바꾸는 장치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필요합니다(다음 기능: 반성)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로그가 '경험'이 되는 세 조건은?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원문에서 근거 확인 가능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 검색 가능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행동으로 변환 가능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ExpeL이 남긴 문제는?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insight가 저장됐을 때 무엇을 근거로 고치거나 폐기할지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기준이 없다. 이것이 이 기능의 핵심 반론이 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WikiSkill의 Table 1 수치를 인용하지 않는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확인하지 않았기 때문.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Figure 1 캡션에서 확인한 경향만 적고 미확인 수치는 쓰지 않는다.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경험 기능의 운영 조건은 무엇으로 바뀌나?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많이 모았는가 → 틀린 지식을 찾아 고치고 되돌릴 수 있는가.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· 적용 · 되돌리기 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하네스 톺아보기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2026-09-02T02:58:50Z</dcterms:created>
  <dcterms:modified xsi:type="dcterms:W3CDTF">2026-09-02T02:58:50Z</dcterms:modified>
</cp:coreProperties>
</file>