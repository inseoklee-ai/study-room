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LLM과 로컬 실행 (2)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거대한 모델을 노트북에 밀어 넣기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· Q4_K_M · KV cache · 메모리 계산 · MoE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이번 강의의 지도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눈금을 성기게 만들어 용량을 1/4로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영리하게 깎기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K-quant · 자리별 차등 → Q4_K_M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얼마나 줄고 잃나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1/3, 품질 손실 0.5% 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+ KV cache + 오버헤드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 사다리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VRAM은 어느 칸인가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 올리되 다 계산하지는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끝나면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모델이 내 그래픽카드에 들어갈까?"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직접 계산할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그 14GB는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채워져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있을까?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개수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70억 개 실수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FP16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2바이트씩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14GB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하나하나가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0.0731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소수점 값 — FP16은 16비트, 즉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6만 5천 가지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값을 구분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끝난 가중치 하나에 정말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6만 5천 단계의 해상도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필요할까?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47853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질문 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"정밀도를 깎으면 무슨 일이 일어날까?"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눈금을 성기게 만드는 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양자화(quantization)의 정체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34940" y="548640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4940" y="54864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양자화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눈금으로 반올림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연속적인 실수값을, 미리 정해 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개의 눈금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가장 가까운 곳으로 반올림해서 저장하는 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16비트 자 (FP16)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65,536개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아주 촘촘한 자  값 하나 = 2바이트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4비트 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 — 성긴 자  값 하나 = 0.5바이트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공간은 2바이트 → 0.5바이트,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4분의 1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대신 눈금 사이로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생깁니다.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같은 값을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재면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0.0731을 저장하면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65,536개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0.0731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2바이트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가까운 눈금 → 0.0745로 반올림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0.5바이트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670048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값 하나당 오차 ≤ 눈금 간격의 절반 · 파일은 4분의 1로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직관적으로는 위험해 보입니다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70억 개 전부에 오차를 심는 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이니까요. 그런데 실제로는 잘 버팁니다. 왜?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왜 깎아도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버틸까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이유 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①오차 상쇄신경망 출력은 수많은 곱셈·덧셈의 합 → 개별 오차가 서로 상쇄되는 경향 ②softmax점수를 확률(합=1)로 바꿈 → 절대값이 아니라 누가 더 큰가가 좌우 🎯그래서점수가 소수점에서 조금 흔들려도 1등 토큰은 좀처럼 안 바뀐다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모델이 마지막에 하는 일은 "다음 토큰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매기기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"입니다. 순위만 유지되면 약간의 오차는 결과를 바꾸지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층을 똑같이 깎지 않는다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영리한 장치 → Q4_K_M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K-quant · 자리별 차등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장치 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블록마다 자기만의 자 (K-quant)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70억 개 전체에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대지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256개짜리 슈퍼블록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나누고, 다시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32개짜리 블록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쪼갬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자기만의 스케일 값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값 범위가 좁은 블록은 그 안에서 눈금 16개를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촘촘하게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 값들 자체도 다시 양자화해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부담을 축소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이 방식을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K-quant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llama.cpp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(개인 컴퓨터용 오픈소스 실행 엔진) 커뮤니티가 만들었고, 오늘 보는 파일 이름·표기 대부분이 여기서 나왔습니다.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🎚️ 장치 ②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깎아도 덜 아픈 곳을 골라 깎기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 블록의 두 부분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토큰들이 서로를 참고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피드포워드(FFN)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토큰마다 따로 부풀렸다 줄임  파라미터의 2/3~3/4가 FFN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거칠게 깎으면 손해 큰 자리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어텐션의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 행렬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② FFN의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아래쪽 사영 행렬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 두 곳은 전체 레이어 절반에 한해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6비트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어텐션 행렬·FFN 위쪽 행렬은 그대로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4비트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깎아도 덜 아픈 곳을 골라 깎으니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용량은 크게 줄고 품질은 덜 상합니다.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🏷️ 그래서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Q4_K_M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이렇게 읽힙니다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4비트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K-quant 방식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= medium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자리 6비트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15184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섞여 있으므로 실효 비트 = 정수가 아니라 파라미터당 약 4.8비트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913632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GGUF 형식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4242816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가중치·메타데이터·토크나이저 어휘·텐서 데이터를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전부 담은 포맷. 곁다리 파일 없이 로드, 메모리 매핑을 염두에 둔 정렬로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로딩도 빠름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9183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79183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79183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허깅페이스에서 ...Q4_K_M.gguf로 끝나는 파일 이름을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읽을 수 있습니다.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😎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얼마나 줄고, 얼마나 잃나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 3.1 8B Instruct 실측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표를 읽기 전에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이름 풀이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다음 단어를 얼마나 헷갈려 하는지. 낮을수록 좋음 (WikiText-2 = 위키백과 평가 텍스트)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다운스트림 벤치마크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과제에 써 보고 점수를 매긴 시험들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GSM8K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초등 수준 문장제 수학 풀이 시험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MMLU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역사·법률·의학 등 50여 개 분야 객관식, 넓은 지식 시험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퍼센트포인트 — 63.50점이 62.43점이 된 점수 차이 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FP16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Q4_K_M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숫자로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Q4_K_M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14.96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4.57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69.4% 감소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3.3% 악화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벤치마크 평균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0.46% 하락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GSM8K (수학)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77.63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0.22p 하락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MMLU (지식)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1.07p 하락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822192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FP16 14.96GB14.96 GB Q4_K_M 4.57GB4.57 GB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974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974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974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파일은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1/3 아래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줄었는데 벤치마크 평균 손실은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0.5% 미만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비율이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Q4_K_M을 사실상 표준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만들었습니다. (3·2비트는 더 줄지만 손실 곡선이 가팔라짐)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기계에 들어갈지 계산하는 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가중치는 시작일 뿐, 세 번째 항이 함정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계산 · KV cache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손으로 계산하는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공식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필요 메모리 ≈ 파라미터 수(B) × 0.5GB + KV cache + 런타임 오버헤드(약 0.75GB)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345338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67004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99232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4GB + 오버헤드  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5GB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(실측 4.57)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2523744"/>
            <a:ext cx="345338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267004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30B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8952" y="2999232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15GB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6928" y="2523744"/>
            <a:ext cx="345338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8096" y="267004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70B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88096" y="2999232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35~40GB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5387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5387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여기까지만 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8GB 카드에 8B 모델이 여유로워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보입니다. 바로 이 지점에서 초심자가 넘어집니다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항(KV cache)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남아 있으니까요.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속도를 위해 저장한 것이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한 토큰씩 생성 — 매번 앞 토큰 전부를 다시 훑으면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절망적으로 느려짐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이미 계산한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Key·Value 두 벌을 저장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재사용 → 이것이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(속도는 순이득)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청구서: 저장 = 메모리 사용, 그 양은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길이에 정비례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75179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KV cache = 2 × 레이어 수 × KV 헤드 수 × 헤드 차원 × 토큰 수 × 자료형 바이트 (맨 앞 2 = Key와 Value 두 벌)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27323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cache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4.6GB와 합치면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0.52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5.1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4.19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8.8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16.78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21.4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🪤 오해 하나와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함정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흔한 오해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표는 컨텍스트를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 채웠을 때의 상한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"창을 크게 열어두기만 하면 그만큼 문다"는 뜻이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(뒤에서 실측)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구조 함정 (GQA vs MHA)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GQA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질문 머리는 여럿, K·V는 그룹으로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캐시 작음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MHA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(구형): 머리마다 K·V 따로 → 같은 7B라도 캐시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128K에서 64GB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가중치 파일 크기만 보고 계산하면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틀립니다.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긴 문서를 통째로 붙여 넣는 습관이 곧 청구서(→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메모리 부족 종료).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카드에서 KV 헤드 수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여기서 값어치를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🧯 캐시 부담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 수단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양자화했듯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캐시도 양자화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llama.cpp에서 --cache-type-k q8_0 --cache-type-v q8_0 → 캐시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4비트로 내리면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4분의 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검색·요약처럼 긴 문맥 훑는 작업은 품질 저하 거의 없음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가장 확실한 방법은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없는 컨텍스트를 애초에 열지 않는 것.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하드웨어는 어느 칸에 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4비트 양자화 기준 메모리 사다리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VRAM 티어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VRAM 사다리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(4비트 기준)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가능한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8B급 Q4_K_M을 짧은 컨텍스트로 겨우. 늘릴 여유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14B급까지, 컨텍스트도 넉넉하게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20B급, 또는 8B를 긴 컨텍스트로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30~35B급(약 21.7GB) — 소비자용 하드웨어의 단맛 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35B를 250K 컨텍스트로, 또는 70B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 GB+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70B급을 무거운 컨텍스트와 함께 편안하게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이 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들어가는 자리가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+ 캐시가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들어가야 하는 자리입니다. (8GB: 가중치 4.6 + 32K 캐시 4.2 = 8.8GB → 이미 초과)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애플 실리콘 &amp;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칸을 넘치면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Silicon 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CPU·GPU가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메모리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공유 → 장착 RAM 자체가 예산. Metal 권장은 대략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2/3~3/4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64GB면 40GB대 중반이 현실적 상한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오프로딩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칸을 넘친 층은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CPU·시스템 RAM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속도는 대역폭·PCIe에 묶임 → 수십~100 토큰/s가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자릿수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추락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대화는 가능해도,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도구를 여러 번 호출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도는 상황에서는 치명적입니다. 대역폭 = 초당 읽어올 수 있는 데이터 양, 토큰마다 가중치를 전부 읽으니 이 값이 사실상 속도를 정합니다.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올리지만 다 계산하지는 않는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 · Mixture of Experts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판도를 바꾼 구조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MoE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메모리는 21B, 속도는 3.6B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피드포워드 층을 여러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쪼개고, 토큰마다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일부만 골라 통과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메모리와 계산이 분리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전문가 전부는 메모리에, 계산에 참여하는 파라미터는 훨씬 적음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OpenAI gpt-oss-20b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21B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인데 토큰당 활성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3.6B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층마다 전문가 32개 중 상위 4개 · MXFP4(4.25비트) 배포 · OpenAI가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"16GB 안에서 돌아간다"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명시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59455"/>
            <a:ext cx="11091672" cy="1017270"/>
          </a:xfrm>
          <a:prstGeom prst="roundRect">
            <a:avLst>
              <a:gd name="adj" fmla="val 5393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59455"/>
            <a:ext cx="54864" cy="101727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59455"/>
            <a:ext cx="10707624" cy="10172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메모리 요구는 21B, 생성 속도는 3.6B — 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매력. 통합 메모리 큰 맥이 로컬 LLM에 강한 이유도 같음(용량은 넉넉, 계산은 적게).   단,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cache는 MoE라고 깎아주지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어텐션 구조는 그대로라 컨텍스트 계산은 동일 (8K 0.4GB / 32K 1.6GB / 128K 6.4GB, 단 절반이 슬라이딩 윈도라 실제로는 덜 씀).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7문장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695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695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실수값을 성긴 눈금으로 반올림. 4비트면 저장 공간이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9879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6785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678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69879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깎아도 버티는 이유: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상쇄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softmax는 절대값이 아닌 순위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68158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6612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6612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68158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K-quant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(블록별 자) 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자리별 차등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(민감한 곳만 6비트)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Q4_K_M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(실효 ~4.8비트)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66437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644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64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66437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Q4_K_M: 파일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1/3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품질 손실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0.5% 미만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사실상 표준. 배포 형식은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GGUF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64715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6268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6268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64715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≈ 파라미터(B)×0.5GB 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오버헤드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항이 함정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62994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609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609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62994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길이에 비례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GQA는 작고 MHA는 4배. 캐시 양자화로 완화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61273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0592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50592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4961273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메모리는 총 파라미터, 속도는 활성 파라미터 — 단 KV cache는 그대로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양자화란 한 문장으로? 16비트를 4비트로 내리면 저장 공간은 어떻게 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70억 개 전부에 오차가 생기는데도 모델이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버티는 이유 2가지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Q4_K_M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Q4·K·M은 각각 무슨 뜻인가? 실효 비트 수는 대략?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"가중치 4.6GB니까 8GB 카드면 충분"이라는 계산이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틀리는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7B인데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GQA와 MHA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KV cache가 크게 다른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메모리 요구량과 생성 속도는 각각 무엇으로 정해지나?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연속 실수를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정한 몇 개 눈금 중 가장 가까운 곳으로 반올림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저장하는 것. 2바이트 → 0.5바이트,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1/4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출력이 수많은 곱셈·덧셈의 합이라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오차가 상쇄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절대값이 아니라 순위로 결정 → 1등이 잘 안 바뀜.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Q4 = 기본 4비트, K = K-quant 방식, M = medium(민감한 두 자리를 6비트로). 실효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4.8비트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빼먹었기 때문. 컨텍스트에 비례해 늘어(32K면 +4.2GB) 8.8GB로 8GB를 넘겨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MHA는 머리마다 K·V를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들지만, GQA는 그룹으로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MHA 캐시가 약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메모리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파라미터(21B)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속도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토큰당 활성 파라미터(3.6B)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단 KV cache는 어텐션 구조 그대로라 안 줄어듦.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직접 설치하고 돌려보며 이 표가 맞는지 실측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2026-07-31T05:46:52Z</dcterms:created>
  <dcterms:modified xsi:type="dcterms:W3CDTF">2026-07-31T05:46:52Z</dcterms:modified>
</cp:coreProperties>
</file>