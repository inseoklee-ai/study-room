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도구 연결 ⑮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경험과 Skill 개선 연구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스킬은 한 번 쓰고 버리는 지시가 아니라 축적되는 지식입니다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절차는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고정된 문서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일까요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작성한 뒤 고정되는 문서일까요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아니면 실행을 거치며 달라질 수 있을까요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432304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Research 등의 연구진이 발표한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WikiSkill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논문은 이 질문을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에이전트의 실행 경험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다룹니다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제목처럼 — 에이전트가 일하며 얻은 경험을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실행에도 남는 영속 지식으로 컴파일하고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(재사용할 형태로 정리하고), 그 지식을 바탕으로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가능한 스킬을 갱신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프레임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점은 경험과 지식, 스킬을 같은 것으로 취급하지 않는다는 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요소를 분리해 관리합니다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경험 → 지식 기반(위키) → 실행 가능한 스킬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⑮ 개선 연구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경험  (아직 가공 전)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영속 지식 기반  (위키)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가능한  스킬</a:t>
            </a:r>
            <a:endParaRPr lang="en-US" sz="1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15184"/>
          <a:ext cx="11091672" cy="228981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5724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5724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경험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어떤 과업에서 무엇을 시도했는지, 어느 입력에서 어떤 결과가 나왔는지, 무엇이 실패했는지. 유용한 관찰도 있지만 특정 상황에서만 맞았던 우연이나 불필요한 시행도 섞여 있습니다 — 그대로 다음 지시문에 길게 붙이면 다음 에이전트가 무엇을 일반화해야 하는지 알기 어렵습니다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24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위키 (지식 기반)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기록을 단순히 보관하는 로그가 아닙니다 — 여러 실행에서 다시 쓸 수 있는 판단과 절차를 남겨, 이후 스킬을 고칠 때 참조하는 영속적인 지식 층. 사람이 실험 노트와 작업 일지를 읽고 다음 체크리스트를 고치듯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24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스킬 셋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위키 자체가 아니고, 축적한 관찰 전체를 보여 주는 문서도 아닙니다 — 현재 과업에서 에이전트가 따라야 할 실행 가능한 절차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548640" y="505129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505129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5"/>
          <p:cNvSpPr/>
          <p:nvPr/>
        </p:nvSpPr>
        <p:spPr>
          <a:xfrm>
            <a:off x="786384" y="505129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 프레임이 셋을 분리하는 이유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실패한 실행 하나가 곧바로 규칙이 되는 것을 피하고, 축적한 지식을 검토해 다음에 쓸 절차를 갱신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하려는 구조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보고한 비교 결과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강한 모델이면 절차가 필요 없다는 뜻과 반대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⑮ 개선 연구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28981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5724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5724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벤치마크와 여러 모델 조건에서 위키를 통해 스킬을 갱신하는 방식이 스킬이 없는 경우와 기존 스킬 진화 방식보다 우위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24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강도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강한 모델일수록 이점이 커지는 경향도 Figure 1에서 정성적으로 관찰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'좋은 모델이면 절차가 필요 없다'는 뜻과 반대 — 모델이 강할수록 축적된 지식을 읽고 현재 과업에 맞는 스킬로 활용할 여지가 커질 수 있다는 관찰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24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간 전이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모델에서 진화한 스킬을 다른 모델에 이식했을 때, 그 모델이 자기 경험만으로 진화시킨 경우보다 나은 결과를 보인 경우가 있었음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스킬이 언제나 옮겨 간다는 보장은 아닙니다 — 특정 벤치마크 과업과 비교 조건에서의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0771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80771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80771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전이 관찰의 뜻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하나의 대화 기록에만 묶이지 않고, 정리된 지식과 실행 절차가 다른 모델 계열에도 쓰일 가능성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시험한 것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구분합니다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WikiSkill 실험에서는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 Skill의 전문을 모델의 시스템 지시에 넣었습니다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따라서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앞에서 배운 Skill 자동 선택·점진적 공개의 정확성까지 시험한 결과는 아닙니다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수정한 Skill은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검증 과제로 평가해 채택하거나 되돌렸습니다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Figure 1은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벤치마크 평균 비교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이며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모델·과제 조합에서 언제나 향상됐다는 뜻은 아닙니다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5140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85140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85140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연구의 우위를 학생의 코딩 과업에 그대로 적용할 수 있다고 말할 수는 없습니다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보고된 결과는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논문의 벤치마크 과업과 모델 조건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측정된 것이며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여러분의 저장소 구조, 테스트 환경, 과업의 난이도는 다를 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쓰는 일과 축적하는 일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수준의 일입니다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⑮ 개선 연구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📖 스킬을 잘 쓰는 일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주어진 절차를 읽고 적용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일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스킬을 축적하는 일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기록에서 재사용할 판단을 가려 내고 절차를 갱신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일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386584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실습에서 우리는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도구로 기록을 읽고, 팀 기준을 적용한 결과를 확인하며 Skill을 수정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교실에서 보는 Skill 디렉터리도 이 관점으로 읽을 수 있습니다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쓰고 버리는 지시문 모음일 필요가 없습니다.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뒤에 확인한 실패 원인, 필요한 입력, 검증 순서, 예외 처리의 근거를 남기고 다음 절차에 반영한다면 경험이 축적되는 지식 창고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될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'위키'라는 이름은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지식을 문서로 보존하고 다음 사람이 그 문서를 바탕으로 일을 이어 온 방식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닿아 있습니다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86638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86638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86638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단, 문서를 많이 쌓는 것만으로 지식이 되지는 않습니다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경험을 남길지, 무엇을 일반 규칙으로 삼을지, 언제 수정할지를 구분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합니다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경험·위키·스킬은 어떻게 다른가?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경험은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가공 전 기록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(우연과 불필요한 시행이 섞임), 위키는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쓸 판단을 남긴 영속 지식 층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스킬은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과업에서 따를 실행 가능한 절차.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"강한 모델일수록 이점이 커진다"는 관찰의 뜻은?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좋은 모델이면 절차가 필요 없다는 뜻의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다. 모델이 강할수록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축적된 지식을 현재 과업에 맞는 스킬로 활용할 여지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커질 수 있다.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연구 결과를 내 과업에 그대로 적용할 수 있나?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없다.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논문의 벤치마크 과업과 모델 조건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결과이며, Skill 전문을 시스템 지시에 넣은 조건이라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선택·점진적 공개의 정확성까지 시험한 것은 아니다.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축적되는 지식으로 📚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에이전트와 도구 연결 ⑮ — 여기까지 (중단원 ⑤ 완결)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2026-09-07T05:55:13Z</dcterms:created>
  <dcterms:modified xsi:type="dcterms:W3CDTF">2026-09-07T05:55:13Z</dcterms:modified>
</cp:coreProperties>
</file>