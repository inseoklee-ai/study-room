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데이터베이스 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— 회고와 핵심 정리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소단원을 한 장으로 · 그리고 내가 할 수 있는 행동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회고 — 자기 노트에 짧게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질문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마무리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자기 말로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데이터베이스가 도서관 또는 마법 장난감 상자와 어떻게 닮았는지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문장으로?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한 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(SELECT … FROM … WHERE …)을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서비스 예로 바꿔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말로 풀어 본다면?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"Little Bobby Tables"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내 서비스에서 일어나지 않게 하려면,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무엇을 요구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할까?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참사 중 가장 섬뜩했던 것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 나는 어떻게 예방할까?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네 질문 모두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'외웠는가'가 아니라 '내 서비스로 옮길 수 있는가'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묻습니다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배운 것과 할 수 있는 행동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줄로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마무리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배운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할 수 있는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데이터베이스의 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서비스의 '기억' — 데이터를 남기고 빠르게 찾아 줍니다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새로고침해도 남아야 할 데이터를 구분합니다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역사와 갈래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파일→SQL→NoSQL(4종)→클라우드로 발전했습니다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표(SQL)와 유연한 상자(NoSQL)의 성격을 압니다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SQL 알아보기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SQL은 거의 영어 문장이며, 코드는 AI가 씁니다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SELECT … FROM … WHERE …를 말로 풀 수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보안·백업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SQL 주입은 파라미터화로 막고, 데이터는 백업으로 지킵니다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AI에게 '파라미터화·해시·자동 백업'을 요구합니다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DB 고르기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티어로 시작하되 한도·백업·정책을 압니다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서비스엔 Supabase(Postgres)를 후보로 둡니다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걸음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되짚기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①~④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저장할 곳이 필요한 이유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메모리는 사라지고 DB는 남는다. 다른 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규칙·속도·동시성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파일(60s) → 표(1970 코드) → SQL(1974) → 오라클(1979) → NoSQL(2000s) → 클라우드.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NoSQL = Not Only SQL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SQL과 데이터의 모양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CRUD · 표/행/열 · 1:N과 N:M ·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트랜잭션(ACID)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마이그레이션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사용자를 다루기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회원 표와 CRUD ·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vs 토큰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캐시와 Redis ·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인증은 직접 만들지 않는다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걸음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되짚기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⑤~⑧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보안과 백업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Bobby Tables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파라미터화 · TalkTalk(15만 7천 명, 4,200만 파운드) · 최소 수집 ·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3-2-1 규칙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DB 고르기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Supabase·Neon·Turso · 로컬(SQLite·Docker) ·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용량·일시정지·백업·정책·요금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다섯 점검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PRD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구조도 먼저 합의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로컬 SQLite로 만들고 → 클라우드(Supabase,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RLS 켜기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회고 네 질문과 핵심 정리 다섯 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강의를 꿴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AI가 쓰고, 무엇을 어떤 모양으로 남기고 어떻게 지킬지는 내가 정한다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더 찾아보기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읽어 볼 것들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마무리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· 역사 · 갈래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1886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비전공자를 위한 데이터베이스란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Stackby, "What is a database: A beginner's guide" · stackby.com/blog/what-is-a-database/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데이터베이스의 역사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Cockroach Labs, "A brief history of databases" · cockroachlabs.com/blog/history-of-databases-distributed-sql/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NoSQL 종류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MongoDB, "What Is NoSQL? NoSQL Databases Explained" · mongodb.com/resources/basics/databases/nosql-explained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트랜잭션 격리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PostgreSQL, "Transaction Isolation" · postgresql.org/docs/current/transaction-iso.html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LHC 충돌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CERN, "Facts and figures about the LHC" · home.cern/resources/faqs/facts-and-figures-about-lhc (2026-02 확인)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· 백업 · 무료 정책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26304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주입과 방어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OWASP, "SQL Injection Prevention Cheat Sheet" · cheatsheetseries.owasp.org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Little Bobby Tables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xkcd, "Exploits of a Mom" · xkcd.com/327/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주입 막는 법(언어별 예시)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bobby-tables.com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손실 참사와 백업 교훈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EnvisionIT, "Six Horror Stories of Data Loss" · blog.envisionitsolutions.com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데이터베이스 비교(2026)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agentdeals, "Database Free Tier Comparison 2026" · agentdeals.dev/database-free-tier-comparison-2026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정책 공식 페이지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Supabase · Neon · Turso · PlanetScale 가격 페이지 (2026-02 확인)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14832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14832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414832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무료 정책은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직전에 공식 페이지에서 다시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확인하세요 — 이 강의의 수치도 확인 시점 기준입니다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마지막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강의를 한 줄로 요약하면?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AI가 쓰고, 무엇을 어떤 모양으로 남기고 어떻게 지킬지는 내가 정한다.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AI에게 DB를 붙여 달라고 할 때 빠뜨리면 안 되는 조건 두 가지는?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접속 정보는 코드가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환경변수(.env)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② 값은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파라미터화 쿼리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넣고 비밀번호는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저장.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실습에서 클라우드(Supabase)로 옮길 때 반드시 켜야 하는 것은?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RLS(행 수준 보안).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 켜면 공개 키로 누구나 데이터에 접근할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기억을 설계한다 🗂️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— 강의 완결 (8/8)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2026-08-27T13:24:21Z</dcterms:created>
  <dcterms:modified xsi:type="dcterms:W3CDTF">2026-08-27T13:24:21Z</dcterms:modified>
</cp:coreProperties>
</file>