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도구와 하네스 ·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하네스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개의 설계 지점 — 같은 모델, 다른 하네스는 다른 에이전트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바깥까지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설계 지점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하네스가 성적표를 바꾼다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계약이 정확해도 부족한 이유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돌아가는 자리 전체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설계한다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지시 · 도구 계약 · 권한 · 실행 환경 · 관찰 · 중단,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지점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모델인데 하네스에 따라 성적표가 갈린다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 · mini-swe-agent · Aider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지점은 따로 놓이지 않고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선택·실행·확인·멈춤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지지한다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모델, 다른 하네스는 다른 에이전트다.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바깥까지 설계하기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계약 문장 서너 줄로 되돌려진다 — 그것만으론 부족하다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· 자리 전체 · 다른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🔩 도구가 돌아가는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 전체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설계한다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계약이 정확해도 모델은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도구를 고르거나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결과를 잘못 읽거나,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호출을 되풀이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말의 힘만으로 수레가 목적지에 닿지 못하듯,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능력만으로 과업이 완성되지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하네스는 그 힘을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도구·과업에 연결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관찰·중단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경로를 확인하고 멈추게 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모델이라도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하네스는 다른 에이전트다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하나의 설명이 아니라, 도구가 돌아가는 자리 전체를 함께 설계한다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개의 설계 지점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설계하고 바꿀 수 있는, 모델을 둘러싼 장치들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4740" y="5486400"/>
            <a:ext cx="491947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4740" y="5486400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· 계약 · 권한 · 환경 · 관찰 · 중단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여섯 지점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선택 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92452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458212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3076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선택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31364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계약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67784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2648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허용 범위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40936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77356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실행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0508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86928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1792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확인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60080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관찰(기록)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30740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0096500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51364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멈춤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169652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중단·이관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지점은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선택·실행·확인·멈춤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지지한다 — 독립된 목록이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하네스의 연결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시스템 지시 · ②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모델이 매 요청마다 먼저 읽는 전역 안내문(역할·우선순위·금지 행동).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뒤 검증하라는 규칙이 빠지면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그럴듯한 추측으로 답하거나 잘못된 도구를 고른다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이름이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입력·반환값·실패 조건·사용 경계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담은 계약. 모호하면 필요한 조회 대신 변경 도구를 부르거나,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있는 반환을 성공으로 해석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688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688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먼저 읽을지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계약은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고를지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정한다 — 선택이 갈리는 두 지점.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권한 · ④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963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963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계약상 가능한 행동 중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허용하는 범위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읽기만 필요한데 쓰기를 허용하면 잘못 고른 도구가 곧 변경이 되고, 반대로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권한이 없는데 완료를 요구하면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 못 한 일을 했다고 말할 위험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23516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4830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4483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223516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작업 폴더·네트워크·자격 증명·시간과 비용 한계. 폴더가 다르면 엉뚱한 파일을 읽고, 네트워크가 막히면 최신 정보를 못 보며,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한계가 없으면 실패한 시도가 비용·시간을 계속 소모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02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302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1302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올바른 도구라도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권한·환경이 안 맞으면 실행되지 않는다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실행이 갈리는 두 지점.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관찰(기록) · ⑥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중단·이관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963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963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관찰(기록)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 이름·입력·정책 판정·반환값·후속 판단을 남기는 실행 기록.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없으면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모델이 무엇을 보고 결론을 냈는지 알 수 없어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읽은 순간을 못 고친다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(계기판 없는 차체가 속도·연료를 모르듯)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23516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4830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4483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223516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중단·이관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멈춤 조건과 사람 이관을 정하는 지점. 같은 오류가 반복되거나 검증이 실패하면 단일 수정만 시도하고 멈춘 뒤 사람에게 넘긴다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실패인 같은 실수 반복을 브레이크처럼 막는다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02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302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1302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중단은 능력 부족의 선언이 아니라, 불확실한 실행이 권한·비용을 더 쓰기 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있는 판단으로 바꾸는 장치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여섯 지점은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독립된 목록이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+ 계약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+ 환경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멈춤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1474470"/>
          </a:xfrm>
          <a:prstGeom prst="roundRect">
            <a:avLst>
              <a:gd name="adj" fmla="val 8682"/>
            </a:avLst>
          </a:prstGeom>
          <a:solidFill>
            <a:srgbClr val="3F6B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615184"/>
            <a:ext cx="10177272" cy="14744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하네스는 도구 목록이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선택·실행·확인·멈춤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연결하는 구조지시가 조회를 요구해도 계약이 빈약하면 잘못 고르고, 올바른 도구라도 권한·환경이 안 맞으면 실행 안 되며, 실행됐어도 기록이 없으면 잘못 읽은 이유를 모르고, 중단 조건이 없으면 실패가 반복된다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하네스가 성적표를 바꾼다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모델이라도 하네스 조합이 다르면 결과가 다르다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 · mini-swe-agent · Aider · 권한 축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인터페이스를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대상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1485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SWE-agent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에이전트와 컴퓨터 사이의 조작면을 전용 설계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인터페이스 자체를 연구 대상으로 삼으면 같은 문제군에서 통계적 측정이 가능하다 (Yang 외, 2024, arXiv:2405.15793)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mini-swe-agent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100줄의 에이전트 클래스 · 도구는 명령줄 하나 · 이력은 선형 기록만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구성도 연구 기준선으로 충분하다는 반례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327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3276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3276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100줄짜리가 높은 점수를 받았다는 보도가 공유한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성능이 아니라 모델과 하네스 조합의 성능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점수를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잇지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마라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비교의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모델·날짜·환경·반복 설정이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같아야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비교가 성립한다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함정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조건 없이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시기의 점수를 한 줄로 잇는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함정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과업이 정한다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여섯 지점 중 무엇을 남기고 줄일지는 과업이 정한다. 한 번의 버그 수정은 최소 구성으로 충분,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저장소의 반복 작업은 권한·승인의 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더 쌓는다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구성이 늘 옳은 것도, 무거운 구성이 늘 옳은 것도 아니다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과업이 층의 개수를 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관찰의 설계와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권한의 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Aider — 저장소 지도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전체를 모델에 주지 않고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파일·핵심 함수·호출 관계를 압축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지도를 토큰 예산 안에서 보낸다.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32333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하네스가 답을 쓰는 게 아니라, 다음에 볼 것을 고르는 역할.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축 — 같은 도구, 다른 위험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명령 실행 도구라도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전용으로 시작해 편집·테스트·변경은 승인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받게 만든 사례와,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78524" y="232333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샌드박스 없이 로컬 파일 전체 접근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허용한 사례는 위험도가 전혀 다르다.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437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8437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관찰의 설계가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바꾸고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권한의 축이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도구의 위험도를 바꾼다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여섯 지점이 결과에 개입하는 실례.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🧷 여섯 지점은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놓이지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지시가 조회를 요구해도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계약이 빈약하면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잘못 고른다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올바른 도구라도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권한·환경이 안 맞으면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실행되지 않는다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실행됐어도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없으면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잘못 읽은 이유를 모른다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 조건이 없으면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실패가 반복된다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하네스는 도구 목록이 아니라, 선택·실행·확인·멈춤을 연결하는 구조다.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하나의 설명만으론 부족하다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돌아가는 자리 전체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설계한다.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자리는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지시·도구 계약·권한·실행 환경·관찰·중단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여섯 지점이다.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모델이라도 하네스 조합이 성적표를 바꾼다 — 점수는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하네스 조합의 성능.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지점은 따로 놓이지 않고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선택·실행·확인·멈춤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연결한다 — 같은 모델,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하네스는 다른 에이전트.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계약이 정확해도 부족한 이유는? 모델이 할 수 있는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어긋남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말하라.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하네스의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설계 지점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어긋나면 각각 무슨 일이 생기나?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mini-swe-agent의 높은 점수가 실제로 공유한 것은 무엇인가?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여섯 지점이 지지하는 하네스의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국면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도구를 고르거나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결과를 잘못 읽거나,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호출을 되풀이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 — 그래서 도구가 돌아가는 자리 전체를 설계한다.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지시 · 도구 계약 · 권한 · 실행 환경 · 관찰(기록) · 중단(멈춤·이관).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권한이 넓으면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고른 도구가 곧 변경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되고 좁으면 안 한 일을 했다고 말할 위험. 환경이 어긋나면 엉뚱한 파일을 읽거나 최신 정보를 못 보고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비용·시간을 계속 소모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모델의 성능이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하네스 조합의 성능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비교하려면 모델·날짜·환경·반복 설정이 같아야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· 실행 · 확인 · 멈춤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하네스는 도구 목록이 아니라 이 네 국면을 연결하는 구조다.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하네스, 다른 에이전트 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하네스 — 여기까지 · 다음: 실습 2 — 도구를 만들어 실행하고 RAG를 MCP로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2026-08-27T02:52:48Z</dcterms:created>
  <dcterms:modified xsi:type="dcterms:W3CDTF">2026-08-27T02:52:48Z</dcterms:modified>
</cp:coreProperties>
</file>