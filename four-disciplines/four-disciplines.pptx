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2 · AIFFEL_LMS · 메인 퀘스트 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막혔을 때 — AI와 만들어 나가는 네 가지 규율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하나 · 작동하면 저장 · 막히면 리셋 · 이해한 것만 배포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빠른 동료이지만 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기억해 주지 않습니다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내 프로젝트의 맥락과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마지막으로 정상 작동한 순간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자동으로 기억해 주지 않습니다.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29943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작게 요청하고, 눈으로 확인하고, 되돌릴 길을 남기는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규율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있어야  속도가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안전한 진척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됩니다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890647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3000375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21792" y="3292983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474366" y="2890647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840126" y="2890647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94990" y="3000375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13278" y="3292983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765853" y="2890647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131613" y="2890647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86477" y="3000375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204765" y="3292983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057339" y="2890647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423099" y="2890647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77963" y="3000375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496251" y="3292983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348826" y="2890647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9714586" y="2890647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69450" y="3000375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787738" y="3292983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출시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4134231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초보와 능숙한 사람의 차이는 루프 자체가 아니라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단계를 얼마나 단단히 조이느냐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 규율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막힐 때 여러분을 구해 줄 것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막혔을 때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1) 한 번에 하나만 · 2)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작동하면 저장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649986"/>
          </a:xfrm>
          <a:prstGeom prst="roundRect">
            <a:avLst>
              <a:gd name="adj" fmla="val 1266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541145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541145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64998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하나만.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프롬프트 하나에 다섯 가지를 요구하면 AI는 몇 개는 맞고 몇 개는 틀립니다 — 그럼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디버깅이 더 어려워집니다.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고칠 때도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"필요한 것만 바꿔줘"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라고 말하세요. 버그 하나 고치고 → 확인 → 다음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13026"/>
            <a:ext cx="11091672" cy="649986"/>
          </a:xfrm>
          <a:prstGeom prst="roundRect">
            <a:avLst>
              <a:gd name="adj" fmla="val 1266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282571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282571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113026"/>
            <a:ext cx="10378440" cy="64998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작동하면 저장(커밋).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바뀔 때마가 아니라 '작동할 때마다'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저장하세요. 이게 안전망입니다. 뭔가 깨지면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마지막으로 잘 되던 지점으로 되돌리면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됩니다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90931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90931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290931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💾 커밋은 '저장 버튼'이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되돌릴 지점을 만드는 행위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3) 막히면 되돌리고 리셋 · 4)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 못 한 코드는 배포 안 함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760476"/>
          </a:xfrm>
          <a:prstGeom prst="roundRect">
            <a:avLst>
              <a:gd name="adj" fmla="val 1082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59639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59639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7604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막히면 되돌리고, 리셋한다.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AI가 같은 버그를 못 고치고 빙빙 돌면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랜덤하게 이것저것 바꾸라고 시키지 마세요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그게 코드를 이해 불가능하게 만드는 지름길입니다. 대신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5~10번마다 "지금까지 뭐가 됐고, 뭐가 남았고, 지금 문제는 뭐다"라고 요약해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AI의 초점을 다시 맞춰 주세요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23516"/>
            <a:ext cx="11091672" cy="760476"/>
          </a:xfrm>
          <a:prstGeom prst="roundRect">
            <a:avLst>
              <a:gd name="adj" fmla="val 1082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44830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44830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223516"/>
            <a:ext cx="10378440" cy="7604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 못 한 코드는 배포하지 않는다.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시제품 단계에선 "다 수락"도 괜찮지만,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남에게 내보낼 거라면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 코드가 무엇을 하는지 알아야 합니다. Veracode 평가에서 조사한 AI 생성 코드 샘플의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45%가 보안 테스트에 실패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했으니, 내보내기 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"안전한지 한 번 봐 줘"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필수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302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1302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1302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🗣️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"일을 구조화하고, 프롬프트를 다듬고, 체계적으로 진행하라"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 원칙은 AI 시대에도 그대로입니다 (Andrew Ng)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심화 — Git은 '저장 버튼'이 아닙니다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실험을 안전하게 만드는 기록 장치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막혔을 때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장소를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책상 비유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898904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무엇인가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working tree 작업 트리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 손으로 펼쳐 놓은 원고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에디터에서 저장한 변경이 여기 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staging area index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기록 상자에 넣기로 골라 둔 묶음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git add 파일명은 자동 백업이 아니라 '이 상태를 다음 기록에 포함하겠다'는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repository 저장소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확정된 사진첩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git commit -m "..."이 묶음과 설명을 하나의 체크포인트로 남긴다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416808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생성 속도는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실수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뜻하기 때문에, 바이브 코딩에서 이 구분이 특히 중요합니다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구분이 필요한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입력 검증을 고치다가 AI가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 색과 데이터 형식까지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수정했습니다.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1115568"/>
          </a:xfrm>
          <a:prstGeom prst="roundRect">
            <a:avLst>
              <a:gd name="adj" fmla="val 409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111556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921383"/>
            <a:ext cx="10707624" cy="9326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                 # 무엇이 바뀌었는지 먼저 본다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LoginForm.tsx      # 의도한 파일만 올린다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diff --staged          # 커밋될 줄을 읽는다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"빈 이메일 제출 시 안내 문구 표시"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091815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 메시지는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나중의 내가 이해할 문장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 변경은 아직 확신이 없다면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트리에 둡니다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작은 분리가 AI가 만든 많은 변화 속에서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'검증한 변화'와 '아직 실험 중인 변화'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나눕니다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되돌리기 — 이름은 비슷해도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위험이 다릅니다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717548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293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명령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바꾸나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293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git restore 파일명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 트리의 아직 커밋하지 않은 변경을 버리고 마지막 커밋 상태로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사라질 내용을 먼저 git diff로 보는 습관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3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git reset --hard &lt;커밋&gt;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브랜치·스테이징·작업 트리를 함께 그 커밋으로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커밋하지 않은 작업을 실제로 지울 수 있는 강한 명령. 공유 브랜치의 기록까지 바꾸면 더 큰 혼란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3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git revert &lt;커밋&gt;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과거를 지우지 않고 효과를 반대로 적용하는 새 커밋을 만든다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 저장소·이미 푸시한 변경을 취소할 때 이력이 남아 안전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2354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2354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2354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reset은 내 로컬 실험의 책상 정리, revert는 공유된 역사에 남기는 취소 메모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'안 되면 하드 리셋'은 진단법이 아닙니다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930396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명령 전에는 git log --oneline · git status · git diff로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어디에 서 있는지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AI에게도 Git을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규율로 요구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하세요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891540"/>
          </a:xfrm>
          <a:prstGeom prst="roundRect">
            <a:avLst>
              <a:gd name="adj" fmla="val 512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89154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7086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"수정 전에 git status와 관련 파일 diff를 요약해줘.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테스트가 통과하면 변경 목적 하나만 담아 커밋 후보를 제안해줘.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reset --hard 나 강제 푸시는 내가 명시적으로 승인하기 전에는 실행하지 마."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40944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커밋 메시지를 써도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선택은 내가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비밀키가 diff에 보이면 커밋하지 말고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.gitignore와 환경변수 설정을 먼저 점검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Git은 비밀을 자동으로 막아 주지 않습니다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27279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27279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27279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좋은 체크포인트는 '오후 작업'처럼 시간으로 쓰지 않습니다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"게시물 작성 뒤 새로고침해도 남는다"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행동과 관찰 가능한 결과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씁니다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브랜치와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 전 점검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🌿 브랜치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7143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체크포인트에서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실험을 해 보겠다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"는 가벼운 갈래. 정상 작동하는 기본 브랜치를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보존한 채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실험하고, 통과하면 diff를 읽고 합치고 아니면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브랜치만 버린다.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이름은 feature/post-create처럼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목적이 보이게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커밋 전 점검 (짧아야 지속됩니다)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status로 대상 확인 → 앱을 실행해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흐름 한 번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 → git diff로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의도하지 않은 비밀값·대량 삭제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 →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 하나의 커밋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8437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실패한 실험도 즉시 지울 필요는 없습니다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실패했는지 한 줄 메모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남기고 되돌리면 같은 제안을 또 적용하는 일을 막습니다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.env나 토큰이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원격에 올라갔다면 커밋을 지우는 것만으로 안전해지지 않습니다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키를 폐기·재발급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노출 범위를 점검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'고무 오리'에게 설명하기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막힘을 푸는 오래된 비법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막혔을 때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인형에게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 내어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설명하기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문제가 안 풀릴 때, 책상 위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고무 오리 인형에게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코드를 한 줄씩 소리 내어 설명하는 겁니다. 우스워 보이지만 신기하게도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설명하다가 스스로 답을 찾는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경우가 아주 많습니다.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29943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1999년 책 『실용주의 프로그래머』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일화에서 왔습니다 — 한 개발자가 가방에 고무 오리를 넣고 다니며 막힐 때마다 오리에게 문제를 설명했다는 이야기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원리는 심리학의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'자기 설명 효과'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머릿속으로 볼 때는 슬쩍 넘어가던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당연하다고 여긴 전제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가, 말로 옮기는 순간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빈틈이 드러나기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때문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693289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693289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693289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🦆 바이브 코딩에서 여러분의 '고무 오리'는 바로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"지금 뭘 하려는 거고, 무엇까지 됐고, 어디서 막혔는지"를 처음부터 또박또박 적어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설명해 보세요. 그 설명을 쓰는 동안 문제의 상당 부분이 스스로 보입니다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오리는 답을 주지 않습니다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모델을 밖으로 꺼내 줍니다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이유는 마법이 아니라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 외현화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머릿속에서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"로그인이 안 돼"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라는 덩어리로 뭉쳐 있던 생각이, 말이나 글로 바뀌면서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입력·처리·출력이라는 순서로 분해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됩니다.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설명할 수 없는 빈칸이 바로 다음 조사 지점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87118"/>
            <a:ext cx="11091672" cy="1339596"/>
          </a:xfrm>
          <a:prstGeom prst="roundRect">
            <a:avLst>
              <a:gd name="adj" fmla="val 3413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87118"/>
            <a:ext cx="54864" cy="1339596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2178558"/>
            <a:ext cx="10707624" cy="11567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"사용자가 제목을 입력하고 저장을 누른다.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브라우저의 handleSubmit 이 실행되어야 한다.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여기서 API에 POST 요청을 보낸다.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서버는 제목을 검사하고 DB에 저장한 뒤 새 게시물 JSON을 돌려준다.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화면은 그 JSON을 목록에 추가한다."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573018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설명 중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"POST 요청이 실제로 나가는지는 모르겠다"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멈췄다면, 문제는 '저장이 안 됨' 전체가 아니라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 요청이라는 좁은 가설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 도구 Network 탭에서 요청이 생기는지, 상태 코드가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200/400/500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중 무엇인지 확인할 수 있습니다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설명은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추측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구분합니다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추측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"아마 DB가 고장 났다"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관찰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"저장 클릭 뒤 콘솔에 Cannot read properties of undefined가 보인다"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53949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" y="27294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" y="27294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15568" y="2615184"/>
            <a:ext cx="103784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절차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적는다 — ① 제목에 '테스트' 입력 ② 저장 클릭 ③ 화면 변화 없음 ④ 콘솔 오류 한 줄 복사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11091672" cy="53949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" y="33604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" y="33604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15568" y="3246120"/>
            <a:ext cx="103784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기대값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적는다 — "목록 맨 위에 제목이 보이고 새로고침 뒤에도 남아야 한다"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393192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" y="393192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 두 문장만 있어도 AI에게 훨씬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가능한 질문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만들 수 있습니다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'한 줄씩 설명'할 때 유용한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21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21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값은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 왔나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5104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756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75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5104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무슨 형태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인가 (문자열·숫자·객체·비어 있음)?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78608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791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791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78608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함수가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실행되나?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82112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8269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82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82112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성공하면 화면이나 DB에서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달라져야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하나?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85616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862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86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85616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실패하면 오류는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 기록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되나?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4439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4439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44439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🔐 비밀번호처럼 민감한 값은 말하거나 로그에 남기지 말고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존재 여부·길이처럼 안전한 정보만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5138928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범위를 좁힐수록 말은 정확해지고,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답도 검증하기 쉬워집니다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마지막 정상 체크포인트와 첫 실패 사이의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흐름만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설명하세요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도움을 청할 때 —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전달합니다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 한 문장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단계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결과와 실제 결과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전문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또는 관련 파일의 작은 부분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1339596"/>
          </a:xfrm>
          <a:prstGeom prst="roundRect">
            <a:avLst>
              <a:gd name="adj" fmla="val 3413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1339596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" y="3950208"/>
            <a:ext cx="10707624" cy="11567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"2단계 화면 만들기에서 실패합니다. 로그인 후 제목 '우산'을 입력하고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저장을 누르면 목록이 비어 있습니다.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기대 결과는 새 항목이 즉시 보이고 새로고침 뒤에도 남는 것입니다.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실제로는 Network 탭에 POST /posts 요청이 없고 콘솔 오류는 없습니다.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버튼 클릭 함수가 호출되는지 확인할 방법 하나만 알려 주세요."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53446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53446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5" name="Text 23"/>
          <p:cNvSpPr/>
          <p:nvPr/>
        </p:nvSpPr>
        <p:spPr>
          <a:xfrm>
            <a:off x="786384" y="53446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"왜 안 돼요?"보다 이런 보고서가 답하기 좋습니다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원인까지 단정하지 않으면서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관찰을 작게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만듭니다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함정 — 마지막 10%의 늪, '둠 루프'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운이 아니라 구조적입니다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막혔을 때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"거의 다 됐는데" 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둠 루프(doom loop)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버그 하나가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잡히고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"고쳤다"는데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실제론 안 고쳐지고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프롬프트를 더 넣을수록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멀쩡하던 기능까지 깨진다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273552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이건 운이 나빠서가 아니라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구조적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대화가 길어지며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맥락이 오염되고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AI에겐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"무엇이 무엇에 의존하는지"의 지도가 없어서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원인이 아니라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증상만 계속 땜질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하기 때문입니다.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731895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731895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" y="3731895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⏱️ 막힘이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30분을 넘기면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더 파기 전에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멈추고 되돌리는 것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대개 더 빠릅니다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늪에서 빠져나오는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프롬프트를 반복하지 말고 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"한 발 물러서서 전체 그림을 다시 보자"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 시키기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마지막으로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작동하던 지점으로 되돌린 뒤(리셋)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대화로 다시 시작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"로그인 시스템 고쳐줘" 대신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"로그인 폼이 데이터를 제대로 보내는지부터 확인하자"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문제를 잘게 쪼개기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실제로 주말 내내 붙잡던 버그를 포기하고 처음부터 다시 만들었더니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시간 만에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풀렸다는 사례도 보고됩니다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초보가 자주 밟는 지뢰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 → 처방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막혔을 때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 지뢰와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처방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28295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4565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565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 없이 그대로 믿기 — AI 코드는 깔끔해 보여서 근거 없는 안심을 준다 (Veracode 2025 보고서: 조사한 AI 생성 코드의 45%에서 보안 결함)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'완성품'이 아니라 '초안'으로 대하고, "이 코드가 뭘 하는지 설명해줘"로 스스로 검토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65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비밀키를 코드에 박아 커밋 — API 키·비밀번호를 GitHub에 올리면 몇 분 만에 긁혀간다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비밀값은 .env에 넣고 곧바로 .gitignore에 등록. 이미 노출했다면 삭제가 아니라 키 재발급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65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예외·에러 처리 빼먹기 — AI는 "모든 게 정상인 경우"만 만들기 쉬워, 빈칸 입력·인터넷 끊김·잘못된 값에서 무너진다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"빈 입력·네트워크 실패·잘못된 값도 처리해줘"라고 명시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65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불필요한 복잡도 쌓기 — 세 줄이면 될 일에 라이브러리 다섯 개(딸려 오는 취약점까지)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"이거 없이 기본 기능만으로 안 돼?"라고 한 번 되묻기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0085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80085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80085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⚖️ 공통점은 하나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편함과 위험은 같이 옵니다.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'목발'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'가정교사'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쓰는 것, 그게 초보와 능숙한 사람을 가릅니다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막혔을 때 — AI 말고 다른 길도 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오래된 무기들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막혔을 때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· 질문 ·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재현 예시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671576"/>
          </a:xfrm>
          <a:prstGeom prst="roundRect">
            <a:avLst>
              <a:gd name="adj" fmla="val 12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5519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5519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6715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에러 메시지를 '그대로 복사'해 검색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손으로 다시 치지 마세요(오타로 검색이 엉킵니다). 결과가 없으면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파일명·변수명처럼 내 프로젝트에만 있는 부분을 지워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더 일반적인 검색으로. 긴 오류라면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맨 마지막 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대개 가장 잘 맞습니다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34616"/>
            <a:ext cx="11091672" cy="671576"/>
          </a:xfrm>
          <a:prstGeom prst="roundRect">
            <a:avLst>
              <a:gd name="adj" fmla="val 12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3149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3149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134616"/>
            <a:ext cx="10378440" cy="6715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커뮤니티에 '잘' 묻기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① 목표 한 줄 ② 재현되는 최소 코드 ③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정확한 에러 텍스트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(스크린샷 말고) ④ 이미 시도한 것. 올리기 전 같은 질문이 있는지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검색하는 성의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기본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897632"/>
            <a:ext cx="11091672" cy="671576"/>
          </a:xfrm>
          <a:prstGeom prst="roundRect">
            <a:avLst>
              <a:gd name="adj" fmla="val 12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30779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30779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897632"/>
            <a:ext cx="10378440" cy="6715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재현 예시(MRE)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"남이 그대로 돌려도 같은 문제가 나는, 가능한 한 짧은 코드". 자동차가 이상할 때 차 전체가 아니라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"브레이크 밟을 때 나는 소리"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떼어 보여주는 것과 같습니다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71551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71551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71551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순서를 기억하세요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에러 그대로 AI에게 → ② 그대로 검색 → ③ 문제를 좁혀(MRE) 커뮤니티에 질문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61058"/>
          </a:xfrm>
          <a:prstGeom prst="roundRect">
            <a:avLst>
              <a:gd name="adj" fmla="val 1784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6105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6105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네 가지 규율은?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914954"/>
            <a:ext cx="11027664" cy="461058"/>
          </a:xfrm>
          <a:prstGeom prst="roundRect">
            <a:avLst>
              <a:gd name="adj" fmla="val 1784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14954"/>
            <a:ext cx="64008" cy="461058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914954"/>
            <a:ext cx="10707624" cy="46105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하나만 · 작동하면 저장 · 막히면 되돌리고 리셋 · 이해 못 한 코드는 배포 안 함.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58307"/>
            <a:ext cx="11027664" cy="461058"/>
          </a:xfrm>
          <a:prstGeom prst="roundRect">
            <a:avLst>
              <a:gd name="adj" fmla="val 1784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58307"/>
            <a:ext cx="64008" cy="46105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58307"/>
            <a:ext cx="10707624" cy="46105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reset --hard와 revert의 차이는?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3001661"/>
            <a:ext cx="11027664" cy="461058"/>
          </a:xfrm>
          <a:prstGeom prst="roundRect">
            <a:avLst>
              <a:gd name="adj" fmla="val 1784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001661"/>
            <a:ext cx="64008" cy="461058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3001661"/>
            <a:ext cx="10707624" cy="46105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reset --hard는 브랜치·스테이징·작업 트리를 함께 되돌려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 안 한 작업을 지울 수 있다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(내 로컬 실험용). revert는 과거를 지우지 않고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효과를 반대로 적용하는 새 커밋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만든다(공유된 역사에 안전).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545014"/>
            <a:ext cx="11027664" cy="461058"/>
          </a:xfrm>
          <a:prstGeom prst="roundRect">
            <a:avLst>
              <a:gd name="adj" fmla="val 1784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545014"/>
            <a:ext cx="64008" cy="46105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545014"/>
            <a:ext cx="10707624" cy="46105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둠 루프가 '구조적'인 이유는?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4088368"/>
            <a:ext cx="11027664" cy="461058"/>
          </a:xfrm>
          <a:prstGeom prst="roundRect">
            <a:avLst>
              <a:gd name="adj" fmla="val 1784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088368"/>
            <a:ext cx="64008" cy="461058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088368"/>
            <a:ext cx="10707624" cy="46105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대화가 길어지며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맥락이 오염되고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AI에겐 의존 관계의 지도가 없어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원인이 아니라 증상만 땜질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하기 때문. 30분 넘으면 멈추고 되돌린다.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2648" y="4631722"/>
            <a:ext cx="11027664" cy="461058"/>
          </a:xfrm>
          <a:prstGeom prst="roundRect">
            <a:avLst>
              <a:gd name="adj" fmla="val 1784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631722"/>
            <a:ext cx="64008" cy="46105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" y="4631722"/>
            <a:ext cx="10707624" cy="46105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비밀키를 실수로 커밋했다면?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2648" y="5175075"/>
            <a:ext cx="11027664" cy="461058"/>
          </a:xfrm>
          <a:prstGeom prst="roundRect">
            <a:avLst>
              <a:gd name="adj" fmla="val 1784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5175075"/>
            <a:ext cx="64008" cy="461058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" y="5175075"/>
            <a:ext cx="10707624" cy="46105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삭제가 아니라 키 재발급.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원격에 한 번 올라간 키는 커밋을 지워도 안전해지지 않는다.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하나씩 · 저장 · 되돌리기 🦆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퀘스트 ⑦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2026-08-27T14:19:45Z</dcterms:created>
  <dcterms:modified xsi:type="dcterms:W3CDTF">2026-08-27T14:19:45Z</dcterms:modified>
</cp:coreProperties>
</file>