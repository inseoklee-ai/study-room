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자동화와 에이전트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에이전트에게 같은 흐름을 맡긴다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맡긴다는 말은 명령을 대신 실행하는 데서 끝나지 않습니다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"맡긴다"에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포함되는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여기서 끝나지 않습니다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실행하는 것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함께 정합니다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실행 기록을 누가 확인했는지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5분쯤 걸릴 일을  에이전트가 30초 만에 정리해도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속도만으로 결과를 믿지는 않습니다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키와 CLI 준비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 → n8n API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CLI와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화면의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 → n8n API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API 키를 발급합니다. 터미널에서는 npx로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CLI를 실행합니다.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@n8n/cli config set-url https://n8n.vibemakers.kr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@n8n/cli config set-api-key &lt;발급한 API 키&gt;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@n8n/cli workflow 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6778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키의 쓰임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목록 조회 · 생성 · 삭제 · 실행 기록 조회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스킬로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범위를 알립니다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@n8n/cli skill install --global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75104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스킬이 지원하는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워크플로 조회 · 생성 · 활성화, 실행 기록 확인, 연결 정보 관리, --jq로 값 고르기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스킬 설치를 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Cursor · Windsurf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CLI를 도구로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opencode · Antigravity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657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657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3657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스킬을 전역 설치하면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에이전트가 CLI의 작업 범위를 알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요청문에 검토 지점을 넣습니다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확인 → 정의 검토 → 생성 → 기록 조회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CLI와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요청에 담는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먼저 workflow list로 이 인스턴스의 연결 상태를 확인해 줍니다.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이어서 Manual Trigger → HTTP Request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(https://en.wikipedia.org/api/rest_v1/page/summary/N8n)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워크플로 정의를 wf.json으로 만들고,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생성 명령을 실행하기 전에 JSON의 노드와 연결을 보여 줍니다.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확인했다는 답을 받은 뒤 생성합니다.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생성 뒤에는 실행 기록을 찾아 상태코드와 원 응답을 보여 줍니다.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055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055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3055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"확인했다는 답을 받은 뒤 생성합니다"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승인 지점을 요청문 안에 미리 박아 둡니다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wf.json의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workflow create --file=wf.json으로 워크플로를 생성할 수 있습니다.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워크플로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노드의 id · 이름 · 종류 · 버전 ·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connections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사이의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settings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워크플로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9648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89648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89648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검토할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노드의 이름과 URL, 그리고 연결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확인한 뒤에만 생성을 승인합니다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뒤에는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대조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보여 준  JSON 검토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승인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같은 이름의 워크플로와  실행 기록을 열어 다시 대조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대상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노드와 연결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JSON에서 본 것과 같은지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 조회와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CLI의 한계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방금 실행을 찾아 상태코드와 원 응답을 보여 줍니다.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execution list와 execution get &lt;실행 ID&gt;로 기록을 찾아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상태코드와 원 응답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보여 줄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CLI에는 새 수동 실행을 시작하는 명령이 없습니다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Trigger 워크플로의 첫 실행은 n8n 화면에서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수행하고, 이후 실행 기록을 조회합니다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상태코드와 원 응답이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노드 출력에 보이는지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화면에서 다시 확인합니다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나눕니다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에이전트가 맡는 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호출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생성·조회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🧑‍🎓 학생이 맡는 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결과와 실행 근거를 확인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구분이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어디까지 맡길지 판단하는 근거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걸음 더 — MCP로 실행까지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CLI의 한계와 대비되는 지점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CLI와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도구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validate_workflow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SDK 코드를 먼저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노드 워크플로 코드가 valid: true 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create_workflow_from_code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코드로 워크플로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execute_workflow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manual 모드로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기록이 success로 남음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get_workflow_execution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노드의 실행 상태와 HTTP Request가 돌려준 JSON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MCP로는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실행까지 맡길 수 있습니다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CLI에 새 수동 실행 명령이 없다는 앞의 한계와 대비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됩니다. 다만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MCP가 보여 준 JSON도 원 응답과 대조해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요청문에 반드시 넣을 문장은?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"생성 명령을 실행하기 전에 JSON의 노드와 연결을 보여 주고, 확인했다는 답을 받은 뒤 생성합니다."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승인 지점을 요청문에 미리 박는다.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Manual Trigger 워크플로의 첫 실행을 화면에서 해야 하는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CLI에 새 수동 실행을 시작하는 명령이 없기 때문.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MCP의 execute_workflow는 이 한계를 넘는다.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에이전트와 학생의 역할 구분은?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호출과 생성·조회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학생은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결과와 실행 근거의 확인.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흐름, 다른 기록 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자동화와 에이전트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2026-09-02T13:29:05Z</dcterms:created>
  <dcterms:modified xsi:type="dcterms:W3CDTF">2026-09-02T13:29:05Z</dcterms:modified>
</cp:coreProperties>
</file>