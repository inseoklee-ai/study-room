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질문·다른 맥락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조건 통제 실험 — 답이 근거에 닿는 방식을 비교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고정과 변경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실행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실험으로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고정할 것과 바꿀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나누고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설계에서 만든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이진·형식 기준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고정 채점표로 가져온다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준비해 파이썬으로 실행한다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원출력과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남겨 우연히 맞은 답과 근거를 보존한 답을 가린다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바꾸는 변수는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맥락의 범위와 출처 표식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뿐, 나머지는 전부 고정한다.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고정할 것과 바꿀 것을 나눈다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실험 = 알고 싶은 변수 하나만 바꾸고 나머지 고정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 · full · selected · selected_cited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무엇을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무엇을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고정하는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· 모델 · 모델 버전 · 생성 파라미터 · 출력 형식 · 실행 장비 · (가능하면) 실행 시각 기록 방식.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맥락의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(얼마나 넣나)와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(문서명·버전·절 번호를 붙이나)뿐.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반품 정책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인데도 답은 맥락을 어떻게 주느냐에 따라 달라질 수 있다 — 그 차이를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근거에 닿는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비교한다.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네 조건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분리하나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분리하는 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근거 없이 답할 때의 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정책과 같은 답도 우연한 일치일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전문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예외·연결 조항을 함께 볼 때의 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문서의 잡음·배치 효과가 함께 들어감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조각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최소 근거 집합의 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조항 때문에 답이 달라질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selected_cited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조각+출처 표식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출처를 되찾을 수 있게 한 효과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표식이 사실성·권위를 자동 보장하지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selected_cited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정보를 더 넣어 정답을 만드는 장치가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조각을 근거로 되찾고 인용하게 하는 표식의 효과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본다.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고정 질문과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판단 지점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"고객이 상품을 수령한 뒤 12일이 지났고 택을 제거했습니다. 단순 변심으로 반품하려 하며 배송비가 누구에게 있는지 묻습니다. 확인된 정책만 근거로 답하고, 정책이 말하지 않는 사실은 단정하지 마세요."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0505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41477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270738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수령일(12일)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02024" y="230505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67784" y="230505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2648" y="241477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40936" y="270738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 제거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21168" y="230505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6928" y="230505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1792" y="241477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60080" y="270738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변심 배송비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4863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54863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54863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정책에 착용 여부·택 제거의 의미가 없으면, 모델이 빈자리를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관행으로 채우지 않고 확인 질문·조건부 표현으로 남기는지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만든 자를 그대로 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평가 이론을 만들지 않는다 — 이진·형식 기준을 고정 통제로 회수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 · 형식 준수 · 근거 일치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고정 채점 항목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이진/기록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이진/기록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방법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reply·evidence·question 세 필드, 근거 없을 때 evidence는 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파싱·필드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수령 12일 사실과 정책 기한·배송비 조항에 안 어긋남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질문과 원문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일치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판단마다 실제 입력 조항·표식 위치가 대응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문장 옆에 원문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무근거 주장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밖 주문·착용·환불 사실을 단정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밖 문장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예외가 있으면 반영하거나 적용에 필요한 사실을 물음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규칙·예외 함께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부족 시 null+확인 질문으로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없는 완료형 단정 찾기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정답성과 근거 일치를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우연한 정답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"14일 이내 반품 가능"이라 우연히 정책과 같아도, 회사 정책의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없으므로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근거 일치는 통과가 아니다.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표식은 맞지만 어긋남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selected_cited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[반품 정책 v2.1 §3]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정확히 적어도, 그 절이 배송비가 아닌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기한만 말하면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배송비 판단의 근거 일치는 실패.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맞는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JSON도 내용의 참을 대신하지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정답성·근거 일치는 서로 다른 것을 잰다.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정책과 출처 표식을 준비해 실행한다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정책은 실습용 가상 문서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06724" y="5486400"/>
            <a:ext cx="51755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6724" y="5486400"/>
            <a:ext cx="5175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langchain-ollama · qwen3.5:2b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정책 전문과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조각·표식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POLICY_FULL = 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[반품 정책 v2.1 §1] 상품은 수령 후 14일 이내에 반품을 신청할 수 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[반품 정책 v2.1 §2] 단순 변심 반품의 왕복 배송비는 고객 부담입니다.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[반품 정책 v2.1 §3] 택 제거 상품은 착용 여부 확인 뒤 처리합니다.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[반품 정책 v2.1 §4] 불량·오배송은 회사가 배송비를 부담합니다.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POLICY_SELECTED = 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[반품 정책 v2.1 §1] 상품은 수령 후 14일 이내에 반품을 신청할 수 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[반품 정책 v2.1 §3] 택 제거 상품은 착용 여부 확인 뒤 처리합니다.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CONTEXTS = {"none": "", "full": POLICY_FULL, "selected": POLICY_SELECTED,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"selected_cited": "[반품 정책 v2.1, §1·§3]\n\n" + POLICY_SELECTED}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selected_cited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문장 내용이 같고 표식만 다르다 — 앞머리에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[반품 정책 v2.1, §1·§3]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붙었을 뿐.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🐍 네 조건 × 두 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MODEL, TEMPERATURE, REPEATS = "qwen3.5:2b", 0, 2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ChatOllama(model=MODEL, temperature=TEMPERATURE,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reasoning=False)   # think:false에 해당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OUT.mkdir(exist_ok=True)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ctx in CONTEXTS.items():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rep in range(1, REPEATS + 1):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 = (ctx + "\n\n" + QUESTION) if ctx else QUESTION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 = llm.invoke(user)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(OUT / f"{name}-run{rep}.txt").write_text(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resp.content, encoding="utf-8")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2016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016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016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조건을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실행해 파일로 남긴다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{조건}-run{반복}.txt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실행 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ast.parse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구문을 먼저 검증해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오류와 API·모델 오류를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reasoning=False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추론 토큰 예산의 단서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qwen3.5처럼 추론 토큰을 따로 내는 모델은 대체로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추론을 켠 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어려운 질문에서 더 좋은 답을 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langchain-ollama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추론 끄기는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reasoning=False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실행 관찰에선 추론 토큰이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예산을 소진해 본문이 비는 현상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실제로 관찰됨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관찰 안정성을 위해 추론을 끄고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비교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맞췄다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어떤 설정이 나은지는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과업마다 측정할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이지, 기본값에 대한 믿음으로 정할 일이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원출력과 메타데이터를 함께 남긴다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= 같은 답의 보장이 아니라, 추적할 수 있게 남기는 실천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모델·버전·날짜·파라미터·로그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기록표에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남길 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식별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조건 · 반복 · 모델·버전 · 날짜 · 파라미터 · 원출력 로그 파일명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비용·응답성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토큰(입력·출력) · 입력 토큰 · 지연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poisoning · distraction · confusion · clash · 없음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결정 회수율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세 판단 지점 중 회수 수 / 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버전 문자열을 모르면 추정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'제공되지 않음'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API가 토큰 수를 안 주면 추정값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제공되지 않음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토큰·지연은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점수가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토큰이 적어 더 빠르고 저렴해도,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예외를 누락했다면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절약은 근거를 줄인 결과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조건의 지연이 길어도 실제로 더 정확·근거에 맞았는지는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채점표가 따로 말한다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정답이라도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유형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다른 처방을 요구 — poisoning=상태 정정, distraction=선택 축소, confusion=근거 경계 분리, clash=우선순위 판정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압축·선택 뒤에도 수령일·택 제거·배송비라는 필수 결정 요소가 답에 남았는지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결정 회수율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기록해야,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우연히 맞은 답과 근거를 보존한 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구분한다.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실험은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맥락의 범위와 출처 표식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바꾸고 질문·모델·파라미터·형식을 고정한다.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조건(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none·full·selected·selected_cited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)은 각각 다른 변수를 분리하며, 표식은 사실성을 자동 보장하지 않는다.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정답성과 근거 일치는 별개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 맞는 JSON도 내용의 참을 대신하지 않는다.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원출력·메타데이터를 남기고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결정 회수율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우연한 정답과 근거를 보존한 답을 가른다.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통제 실험에서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고정하는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selected_cited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차이는 무엇이며, 표식은 무엇을 자동 보장하지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일치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합치지 않는 이유를 한 예로 설명하라.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langchain-ollama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추론을 끄는 인자는 무엇이며, 왜 이 실습에서 껐나?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결정 회수율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무엇을 세며, 왜 정답 여부와 따로 기록하나?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입력 맥락의 범위와 출처 표식뿐.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질문·모델·모델 버전·생성 파라미터·출력 형식·실행 장비·실행 시각 기록 방식.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문장 내용은 같고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표식(문서명·버전·절 번호)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다르다. 표식은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사실성·권위를 자동 보장하지 않는다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원문이 실제로 그 판단을 뒷받침하는지는 사람이 재대조.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우연히 정책과 같은 답을 내도 출처가 없어 근거 일치는 실패이고,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selected_cited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표식을 정확히 적어도 그 절이 다른 사안이면 근거 일치는 실패다.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reasoning=False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추론 토큰이 출력 예산을 소진해 본문이 비는 현상을 피하고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비교의 관찰을 안정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시키려 껐다.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수령일·택 제거·배송비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판단 지점 중 답에 남은 수 / 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압축·선택 뒤에도 근거가 보존됐는지 봐야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우연히 맞은 답과 근거를 보존한 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구분하기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다른 근거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질문·다른 맥락 — 여기까지 · 다음: 오염과 프롬프트 인젝션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