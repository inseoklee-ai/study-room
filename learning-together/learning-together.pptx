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코딩 0줄로 여는 첫날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배우나 — 함께, 매주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상생 · Learning by Doing · 그리고 막혔을 때 갈 곳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1 — 경쟁이 아닌 상생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"노하우를 풀면 손해 아닌가"에 대한 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어떻게 배우나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애초에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트랙을 달리지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세우는 시험이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없습니다.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손에 남는 결과물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이뤄집니다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게다가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도메인이 사람마다 다릅니다.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의사의 결과물과 마케터의 결과물을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자로 잴 수 없습니다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8833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 공유는 손해가 아닙니다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설명하는 사람이 가장 깊이 이해합니다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동료는 경쟁자가 아닙니다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도메인이 달라서 애초에 같은 트랙을 달리지 않습니다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55168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5168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55168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오히려 도메인이 다른 동료에게 자기 분야를 설명하는 행위 자체가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머릿속 지식을 다시 정리하게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만듭니다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남에게 풀어줄 때 가장 잘 배웁니다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장면 하나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 출신 학습자와 마케터 출신 학습자가 같은 조에 있다고 합시다.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🩺 의사가 아는 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"환자 설명문에서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위험한 표현인지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📣 마케터가 아는 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"사람들이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문장에서 이탈하는지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954655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의사가 얻는 것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3247263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도구가   읽히게 만드는 법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1596" y="284492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77356" y="2844927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2220" y="2954655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마케터가 얻는 것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0508" y="3247263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카피가  틀리지 않게 만드는 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8851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08851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08851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누구도 손해 보지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도메인이 다른 사람끼리 짝을 짓는 이유입니다.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빼앗는 게 아니라 교환하기 때문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2 — Learning by Doing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강의실 모델과 거꾸로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어떻게 배우나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첫날부터 손으로,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그때 이론을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🏫 강의실 모델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분량 먼저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채우고 마지막에 실습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모두의연구소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첫날부터 손으로 만들고, 막히면 그때 이론을 찾습니다.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이론과 실천이 동시에 자랍니다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소단원 ⑤에서 ChatGPT에게 첫 질문을 던지는 것도 이 원리입니다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강의를 다 듣고 나서가 아니라, 첫날부터 손을 씁니다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096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096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9096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이 방식이 도메인 전문가에게 잘 맞는 이유는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이미 그렇게 일해왔기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그렇게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일해왔습니다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환자를 보며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배웁니다 — 교과서를 다 외우고 진료실에 들어가지 않습니다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사건을 맡으며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판례를 익힙니다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캠페인을 돌리며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시장을 읽습니다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책으로 외운 지식이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남은 결과물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자기 자산이라는 것  여러분은 이걸 이미 몸으로 압니다 — 그 방식을 AI 학습에 그대로 가져오면 됩니다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막혔을 때 갈 곳 — 커뮤니티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끙끙대다 하루를 날리지 않으려면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어떻게 배우나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지금 바로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해두기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디스코드(Discord)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입장해 두세요  https://discord.gg/WU5Uv8E5sJ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막혔을 때, 질문이 생겼을 때, 동료의 작업이 궁금할 때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만납니다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 입장만 해두면, 정작 급할 때 헤매지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질문하는 것을 부끄러워하지 마세요 — 상생 문화에서는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지점을 공유하는 사람이 손해 보지 않습니다.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곳에서 막힐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사람을 위한 단서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남기는 것이기도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빨리 받는 질문에는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요령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 돼요"보다 아래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같이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적으면, 도와주는 사람도 헤매지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하려고 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(목표)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시도했고 어떤 결과가 나왔는지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(시도 + 실제 결과)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결과를 기대했는지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(기대)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두 키워드와 운영을 한 줄로 묶으면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배울지는 내가 정하고(상생 속 자기주도), 어떻게 만들지는 동료와 함께 손으로(Learning by Doing), 무엇이 쌓였는지는 매주 회고로 확인한다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"노하우를 공유하면 손해 아닌가"에 대한 답은?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줄 세우는 시험이 없고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도메인이 달라 같은 자로 잴 수 없다.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게다가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설명하는 사람이 가장 깊이 이해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Learning by Doing이 도메인 전문가에게 잘 맞는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그렇게 일해왔기 때문.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의사는 환자를 보며, 변호사는 사건을 맡으며, 마케터는 캠페인을 돌리며 배운다.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답을 빨리 받는 질문의 세 요소는?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시도와 실제 결과 · 기대한 결과.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"안 돼요"만으로는 도와주는 사람도 헤맨다.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상생 · 손으로 · 매주 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0줄로 여는 첫날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2026-08-27T22:43:40Z</dcterms:created>
  <dcterms:modified xsi:type="dcterms:W3CDTF">2026-08-27T22:43:40Z</dcterms:modified>
</cp:coreProperties>
</file>