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가설이다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주문이 아니라 — 바꿀 수 있는 실행 조건의 가설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= 가설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기법을 가설로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서식으로 기록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주문이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수 있는 실행 조건의 가설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· 역할 · CoT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각각 조건·예상 효과·측정법으로 다시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모델의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풀이 문구와 별개의 조건임을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가설 서식 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기록해 검증 가능하게 만든다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가설은 시험해야 하며, 시험에는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재는 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 필요하다.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주문이 아니라 가설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"few-shot이 좋다"보다 먼저 무엇을 물어야 하나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Mata v. Avianca · 실행 조건 · 비교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그럴듯한 인용은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대신하지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2023.6.22 미국 뉴욕 남부연방지방법원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Mata v. Avianca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변호사들의 서면에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 판례 인용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포함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5,000달러 제재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변호사들은 ChatGPT로 조사한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정확성을 확인하지 않았다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 책임은 사용자에게 남는다.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"실재하는 판례만 인용하세요"라고 써도 그 문장은 검색·원문 확인을 대신 못한다.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기법 = 바꿀 수 있는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조건의 가설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모델을 똑똑하게 만드는 주문이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과업에서 바꿀 수 있는 실행 조건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"few-shot이 좋다"보다 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실패를 줄일지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고정한 채 비교할지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모델·과업·시험 입력·채점 기준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조건만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달라야 차이를 그 조건의 후보 효과로 읽는다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인상적인 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출발점일 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대표 실패가 사라졌는지, 새 실패가 생겼는지,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비용·지연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감당할 만한지도 함께 본다.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검증 가능한 선택으로 만드는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먼저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기준을  고정한다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남긴다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실행을  남긴다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바꾼다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최소한의 조건  하나만 변경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고정 → 기준선 실행 남김 → 조건 하나 변경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기법을 만능 공식이 아니라 검증 가능한 선택으로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기법을 가설로 다시 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기법이 어떤 실패를 겨냥한 조건인가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· 역할 · CoT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🔡 few-shot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보이는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입력에 입출력 예시 몇 개. 예시는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형식·레이블 뜻·경계 사례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동시에 보인다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 경계를 문장으로 명확히 쓸 수 있으면 우선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기준선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미묘하거나 근거 연결을 문장으로 압축하기 어려우면, 실제 입력과 닮은 예시가 계약을 더 직접 드러낸다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 Models are Few-Shot Learners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(arXiv)는 GPT-3 조건별 결과를 보고했지만,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모델·예시·과업에서 반복된다는 보장은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역할 — 관점과 책임을 지정하는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독자·책임·근거·금지를 구체화할 때의 가설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"세무 전문가처럼 답하라"는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호칭만으로 정확도가 오른다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가정할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필요한 이유를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"고객에게 보낼 쉬운 언어로, 확인된 정책만 근거로"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관찰 가능한 계약으로 바꾼다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없는 조건과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평가셋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비교한다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전문성 증명서가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관점·책임을 지정하는 부품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CoT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답보다 검증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중간 추론을 드러내거나 단계적으로 풀게 하는 조건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계산에서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답 기준선이 실패할 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후보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모든 과업에서 긴 풀이가 정확도를 높이진 않는다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지연·비용↑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그럴듯한 단계가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결론을 정당화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Chain-of-Thought Prompting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(arXiv): 충분히 큰 모델에서 단계적 예시가 일부 추론 성능을 높였으나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과업·모델 크기·예시 질에 따라 달라진다.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 추론 모델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생각할 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조건이다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"차근차근 생각해 주세요" 문구가 모델 내부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(답 전에 할당하는 추론 자원)과 같은 뜻이라 가정할 수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제품은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effort 같은 별도 설정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조절, 어떤 제품은 내부 사고를 노출하지 않거나 문구에 다르게 반응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문장이라도 설정이 바뀌면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정확도·지연·비용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달라진다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답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검증 문구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effort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effort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내부적으로 더 오래 추론하는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더 많은 풀이 문장을 요구하는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별개의 설계 선택. CoT 문구와 thinking budget을 한 조건으로 뭉치지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서식으로 기록한다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· 예상 효과 · 측정법으로 남긴다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· 변경 · 고정 · 기각 조건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가설 서식 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범주 경계가 말로만 적어선 흔들리고, 실제 업무 입력과 닮은 예시 제공이 가능하다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효과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환불·배송처럼 비슷한 표현이 섞인 문의에서 레이블 선택·근거 문장 모양이 더 안정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예시 없는 기준선 vs 예시 조건에 같은 문의 묶음 실행 → 정확 범주 비율·형식 누락 수·경계 오류 수·입출력 토큰 비용을 나란히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결과도 포함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예시가 한 말투/고객 유형에 치우치면 표면 문구에 맞춰 분류하고, 긴 예시는 원문 근거를 문맥 끝으로 밀어낸다.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가설 서식 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계산·제약·문서 근거를 순서대로 결합하고, 중간 단계를 확인할 수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효과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산술 누락·조건 건너뛰기 감소, 사람이 최종 결론을 검토할 단서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직접 답 기준선 vs 단계적 풀이 → 최종 정답률·각 단계 근거 일치·응답 시간·토큰.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결론에 그럴듯한 단계가 붙는 비율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별도로 센다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확인 수단(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계산기·원문 인용·단위 테스트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)이 있으면 설명 길이보다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검증 결과를 우선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세 기법을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가설 서식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기각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few-shot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없이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예시 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사례 정확 범주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변화 없이 비용만↑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없이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확인된 사실만 쓰는 지원 담당자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확정·고객 비난 감소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개선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답만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단계적 풀이·검증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정답+근거 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그럴듯한 단계만 늘고 정답 개선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조건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모델·입력·온도·채점표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(few-shot),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과업·근거·형식·평가셋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(역할),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문제·도구·정답 채점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(CoT). 비용 지표도 함께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인용도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확인을 대신하지 못한다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(Mata v. Avianca, 5,000달러 제재) — 출처 대조 책임은 사용자에게.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주문이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과업에서 바꿀 수 있는 실행 조건의 가설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고정 → 기준선 남김 → 조건 하나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검증 가능한 선택으로 만든다.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 문구와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별개 — 내부 추론과 풀이 문장 요구는 다른 설계 선택이다.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Mata v. Avianca 사례가 남기는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기법을 "가설"로 본다는 것은 무슨 뜻이며, 비교하려면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few-shot의 가설 서식에서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조건·예상 효과·측정법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 부여를 "관찰 가능한 계약"으로 바꾼다는 것은 무슨 뜻인가?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CoT 문구와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조건으로 뭉치면 안 되는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그럴듯한 인용도 검색·원문 확인을 대신하지 못하며,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 책임은 사용자에게 남는다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존재하지 않는 판례 인용으로 5,000달러 제재.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기법 = 바꿀 수 있는 실행 조건의 가설.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모델·과업·시험 입력·채점 기준을 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한 조건만 바꿔 비교한다.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경계가 말로 흔들리고 닮은 예시 제공 가능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효과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레이블·근거 문장 안정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기준선 vs 예시 조건에 같은 묶음 실행해 정확 범주·형식 누락·경계 오류·토큰 비교.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호칭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"쉬운 언어로, 확인된 정책만 근거로"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판정 가능한 조건으로 바꿔, 역할 없는 조건과 같은 평가셋에서 비교하는 것.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문구라도 설정에 따라 정확도·지연·비용이 달라지므로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추론 자원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 문장 요구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별개의 설계 선택이기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가설은 시험해야 한다 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기법은 가설이다 — 여기까지 · 다음: 지시 3안 — 재고 실행하고 비교하기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