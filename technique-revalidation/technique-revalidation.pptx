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기법의 효과는 다시 검증한다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이정표는 지도가 아니라 표지판 — 내 모델·내 업무에서 다시 시험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표지판 다시 시험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증거의 세 등급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실패↔변경 연결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용어와 이름의 남용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CoT·few-shot 같은 이정표가 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환경에서 다시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돼야 하는가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확고·조건부·논쟁 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등급으로 표시한다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 ↔ 변경 후보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연결하고, 새 기법 도입 절차를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→ 컨텍스트 엔지니어링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전환과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'agentic'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남용을 짚는다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기법 이름은 가설의 표지, 채택 근거는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환경에서 얻은 비교 증거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이정표는 지도가 아니라 표지판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유명한 발견도 내 모델·업무에서 다시 시험한다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· 추론 모델 · few-shot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CoT의 범위는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PaLM-540B · GSM8K  17.9%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Chain-of-Thought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모델·벤치마크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58.1%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 외(2022)의 이 수치가 참인 범위는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모델·그 벤치마크·그 예시·그 decoding 설정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"CoT가 GSM8K에서 효과가 있었다"와 "내 모델에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by step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넣어야 한다"는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명제가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추론 모델에선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되레 방해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reasoning best practices는 추론 모델엔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간단·직접적 지시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권한다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by step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도움이 안 되거나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추론을 방해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있다고 안내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연구의 반례가 아니라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학습·추론 정책이 달라지면 과거에 유효했던 조건도 다시 시험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하라는 제품별 경고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21483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The Illusion of Thinking (arXiv preprint)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050667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조사한 추론 모델들이 특정 복잡도 이상에서 유효한 해결 경로를 끝까지 유지 못 하거나 필요한 추론 토큰을 충분히 못 쓰는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노력 붕괴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보고. CoT 원전 부정이 아니라 "step by step이 복잡한 과업의 정확도를 보증하는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 처방은 아니다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"의 교정.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3781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3781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83781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답 기준선과 추론 요청 후보를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비교하고, 정답률뿐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지연·토큰 비용·검증 가능한 근거 유무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기록한다.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🎴 few-shot도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채택 불가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예시는 입출력 형식을 알려주지만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표현·라벨·난이도 편향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들여온다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예시는 기준을 선명하게, 현재 요청과 다른 사례는 주의를 빼앗아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zero-shot보다 나쁠 수도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"예시를 넣었다"를 개선이라 부르지 말고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홀드아웃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direct zero-shot vs 대표 예시 few-shot을 실행해 성공률·실패 유형·비용 비교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2025 실무 지침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few-shot을 계속 권장하되, 모든 예외를 쌓지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다양·정준적 예시 중 가장 작은 고신호 집합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찾아라.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7012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"예시를 넣을까"에서 →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"토큰 예산 대비 어떤 예시가 어떤 실패 모드를 가장 잘 막는가"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이동한다.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증거의 범위를 표시한다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기법을 한 줄에 세우지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확고 · 조건부 · 논쟁 중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🏷️ 증거의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등급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원전 통제 실험·재현이 있고 주장 범위가 좁고 명확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strict schema 계약 등 제품 보장 형식 제약. 단 schema 통과가 의미적 정확성까지 보장하진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연구가 있어도 모델·과업·예시·설정에 따라 효과 크기·방향이 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few-shot, CoT, 분해, 다중 표본 투표, 도구 관측 루프 — 약하다는 게 아니라 자신의 환경에서 비교하라는 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논쟁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널리 쓰이나 일반적 인과 효과가 충분히 뒷받침 안 됐거나 최신 세대에서 재검증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부여 문장("전문가처럼 행동하라") — 독립 성능 버튼이라 가정 말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확고한 계약의 확고함을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일반화로 바꾸지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역할 문장은 필요한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독자·범위·근거·금지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분리해 무엇이 결과를 바꾸는지 시험한다.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분류표는 레시피가 아니다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기법마다 해결하려는 실패·전제가 다르다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Prompt Report · 실패↔변경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실패 유형 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후보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후보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출력이 기계적으로 안 읽힘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계약 + validator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사실이 맥락에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있는 문서·도구 관측(RAG·조회 도구)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가능한 실패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 뒤 제한된 재시도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예시·추론·도구·루프를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 더하면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무엇이 효과였는지 원인을 모르게 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새 기법 도입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절차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입력·성공 기준을 고정해 기준선을 먼저 잡는다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바꿀 조건을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정해 후보를 실행한다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비교·판단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성공률뿐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오류·지연·토큰·사람 검토 부담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비교해 채택·보류·폐기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이름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가설의 표지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설계 결정의 근거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환경에서 얻은 비교 증거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용어의 전환과 이름의 남용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유행어를 결론으로 삼지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 · 'agentic'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프롬프트 고치기 →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문맥 설계하기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PE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요청문을 더 명확히 — 예시·제약·형식 조정.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지시·현재 요청·검색 문서·작업 파일·도구 반환값·이전 요약·기억 중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넣을지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순서·길이·언제 요약·폐기·출처와 최신성 신뢰·민감 문서 격리·도구 오류 전달까지.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"이 문장을 더 잘 썼는가?"에서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결정 순간 모델이 믿고 써야 할 정보는 무엇이며, 그 밖은 왜 제외했는가?"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환불 처리 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넣고 왜 뺐나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전체 + 모든 상담을 매번 넣으면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조항이 묻히고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취소된 주문의 오래된 상태가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현재처럼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조항·권한 있는 조회 결과·최소 상담 맥락만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순서·출처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 → 다음 행동이 더 검증 가능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PE가 소멸한 것도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역할·목표·금지 행동·근거 제시 방식·도구 사용 규칙·JSON schema 출력 계약은 여전히 컨텍스트의 일부.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989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2989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용어의 전환 = 더 큰 창을 채우라는 처방이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문맥 구성 선택을 평가하라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요구'컨텍스트를 많이'도 원칙이 아님 — 관련성·출처성·최신성·길이·격리·삭제 정책을 성공 기준과 함께 시험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'agentic'보다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행동의 제어권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workflow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'검색→요약→이메일' 경로를  정하고 모델은 칸 내용만 생성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관측 후 추가 검색·수정·질문·  종료 중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행동·도구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352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9352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수·도구 이름이 아니라 실행 경로의 제어권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단 이분법도 아니다 — 모델이 골라도 결제·배포·외부 발신 전 사람 승인, 반복·비용 한도를 코드가 제한할 수 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한 번+정해진 순서 요약·제출, 여러 호출 연결 자동화, 승인 없인 아무 행동도 못 하는 보조 도구 — 다 유용하지만 유용하다고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구조·위험은 아니다.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🧷 설계 문서엔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 행동을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선택하는가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도구·권한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어디까지인가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관측이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선택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바꾸는가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조건에서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멈추거나 사람에게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넘기는가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과업엔 동적 선택이 가치, 경로가 잘 정의되고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비용이 큰 과업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 예측 가능한 workflow가 나을 수 있다. 중요한 건 더 agentic해 보이는 게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제어권을 주되 관측·권한·중단 경계를 검증 가능하게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만드는 것.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이정표는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표지판이지 지도가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CoT·few-shot도 내 모델·업무에서 다시 시험한다.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확고·조건부·논쟁 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등급으로 표시하고, 확고함을 품질 일반화로 바꾸지 않는다.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유형에서 변경 후보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고르고, 한 번에 하나만 바꿔 비용까지 비교한다.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전환은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창을 채우라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게 아니고, 'agentic'은 이름이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판단한다.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"이정표는 지도가 아니라 표지판"이라는 말의 뜻은? CoT 수치를 예로 설명하라.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증거의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등급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무엇이며, 왜 확고함을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일반화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바꾸면 안 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변경 후보는? (출력이 안 읽힘 / 사실이 맥락에 없음 / 검증 가능한 실패 반복)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"프롬프트 → 컨텍스트 엔지니어링" 전환이 요구하는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창을 채우기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'agentic' 표지 대신 설계 문서에 적어야 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질문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532714"/>
          </a:xfrm>
          <a:prstGeom prst="roundRect">
            <a:avLst>
              <a:gd name="adj" fmla="val 1544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53271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3271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이정표는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모델·벤치마크·설정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관찰된 결과일 뿐. CoT는 PaLM-540B·GSM8K에서 17.9%→58.1%였지만, 그 범위 밖(예: 추론 모델)에선 되레 방해일 수 있어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환경에서 다시 시험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86610"/>
            <a:ext cx="11027664" cy="532714"/>
          </a:xfrm>
          <a:prstGeom prst="roundRect">
            <a:avLst>
              <a:gd name="adj" fmla="val 1544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86610"/>
            <a:ext cx="64008" cy="53271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86610"/>
            <a:ext cx="10707624" cy="53271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(통제 실험·좁은 범위: 형식 계약)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(반복 연구 있어도 환경 따라 달라짐: few-shot·CoT)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논쟁 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(인과 뒷받침 부족: 역할 문장). schema 통과가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의미적 정확성까지 보장하진 않기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601620"/>
            <a:ext cx="11027664" cy="532714"/>
          </a:xfrm>
          <a:prstGeom prst="roundRect">
            <a:avLst>
              <a:gd name="adj" fmla="val 1544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01620"/>
            <a:ext cx="64008" cy="53271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01620"/>
            <a:ext cx="10707624" cy="53271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읽힘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계약 + validator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사실 없음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문서·도구 관측(RAG)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실패 반복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뒤 제한된 재시도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(한꺼번에 더하면 원인 불명)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216631"/>
            <a:ext cx="11027664" cy="532714"/>
          </a:xfrm>
          <a:prstGeom prst="roundRect">
            <a:avLst>
              <a:gd name="adj" fmla="val 1544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16631"/>
            <a:ext cx="64008" cy="53271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216631"/>
            <a:ext cx="10707624" cy="53271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문맥 구성 선택을 평가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하라는 요구 — 관련성·출처성·최신성·길이·격리·삭제 정책을 성공 기준과 함께 시험. PE(역할·금지·schema 계약)도 소멸하지 않았다.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831641"/>
            <a:ext cx="11027664" cy="532714"/>
          </a:xfrm>
          <a:prstGeom prst="roundRect">
            <a:avLst>
              <a:gd name="adj" fmla="val 1544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31641"/>
            <a:ext cx="64008" cy="53271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31641"/>
            <a:ext cx="10707624" cy="53271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다음 행동을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 ·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도구·권한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어디까지 · ③ 어떤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다음 선택을 바꾸나 · ④ 어떤 조건에서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멈추거나 사람에게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넘기나.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표지판이지 지도가 아니다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기법의 효과는 다시 검증한다 — 여기까지 · 다음: 자기 진화 — 개선 절차의 자동화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