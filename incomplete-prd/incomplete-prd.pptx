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5 · 에이전트 시스템 마스터 · 하네스 만들기 ②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미완성 PRD와 설계 대화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코드를 작성할 수 있다고 선택들이 내 의도와 같아지지는 않습니다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일부가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비어 있는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설계 자료로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아직 정하지 않은 것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터미널에서 쓸지 웹 화면에서 쓸지, 어떤 폴더까지 읽을지, 파일을 바꾸기 전에 어떻게 확인받을지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 코드를 따라 실행하는 대신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 대화하며 미결정 사항을 구체화하고, 합의한 내용을 문서에 남긴 뒤 자기 하네스를 구현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34946"/>
            <a:ext cx="11091672" cy="667512"/>
          </a:xfrm>
          <a:prstGeom prst="roundRect">
            <a:avLst>
              <a:gd name="adj" fmla="val 6849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234946"/>
            <a:ext cx="54864" cy="66751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2326386"/>
            <a:ext cx="10707624" cy="4846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README와 설계 문서를 읽고, 아직 정하지 않은 것부터 같이 정하자.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코드는 아직 만들지 마.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문서의 역할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문서의 역할에 맞춰 연결합니다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14900" y="5486400"/>
            <a:ext cx="235915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14900" y="548640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설계 대화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일곱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3072384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대화에서 맡는 역할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README.md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자료를 사용하는 순서와 시작점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AGENTS.md, CLAUDE.md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도우미가 따를 협업 지침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PRD.md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사용자·업무·제품 요구사항과 미결정 선택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DECISIONS.md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선택한 내용과 선택 이유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INTERFACES.md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구성요소가 주고받을 입력·출력 약속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ACCEPTANCE.md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완료 여부를 판단할 검증 기준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IMPLEMENTATION_PLAN.md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합의한 설계를 구현할 순서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590288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4590288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4590288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처음부터 모든 문서를 완벽하게 채울 필요는 없습니다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사용자와 작업을 정하면 PRD가, 그 결정을 구현하려고 입력·출력을 정하면 인터페이스 문서가 구체화됩니다.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설명을 여러 파일에 길게 복제하기보다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문서의 역할에 맞춰 연결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질문·기록·합의의 반복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선택을 숨은 가정으로 남기지 않기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14900" y="5486400"/>
            <a:ext cx="235915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14900" y="548640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설계 대화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 ID와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920240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뜻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D01 · D02 · D03 …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사용자와 업무 · 플랫폼 · 언어처럼 하나의 결정 대상을 가리킴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아직 결정하지 않음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CHOSEN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선택을 합의함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DEFERRED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필요 없다는 뜻이 아니라 나중에 다루기로 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438144"/>
            <a:ext cx="11091672" cy="1339596"/>
          </a:xfrm>
          <a:prstGeom prst="roundRect">
            <a:avLst>
              <a:gd name="adj" fmla="val 3413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3438144"/>
            <a:ext cx="54864" cy="1339596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7" name="Text 4"/>
          <p:cNvSpPr/>
          <p:nvPr/>
        </p:nvSpPr>
        <p:spPr>
          <a:xfrm>
            <a:off x="768096" y="3529584"/>
            <a:ext cx="10707624" cy="11567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학생: 우선 내가 터미널에서 쓸 거야. 실습 폴더의 자료를 찾아보고,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나중에는 코드도 고치고 싶어.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AI:   첫 동작은 파일을 읽고 요약하는 작업으로 잡고,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쓰기와 테스트 실행은 그다음 단계로 확장할 수 있습니다.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학생: 좋아. 읽기는 실습 폴더 안으로 제한하자. 이 선택과 이유를 기록해 줘.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492404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492404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7"/>
          <p:cNvSpPr/>
          <p:nvPr/>
        </p:nvSpPr>
        <p:spPr>
          <a:xfrm>
            <a:off x="786384" y="492404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 대화는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정답이 아니라 범위를 좁히는 예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중요한 것은 선택을 숨은 가정으로 남기지 않는 것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맡을 일과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학생이 판단할 일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🤖 AI에게 맡길 수 있는 일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대안을 설명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하고,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결정의 영향을 짚고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합의한 내용을 문서로 작성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일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🧑‍🎓 학생이 판단할 일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사용할 장면, 허용할 행동, 감수할 불편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3865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3865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3865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💬 기술적 차이가 낯설다면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"추천해 줘"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이어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"내 작업에서는 왜 그 선택이 나은지 설명해 줘"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라고 요청할 수 있습니다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지침 파일과 실제 행동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지침은 유도이지 강제 장치가 아닙니다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14900" y="5486400"/>
            <a:ext cx="235915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14900" y="548640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설계 대화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폴더 이름이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행동을 보장하지 않습니다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333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Code는 CLAUDE.md를 프로젝트 지침으로 읽으며 다른 파일을 가져오는 문법도 제공합니다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AGENTS.md를 자동으로 같은 방식으로 읽는다고 가정하지 말고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자료의 CLAUDE.md가 공통 지침을 어떻게 연결하는지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확인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OpenCode는 AGENTS.md를 통해 프로젝트 지침을 제공하는 방식을 안내합니다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"미결정 사항을 먼저 질문하라"는 문장은 AI의 행동을 유도하는 지침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제품에 구현한 필수 입력 검사처럼 강제로 실행을 막는 장치는 아닙니다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851404"/>
            <a:ext cx="11091672" cy="667512"/>
          </a:xfrm>
          <a:prstGeom prst="roundRect">
            <a:avLst>
              <a:gd name="adj" fmla="val 6849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851404"/>
            <a:ext cx="54864" cy="66751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2942844"/>
            <a:ext cx="10707624" cy="4846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내가 답하지 않은 선택은 OPEN으로 남겨 줘.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합의한 내용만 기록하고 다음 질문을 해 줘.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665220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3665220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3665220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🔍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문서를 읽었다고 말하는지만 보지 말고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PRD의 미결정 항목을 실제로 짚는지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확인합니다. 질문이 너무 많으면 지금 결정할 것과 미룰 것을 나누되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중요한 결정을 AI가 조용히 대신 정하게 두지는 않습니다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구현으로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넘어가는 기준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구현 전 합의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521665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D01~D07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91159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32220" y="1481328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미뤄도 됨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350508" y="1773936"/>
            <a:ext cx="521665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D08 추가 제공자  D09 확장 기능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261518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D01~D07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사용자·업무, 플랫폼, 언어, 첫 모델 제공자, 최초 도구와 작업 범위, 승인 방식, 세션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합의가 끝나면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학생이 명시적으로 구현을 요청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3478530"/>
            <a:ext cx="11091672" cy="45720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478530"/>
            <a:ext cx="54864" cy="45720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768096" y="3569970"/>
            <a:ext cx="10707624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합의한 설계로 첫 읽기 작업부터 구현하자. 실행 결과를 보고 다음 기능으로 넓히자.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082034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4082034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7" name="Text 15"/>
          <p:cNvSpPr/>
          <p:nvPr/>
        </p:nvSpPr>
        <p:spPr>
          <a:xfrm>
            <a:off x="786384" y="4082034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단계에서는 아직 그 요청을 서두르지 않습니다.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설계 문서는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처음의 빈칸을 채우고 끝나는 제출물이 아니라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중 발견한 문제와 선택 변경을 반영하며 계속 사용하는 작업 기준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이해도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DEFERRED는 무슨 뜻인가?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8617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8617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8617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필요 없다는 뜻이 아니라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나중에 다루기로 했다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뜻.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05634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05634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05634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"미결정은 먼저 질문하라"는 지침의 한계는?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22651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22651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22651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행동을 유도하는 지침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 뿐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강제로 실행을 막는 장치가 아니다.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AI가 선택을 채우면 바로잡아야 한다.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39668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39668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39668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첫 구현 전에 합의할 범위는?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56685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56685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56685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D01~D07.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추가 제공자(D08)와 확장 기능(D09)은 미뤄도 된다.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빈칸을 함께 채웁니다 📝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나만의 에이전트 하네스 ②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2026-09-08T01:39:01Z</dcterms:created>
  <dcterms:modified xsi:type="dcterms:W3CDTF">2026-09-08T01:39:01Z</dcterms:modified>
</cp:coreProperties>
</file>