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1 · 아이펠 적용하기 · COMPUTATIONAL THINKING ③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의사도 변호사도 이미 매일 하고 있다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능력을 배우는 게 아니라, 가진 능력에 이름을 붙이는 일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의사가 응급실에서 첫 1분에 하는 일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그냥 "진료"라고 부르는 네 동작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22876" y="548640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22876" y="5486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이미 하고 있다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경력 있는 의사의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1분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분해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환자 상태를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기도·호흡·순환·의식·노출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나눠 본다 (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ABCDE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흉통 + 식은땀 + 방사통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익숙한 그 패턴"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추상화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수많은 정보 중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응급도를 결정하는 핵심만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남긴다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알고리즘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검사를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순서로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할지 정한다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3858768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의사는 이 네 동작을 "컴퓨팅 사고법"이라 부르지 않습니다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그냥 "진료"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라고 부릅니다. 하지만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구조는 똑같습니다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흥미로운 점 — 같은 ABCDE라도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5년 차와 30년 차의 적용이 다릅니다.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30년 차는 표준 단계에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미묘한 직관과 예외 케이스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결합합니다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548640" y="472211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472211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3" name="Text 21"/>
          <p:cNvSpPr/>
          <p:nvPr/>
        </p:nvSpPr>
        <p:spPr>
          <a:xfrm>
            <a:off x="786384" y="472211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💎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깊이가 AI에게 옮길 수 없는, 도메인 전문가만의 자산입니다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변호사·마케터·디자이너의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네 동작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536192"/>
        </p:xfrm>
        <a:graphic>
          <a:graphicData uri="http://schemas.openxmlformats.org/drawingml/2006/table">
            <a:tbl>
              <a:tblPr/>
              <a:tblGrid>
                <a:gridCol w="2218334"/>
                <a:gridCol w="2218334"/>
                <a:gridCol w="2218334"/>
                <a:gridCol w="2218334"/>
                <a:gridCol w="221833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도메인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패턴 인식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추상화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알고리즘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변호사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사건을 사실·쟁점·법률로 나눔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유사 판례를 알아봄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쟁점 한 줄로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사실→쟁점→법률→판례→결론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캠페인을 채널·지표·시간대로 나눔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"주말 저녁 전환율↑" 패턴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"이벤트=클릭률↑" 본질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예산 배분→실행→주간 점검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디자이너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화면을 헤더·CTA·푸터로 나눔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유사 앱의 UI 패턴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액션 1개만 남김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인터뷰→와이어프레임→테스트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0540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0540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0540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세 도메인 모두 "코딩"과는 거리가 멀어 보이지만,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일하는 머릿속 구조는 컴퓨팅 사고법과 같습니다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그렇다면 AI는 어디에 끼어드나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빠르지만 도메인 깊이가 없다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22876" y="548640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22876" y="5486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이미 하고 있다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네 동작,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강점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92024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동작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사람(도메인 전문가)의 강점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AI의 강점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도메인 깊이로 진짜 단위를 찾음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일반적 분해를 빠르게 생성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패턴 인식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미묘한 도메인 패턴을 알아봄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대량 데이터에서 패턴을 빠르게 추출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추상화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무엇이 본질인지 판단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일반적 추상화를 빠르게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알고리즘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도메인 맥락에 맞는 순서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표준 순서를 빠르게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438144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6" name="Text 3"/>
          <p:cNvSpPr/>
          <p:nvPr/>
        </p:nvSpPr>
        <p:spPr>
          <a:xfrm>
            <a:off x="1005840" y="3438144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네 동작을 모두 빠르게 하지만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여러분 도메인의 진짜 깊이가 없습니다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48640" y="4498848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맥락을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정확히 알려 주면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AI는 그 안에서 빠르게 일합니다.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 알려 주면 일반적이고 흔한 답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줍니다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시대일수록 도메인 깊이가 더 중요해집니다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📊 연구가 말하는 것 —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조합이 항상 낫지는 않다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 단독·AI 단독·둘의 조합을 비교한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대규모 메타분석(106개 실험 종합)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따르면 —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539496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1944243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1944243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15568" y="1829943"/>
            <a:ext cx="10378440" cy="5394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사람과 AI의 조합이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항상 더 낫지는 않았습니다.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평균적으로는 '사람 혼자'나 'AI 혼자' 중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나은 쪽에 못 미치는 경우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있었고, 특히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결정·판단 과제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그랬습니다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460879"/>
            <a:ext cx="11091672" cy="539496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6656" y="2575179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" y="2575179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15568" y="2460879"/>
            <a:ext cx="10378440" cy="5394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반대로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AI보다 나은 영역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일수록 조합의 이득이 커졌습니다 — 한 예로 새 사진 분류에서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 81% · AI 73% · 조합 90%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14667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314667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314667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정리하면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조합의 이득은 '사람이 무엇을 더 잘하느냐'에서 나옵니다.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도메인 전문가의 판단이 바로 그 '더 잘하는 부분'입니다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정직하게 — 컴퓨팅 사고법은 만능이 아닙니다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쪼개기 어려운 세 영역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22876" y="548640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22876" y="5486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이미 하고 있다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동작으로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쪼개기 어려운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영역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본질적으로 창의적인 작업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시·소설 쓰기, 새로운 콘셉트 발상.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분해·순서로 다 풀리지 않습니다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 사이의 미묘한 영역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환자의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"괜찮아요" 한 마디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표정·맥락에서 읽어 내는 일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없는 가치 판단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치료 우선순위, 변론 전략, 사용자에게 미칠 영향에 대한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윤리적 결정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27355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27355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💎 이 영역들은 컴퓨팅 사고법이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"한 가지 시각"일 뿐, 모든 답이 아니라는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증거이자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전문가의 사라지지 않는 자리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3968496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잘게 쪼갤 수 있는 일은 AI에게 맡기고,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사람은 이 깊은 판단으로 옮겨 갑니다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🔍 판단해보세요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사람이 AI에게 이렇게 시켰습니다 —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"우리 부서 신입을 평가해서 누구를 승진시킬지 정해 줘."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12648" y="1829943"/>
            <a:ext cx="11027664" cy="441579"/>
          </a:xfrm>
          <a:prstGeom prst="roundRect">
            <a:avLst>
              <a:gd name="adj" fmla="val 18637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9943"/>
            <a:ext cx="64008" cy="441579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1829943"/>
            <a:ext cx="10707624" cy="44157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여러분 도메인의 전문가로서, 이 지시의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어디가 위험한가요?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메모장에 한 줄 적어 보세요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2648" y="2353818"/>
            <a:ext cx="11027664" cy="441579"/>
          </a:xfrm>
          <a:prstGeom prst="roundRect">
            <a:avLst>
              <a:gd name="adj" fmla="val 18637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353818"/>
            <a:ext cx="64008" cy="441579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2353818"/>
            <a:ext cx="10707624" cy="44157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"승진 결정"은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없는 가치 판단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영역 — 컴퓨팅 사고법으로 쪼개 AI에게 넘길 일이 아니다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2648" y="2877693"/>
            <a:ext cx="11027664" cy="441579"/>
          </a:xfrm>
          <a:prstGeom prst="roundRect">
            <a:avLst>
              <a:gd name="adj" fmla="val 18637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877693"/>
            <a:ext cx="64008" cy="441579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2877693"/>
            <a:ext cx="10707624" cy="44157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AI에게 넘길 수 있는 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판단을 돕는 자료 정리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(예: 객관 지표를 표로 묶기)까지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2648" y="3401568"/>
            <a:ext cx="11027664" cy="441579"/>
          </a:xfrm>
          <a:prstGeom prst="roundRect">
            <a:avLst>
              <a:gd name="adj" fmla="val 18637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401568"/>
            <a:ext cx="64008" cy="441579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" y="3401568"/>
            <a:ext cx="10707624" cy="44157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최종 판단·그 판단의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책임은 사람에게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남아야 한다.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"무엇을 AI에게 맡기고 무엇을 안 맡길지" 자체가 사람의 결정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5년 차와 30년 차 의사의 ABCDE 적용이 다른 이유는? 그게 무엇을 뜻하나?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8617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8617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8617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30년 차는 표준 단계에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미묘한 직관과 예외 케이스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결합한다. 그 깊이가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AI에게 옮길 수 없는 도메인 전문가의 자산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05634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05634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05634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메타분석이 말하는 '조합의 이득'은 어디서 나오나?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22651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22651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22651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AI보다 나은 영역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일수록 커진다. 결정·판단 과제에서는 조합이 오히려 더 못한 경우도 있었다.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39668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39668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39668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컴퓨팅 사고법으로 쪼개면 안 되는 세 영역은?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56685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56685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56685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본질적 창의 · 사람 사이의 미묘한 맥락 · 정답 없는 가치 판단.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여기가 도메인 전문가의 자리다.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하고 있다 · 깊이 · 자리 💎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Computational Thinking ③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2026-08-27T20:29:06Z</dcterms:created>
  <dcterms:modified xsi:type="dcterms:W3CDTF">2026-08-27T20:29:06Z</dcterms:modified>
</cp:coreProperties>
</file>