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판정합니다 — LLM-as-a-Judge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평가자를 만드는 일이 곧 답변을 만드는 일입니다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리허설에는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무근거 질문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포함합니다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"내일 날씨 알려줘" 같은 질문은 챗봇이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근거가 없다는 문장을 남기고, 날씨 정보를 지어내지 않으며, 빈 출처를 꾸며 내지 않는지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확인하는 사례입니다.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대화가 중단된 것처럼 보이는 결과와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경계가 화면에서 작동한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구분하려면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본문과 출처 칩을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읽어야 합니다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무근거 질문은 판정 배지보다 먼저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 단계의 경계가 실제로 지켜지는지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드러내는 검증 입력입니다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기록에는 질문만 남기지 말고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결과가 비었는지, 답변이 자료 밖 사실을 보태지 않았는지, 판정이 어느 필드로 그 판단을 드러냈는지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나란히 적습니다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뒤에 평가자를 한 번 더 둡니다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교육적 계측 장치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LLM-as-a-Judge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위한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아닌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문장을 완전히 객관적으로 증명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장치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인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근거성·환각·인용·정당한 거부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화면에서 관찰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만드는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교육적 계측 장치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답변을 다시 쓰거나 감추지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답변이 어떤 기준에서 통과하거나 불확실했는지를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배지와 짧은 평어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남겨 사용자가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검색과 생성 사이의 빈틈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되짚게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근거가 없는 질문에 답을 꾸며 내지 않고 없다고 말한 경우를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refusal:true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분리해야, 챗봇이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무엇이든 답하는 도구가 아니라 확인 가능한 자료 안에서만 답하는 안내 도구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RAG 챗봇 답변의 평가자입니다. 아래 [질문], [근거자료], [답변]을 읽고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기준으로 JSON만 출력합니다.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grounded: 답변 내용이 근거자료에서 나왔는가 (true/false)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noHalluc: 근거에 없는 사실을 지어내지 않았는가 (true/false)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cited: 답변 안에 근거 조각의 [ID] 표시가 있는가 (true/false)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refusal: 근거에 답이 없어서 '없다'고 답한 경우 true, 그 외 false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score: 0-100 정수 (grounded·noHalluc·cited 반영)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comment: 한두 문장 평어 (한국어)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 형식: {"grounded":bool,"noHalluc":bool,"cited":bool,"refusal":bool,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"score":int,"comment":"..."} — JSON 외 텍스트 금지.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[질문] …   [근거자료] …   [답변] 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4256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4256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4256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세 입력을 고정하고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필드만 JSON으로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반환하게 하므로 — 화면을 만드는 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문장을 추측해 해석하지 않고 정해진 필드를 배지와 기록으로 연결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필드의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3240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true/false 각각의 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grounded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내용이 검색 근거에서 나왔는지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true는 근거에 닿았음을, false는 근거 밖 진술이 있음을 뜻합니다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noHalluc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근거에 없는 사실을 만들지 않았는지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true는 지어낸 사실이 없음을, false는 환각 가능성을 뜻합니다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안의 [ID] 인용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true는 추적 가능한 근거 표기가 있음을, false는 출처 연결이 빠졌음을 뜻합니다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refusal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부재를 정직하게 거부했는지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true는 정당한 거부를, false는 답변했거나 다른 사유로 거부했음을 뜻합니다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score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핵심 기준을 반영한 정수 점수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높은 값은 기준 충족이 많음을, 낮은 값은 다시 읽을 대상을 뜻합니다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한두 문장 평어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긍정 평어는 통과 근거를, 부정 평어는 확인할 결함을 설명합니다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자기평가의 한계까지 함께 기록합니다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2B 모델이 답과 판정을 모두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LLM-as-a-Judge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심사가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엔진에서는 답변 생성에 쓴 qwen3.5:2b에게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질문·근거·답변을 다시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보내되, 스트리밍을 끄고 사고 출력도 끄며 JSON 형식과 온도 0을 지정합니다.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stream:false, think:false, format:"json", options:{temperature:0}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33447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57695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57695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433447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모델과 평가 모델이 같은 2B 모델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이 평가는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심사가 아니며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세밀한 사실 차이나 문맥 누락을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거칠게 판정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있다는 한계를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기록에서 숨기지 않아야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22803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26631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26631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122803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간혹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5점 만점처럼 score를 반환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score ≤ 5일 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(score/5)×100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환산해 점수 체계의 오해를 방어합니다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12159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95566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95566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812159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파싱이나 호출이 실패하면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judgeError 배지만 남긴 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생성된 답변과 UI는 유지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피드백과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나란히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방향일 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좋아요·싫어요가 판정 배지와 같은 방향이면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기준과 사용 경험이 일단 맞물린 사례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어긋날 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기준이 놓친 유용성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놓친 근거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답변·출처·평어와 함께 다시 읽습니다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배지 하나로 결론내지 않고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본문 · 검색 근거 · 평가 평어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같은 기록 칸에서 비교합니다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— 근거 없는 질문에서 정당한 거부 확인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확인하려는 것은 날씨를 알아내는 능력이 아닙니다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LLM-as-a-Judge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걸음과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내일 날씨 어때?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1186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1186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1975104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문장이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정보를 채워 넣지 않는지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읽습니다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6446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8079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8079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66446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배지에서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refusal:true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grounded, noHalluc, cited, score, comment가 어떤 조합으로 나타나는지 관찰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정당한 거부가 낮은 품질의 침묵이 아니라 근거 경계를 지킨 답변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임을 확인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5381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349732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49732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35381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원문 · 답변의 핵심 문장 · 판정 배지와 평어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실습 기록에 함께 적어,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하나만 남기지 않고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판정이 나온 맥락을 보존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980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980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0980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refusal:true가 보이지 않거나 근거 없는 날씨 정보가 생성되면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문장만 고치기보다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근거와 프롬프트의 근거 부재 분기를 먼저 열어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원인을 기록합니다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깊이 갈 사람을 위한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답변을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judge와 Gemini judge 양쪽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보내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점수와 평어가 어디에서 갈리는지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 — 예시 구현은 처음부터 두 엔진을 판정자로 둘 수 있게 설계돼 있습니다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프롬프트의 기준 문구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바꿔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판정의 민감도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달라지는지 관찰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judge가 남긴 판정을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다시 채점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평가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배지는 답변마다 자동으로 쌓이므로,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길이처럼 관찰 가능한 품질 신호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함께 기록합니다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"답이 가끔 길다"는 인상은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유형·답변 길이·판정 결과를 같은 표본에서 비교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개선 실험의 가설이 됩니다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13689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3689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평가자를 만드는 일이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 답변을 만드는 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judge를 '독립 평가'라고 부르면 안 되는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모델과 평가 모델이 같은 2B 모델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때문. 교육용의 거친 신호로 읽어야 하며 그 한계를 화면과 기록에서 숨기지 않는다.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refusal:true는 실패인가?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근거가 없을 때 지어내지 않고 없다고 말한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정당한 거부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이걸 실패와 분리해야 "확인 가능한 자료 안에서만 답하는 안내 도구"가 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 호출이나 JSON 파싱이 실패하면?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judgeError 배지만 남기고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생성된 답변과 UI는 유지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 피드백과 판정 배지가 어긋나면?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어느 쪽이 옳다고 즉시 정하지 않고,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기준이 놓친 유용성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놓친 근거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인지를 답변·출처·평어와 함께 다시 읽는다.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근거성 · 인용 · 정당한 거부 ⚖️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⑦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2026-08-27T23:06:32Z</dcterms:created>
  <dcterms:modified xsi:type="dcterms:W3CDTF">2026-08-27T23:06:32Z</dcterms:modified>
</cp:coreProperties>
</file>