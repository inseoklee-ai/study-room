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6 · 멀티모달 (6)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 만든다는 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합성·복제, 그리고 라이선스와 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노트북에서 도는 한국어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(supertonic)와, 만든 것을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받아쓰기로 검증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것과 복제하는 것은 다른 기능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감정 태그의 함정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반대편 끝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Fish Audio S2 Pro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(복제·감정 문장 지시·정반대 라이선스)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복제는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아니라 법·권리의 문제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91541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기술적으로 가능하다는 것과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해도 된다는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다르다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9761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9761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9761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10~30초 샘플이면 누구든 내 목소리를 만든다.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라이선스·목소리 주인의 동의·표시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함께 온다.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🔊 노트북에서 도는 한국어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내려받기 1위 모델에 한국어가 없다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(지원 9개 언어 중 한국어 없음) — 유명하다고 고르면 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한국어를 하면서 노트북에서 도는 국내 모델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supertonic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pip install 한 줄,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385MB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GPU 없이 코어 많은 노트북서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재생의 1/6 속도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(1분 음성 10초)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음성을 다시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받아쓰기에 넣어 원문과 대조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거의 그대로 복원품질 주장을 검증하는 법 — 반대 방향 도구에 넣어 돌아오는지 본다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80809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0809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80809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이 방법이 증명하는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"알아들을 수 있다"까지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자연스럽게 들리는지는 직접 들어 봐야 한다. 그리고 무료 코랩 기본 환경에선 오히려 재생보다 느렸다(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돌리느냐로 여덟 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"오픈소스"라고 다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수 있는 게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쪽은 라이선스가 더 심하다 — 목소리 복제가 되는 유명 모델 상당수가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"무료 오픈소스"로 소개되는 것도 약관을 열면 상업 사용을 막아 둔 게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일이면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페이지 라이선스를 반드시 열어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아파치/MIT면 열림, 회사명 붙은 자체 라이선스면 본문을.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코드와 가중치의 라이선스가 다를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있다(방금 도구도 코드 MIT·가중치는 다른 약관)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🪦 그리고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살아 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봐라 — supertonic은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2026-07-23 아카이브 예고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(만든 회사도 정리). 가중치는 계속 쓸 수 있고 실습도 돌지만,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 수정·새 판본은 없다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보고 계획을. 마지막 커밋·공지부터 확인.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🎭 목소리를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것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복제하는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기대하는 "내 목소리로 읽게 하기"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supertonic으론 안 된다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목소리는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중 고르기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(남5·여5). '설정 파일 불러오기'는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만든 설정을 읽는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녹음에서 목소리를 뽑는 게 아니다(추출 부분 자체가 없음)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감정은 값으로 지정 못 한다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조절되는 건 품질·속도·끊는 방식뿐. 목소리 성격은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것이지 조절하는 게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태그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10개 — &lt;laugh&gt; &lt;sigh&gt; &lt;breath&gt;를 문장에 끼우면 웃음·한숨·숨소리가 섞인다(실제 효과 남)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꼭 확인 — 목록에 없는 &lt;angry&gt;를 넣었더니 화난 톤이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"앵그리"라고 글자를 그대로 읽었다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있는 것인지 확인하고, 넣은 뒤 반드시 들어 볼 것.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↔️ 반대편 끝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Fish Audio S2 Pro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앞의 합성기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Fish Audio S2 Pro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내려받기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385MB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CPU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그래픽카드(서버용)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목소리 복제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10~30초 참조 음성으로 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 지시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 10개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문장으로 적어 넣음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라이선스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 상업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연구·비상업만, 상업 별도 계약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종료 예고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 노트북에 깔아 쓰는 물건이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11GB(받아쓰기 large-v3가 3.1GB인데 세 배). 속도 수치도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서버용 GPU(H200) 한 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기준. 시험은 만든 쪽 웹 놀이터나 코랩에서.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알아 둘 이유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51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1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감정을 문장으로 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태그 10개가 아니라 [professional broadcast tone]처럼 말로 풀어 적은 것도 알아듣는다(1만 5천 가지 이상). 같은 "감정 조절"도 급이 다르면 형태가 이렇게.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34616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3149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314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34616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라이선스가 정반대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(제일 중요) — 연구·비상업 무료,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상업은 별도 계약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 상업의 범위가 넓어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내부 업무에 쓰는 것도 포함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"우리끼리 사내에서만" 하고 넘어가기 딱 좋은 자리.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7632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077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77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97632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여기서부터는 기술 문제가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10~30초 샘플이면 음색·말투·감정 버릇까지 잡고 추가 학습도 불필요. 뒤집으면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누구든 내 목소리를 만들 수 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155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155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7155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합성기는 조건부로 상업이 열려 있어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둘이 정반대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"무료 공개 모델"에 이만큼 다른 게 들어 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목소리를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복제한다는 것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법과 권리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법에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산출물임을 알아볼 수 있게 표시하라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조항 — 그림만이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가상의 음향·이미지·영상을 한 문장에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놓아, 합성 목소리도 같은 규율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의무의 주체는 AI 서비스 사업자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도구로 만드는 사람은 그 조항의 의무 대상이 아니다(과태료도 다른 조항, 1년+ 계도기간은 정부 방침)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그렇다고 마음대로는 아니다 — 여러분에게 걸리는 건 법 조항이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라이선스 + 목소리 주인의 권리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복제하려면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사람의 동의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있어야 하고, 모델이 복제를 금지해 둔 경우도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목소리 복제 확정 판례는 아직 없다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없다는 건 안전하다는 뜻이 아니라 기준이 아직 안 섰다는 뜻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🧐 목소리의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써도 되는가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녹취 자동 분석 기능이 내놓을 법한 항목들 — 어떤 건 쓸 만하고 어떤 건 위험하다.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제안한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써도 되나 / 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발화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비교적 검증 가능 — 단 원문 링크·근거 구간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감정: 분노/불안/기쁨 자동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 신호로만, 단정 표현 피하기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침묵 5초+ 구간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정량 신호라 유용 — 단 통화 품질·지연과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규정 문구를 읽었는지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가능 — 단 근거 구간 함께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성격 유형 추정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대부분 제외 — 필요성·개인정보/차별 위험·검증 약함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8053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28053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28053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분류는 보조로만,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 유형 추정은 대부분의 운영 환경에서 빼는 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낫다.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노트북에서 도는 한국어 합성기(supertonic)는 있다 — 만든 것은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받아쓰기로 검증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"오픈소스"도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라이선스·코드/가중치 구분·프로젝트 생존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봐야 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 고르는 것과 복제하는 것은 다른 기능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태그는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있는 것만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통하고 넣은 뒤 들어 본다.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복제되는 모델(Fish S2)은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GPU·11GB·정반대 라이선스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(내부 업무도 상업).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복제는 기술이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법·권리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표시 의무는 사업자에게, 나에겐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라이선스+주인의 동의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합성 품질을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방법과, 그 방법이 증명하는 한계는?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"오픈소스" 음성 모델을 업무에 넣기 전 봐야 할 것 셋은?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목소리 "고르기"와 "복제"의 차이, 그리고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태그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함정은?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Fish Audio S2의 라이선스가 "정반대"라는 건 무슨 뜻인가?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목소리 복제에서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걸리는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법 조항인가, 무엇인가?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 음성을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받아쓰기에 넣어 원문과 대조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다만 증명되는 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"알아들을 수 있다"까지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자연스러움은 직접 들어야.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(비상업 많음)·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코드/가중치 구분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생존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(마지막 커밋·아카이브 공지).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고르기 = 미리 만든 목소리 중 선택, 복제 = 녹음에서 목소리를 뽑음(별도 기능·supertonic엔 없음). 태그는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없으면 글자로 읽는다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연구·비상업 무료지만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상업은 별도 계약이고 그 범위에 회사 내부 업무도 포함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상업이 열린 앞 합성기와 반대.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 의무는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에게. 나에게 걸리는 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라이선스 + 목소리 주인의 동의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(판례 없음=기준 없음).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가능하다 ≠ 해도 된다 🎙️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 만든다는 것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2026-08-12T23:16:07Z</dcterms:created>
  <dcterms:modified xsi:type="dcterms:W3CDTF">2026-08-12T23:16:07Z</dcterms:modified>
</cp:coreProperties>
</file>