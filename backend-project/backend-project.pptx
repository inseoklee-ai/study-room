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백엔드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서비스에 백엔드 붙이기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[프로젝트] 과제와 종합 정리 — 백엔드가 실제로 도는 것을 내 손으로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 중 하나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체크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둘까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· 종합 정리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튜토리얼로 한 바퀴(A) 또는 내 서비스에 붙여 배포(B)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전 반드시 지나야 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보안 체크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둘지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집+터널·무료 클라우드·Supabase 세 가지 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회고 · 제출 루브릭 · 핵심 정리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강의 전체를 닫는다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배운 것을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만드는 날. 완성도보다 '내 손으로 한 바퀴'가 목표.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— 두 갈래 중 하나로 제출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맞는 쪽을 고른다. 목표는 같다.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튜토리얼 · B 내 서비스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나에게 맞는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갈래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 A — 튜토리얼로 한 바퀴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만들 주제가 없다면. 잘 만든 튜토리얼을 따라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진짜로 저장되는 작은 앱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(방명록·할 일 목록 등)을 만든다.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 B — 내 서비스에 붙여 배포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주제가 있다면. 지난 PRD·목업을 이어 내 서비스에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기능 한 겹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붙이고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화면까지 배포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목표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'백엔드가 실제로 도는 것'을 내 손으로 경험.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백엔드가 필요한 기능은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하나면 충분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🅰️ 갈래 A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 → 내 손으로 바꿔보기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출발점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공식 퀵스타트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무료로 DB·로그인·배포까지 한 바퀴를 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함께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"이 튜토리얼을 함께 따라가며 각 단계가 무엇을 하는지 설명해줘"라고 하면 훨씬 남는다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한 가지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그냥 따라만 말고 기능 하나를 더하거나(항목 삭제·검색) 보안 체크를 직접 적용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📤 제출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링크(또는 시연)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내가 바꾸거나 개선한 부분 한 줄.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🅱️ 갈래 B — 먼저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한 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(코드가 아니라 지도)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채울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백엔드가 꼭 필요한 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/ 로그인 / 검색 중 무엇?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화면만으로 되는 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없이 되는 것은? ('먼저 예측' 표를 다시 보며)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창구(엔드포인트)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예: 목록 주기 / 하나 저장하기 (CRUD 중 무엇?)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다뤄야 할 비밀값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키·비밀번호 등 환경변수로 뺄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뒤에 나올 '세 가지 길' 중 무엇?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📤 제출 — 작동 링크(또는 3분 시연) '새로고침해도 데이터가 남는' 장면 +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한 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고른 호스팅과 그 이유 한 줄.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— 제출 전 보안 체크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A든 B든, 내기 전에 반드시 지나는 관문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4700" y="5486400"/>
            <a:ext cx="55595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4700" y="5486400"/>
            <a:ext cx="5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 · 백엔드 검증 · RLS · 인가 · 요금 한도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제출 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체크 다섯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비밀값(키·비밀번호)을 코드에 직접 안 적고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뺐는가?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가격·수량·권한 같은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백엔드에서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하는가? (프론트만 믿지 않기)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(Supabase면)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RLS를 켜고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정책을 넣었는가?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로그인이 필요한 데이터에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확인(인가)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들어가는가?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사용하는 무료 티어의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한도와 요금 알림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아는가?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3440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3440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03440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다섯은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자주 놓치는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지점이다. 만들 때 프롬프트로 요구하고, 낸 결과를 다시 되물어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백엔드를 어디에 둘까 — 세 가지 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 맞게 고른다. 정답은 하나가 아니다.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집+터널 · 무료 클라우드 · Supabase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🏠☁️🧰 세 가지 길,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· 한계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49936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집 컴퓨터 + 터널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노트북에서 서버를 돌리고 Tailscale Funnel 같은 무료 터널로 공개(포트포워딩 없이·CGNAT 통과)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원리를 직접 만지거나 잠깐 시연·공유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 꺼지면 멈춤·대역폭/포트 제한 → 상시 서비스엔 부적합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무료 클라우드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Render처럼 서버 코드를 올려 24시간 돌리는 무료 티어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짠 백엔드 로직(엔드포인트·검증)을 안정적으로 열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쓰면 잠들고(첫 요청 ~1분), 무료 DB는 기한이 있을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Supabase (BaaS)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없이 DB·로그인·저장·자동 API를 '빌려' 씀. Postgres 중심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대부분이 '저장·조회·로그인'이면 가장 빠름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함수(Edge Functions)는 Deno+TypeScript로 제한, 장시간 복잡 로직엔 별도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172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0172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0172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호스팅은 '무엇이 가장 좋은가'가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서비스가 무엇을 필요로 하는가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고른다.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Supabase 보안은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'자동'이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키로 DB에 직접 접근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구조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RLS(행 수준 보안)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켜고 규칙을 짜야만 안전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켜면 그 공개 키로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데이터를 읽고 고치고 지울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 툴로 만든 테이블은 RLS가 꺼진 채 시작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경우가 많다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키 + RLS 켜짐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 꺼짐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DB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CVE-2025-48757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실제로 수백 개 앱이 데이터를 통째로 노출한 사고. AI에게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"RLS 켜고 정책 넣어줘"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반드시 요구·확인.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💭 오늘의 회고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답해보기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화면이 '세상과 끊겨 있던' 이유를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손님·주방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비유로 한 문장으로?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5475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5475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5475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404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중, 내 서비스에서 더 자주 만나고 싶지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것은? 왜?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9350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9350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9350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'먼저 예측' 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예측했던 항목이 있나? 지금은 왜 그런지 설명할 수 있나?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43225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43225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43225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AI에게 보안을 맡길 때 반드시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되물어야 할 질문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하나는?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프로젝트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루브릭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보안을 스스로 점검할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제출물에 보안상의 문제가 없는지 잘 검토되어 있고, 실제로 문제가 없어야 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동작하는 백엔드 동작을 포함시킬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동작하는 백엔드 동작이 의도한 것과 일치한다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프론트엔드와 백엔드가 적절하게 만들어져 동작한다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서비스가 직관적이고 의도한 대로 잘 동작한다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제출 — 파일 또는 URL 중 한 방식(ZIP·PDF·이미지, 최대 5MB).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후 수정 불가.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핵심 정리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강의가 남긴 다섯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배운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할 수 있는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백엔드의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뒤에서 저장·확인·연결을 맡는 '주방'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새로고침해도 남아야 할 데이터를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 네 조각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도메인·DNS·HTTP(S)·포트·호스팅이 주소를 화면으로 잇는다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열릴 때 어디를 볼지 감이 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요청의 여정·상태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요청→응답 왕복, 맨 앞 숫자가 신호등(4=내 잘못, 5=서버 잘못)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에러 번호를 AI에게 그대로 붙여 물어본다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코드의 약점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보안·비밀 관리·권한 확인은 AI가 자주 놓친다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프롬프트로 요구하고 결과를 되묻는다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배포와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화면·서버·데이터를 나눠 올리고 GitHub로 자동 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환경변수를 넣고 요금 알림을 켜 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무엇이며, 공통 목표는?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갈래 B에서 코드보다 먼저 그려야 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한 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 어떤 항목이 들어가나?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제출 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체크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'RLS'와 '백엔드 검증'은 각각 왜 필요한가?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백엔드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각각이 맞는 상황은?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Supabase에서 "공개 키 + RLS 켜짐"과 "RLS 꺼짐"의 차이는? (CVE-2025-48757)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A: 튜토리얼로 작은 앱을 한 바퀴 / B: 내 서비스에 백엔드 한 겹 붙여 배포. 공통 목표는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'백엔드가 실제로 도는 것'을 내 손으로 경험.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꼭 필요한 기능 · 화면만으로 되는 기능 · 필요한 창구(엔드포인트) · 다룰 비밀값 · 호스팅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항목.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RLS: 공개 키로 DB에 직접 접근하는 구조라 켜야만 데이터가 안전. 백엔드 검증: 가격·수량·권한은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프론트만 믿을 수 없어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서버에서 다시 확인.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집+터널(원리 체험·잠깐 시연) ② 무료 클라우드(내 로직 안정적으로) ③ Supabase(저장·조회·로그인 대부분일 때 가장 빠름).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"공개 키 + RLS 켜짐 = 안전 / RLS 꺼짐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DB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". 꺼져 있으면 누구나 읽고·고치고·지울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뒤에서 일어나는 일들 🍳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소단원 종료 · 배운 것을 내 손으로 도는 것으로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2026-08-27T08:19:49Z</dcterms:created>
  <dcterms:modified xsi:type="dcterms:W3CDTF">2026-08-27T08:19:49Z</dcterms:modified>
</cp:coreProperties>
</file>