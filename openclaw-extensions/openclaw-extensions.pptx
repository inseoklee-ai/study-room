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— 손끝 늘리기, 기능 투어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켜지 않습니다. 무엇이 있는지, 무엇을 조심해야 하는지 읽습니다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하나 늘면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셋이 늘어납니다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늘어나는 것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 (닿는 곳)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늘어나는 것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 (남기는 기록)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늘어나는 것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 (허락해야 하는 것)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절은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열어 볼 지점을 정하는 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닿는 곳을 늘리는 기능들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· 카메라 · 위치 · 음성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확장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브라우저 조작 기능은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열기 · 탭 다루기 · 스크린샷 · 클릭 · 입력 · PDF 저장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까지를 하나의 서비스로 묶어 둡니다.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눈으로 화면을 보고 손으로 누르는 일을 대신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08711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입구의 관점에서 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웹이 통째로 새 접촉면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 — 에이전트가 방문하는 페이지에는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향한 문장이 얼마든지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절에서 읽은 "읽은 내용과 실행 요청의 분리" 원칙이 브라우저에서는 더 자주 적용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 셈입니다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연결한 기기의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눈과 위치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노드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연결된 기기의 카메라 목록을 보고 사진을 찍습니다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 노드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위도 · 경도 · 고도 · 속도 · 위치 출처를 돌려줍니다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67004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기능들은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이야기가 본체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 켜는 순간 물리 세계가 에이전트의 입력이 됩니다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73075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권한을 거부하거나 기능이 꺼져 있거나 시간이 넘을 때 낼 수 있는 오류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정리해 둡니다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허용과 연결이 먼저고 기능은 그 다음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순서가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절의 보안 원칙과 같은 문양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이어서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Talk mode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글소리 인식과 합성을 함께 쓰는 연속 음성 대화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보지 않고 대화가 이어집니다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음성은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승인의 문제를 다시 만듭니다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소리로 듣는 승인은 눈으로 읽는 승인보다 흘러가기 쉽습니다.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위험도가 큰 작업은 발화로 정확하게 다시 승인하도록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요구합니다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24887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524887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늘리는 기능마다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승인의 형태도 함께 설계 대상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입구에 문지기를 세우는 설계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IMAP 감시 · 모델 페일오버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확장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메일함을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지켜봅니다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닿는 것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분리되고 제한된  읽기 전용 reader agent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IMAP 감시 기능은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메일함을 지켜보다가 인증된 받은 메일을 별도의 읽기 전용 역할로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문서는 이 구조를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"임의의 메일을 주 에이전트에 바로 넣는 기능이 아니다"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분명히 못 박습니다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메일함은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수 없는 입력이 들어오는 입구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입구에 처음 닿는 것을 권한이 가장 작은 별도의 역할로 격리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 같은 곳에는 문지기가 따로 서 있는 구조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문제가 생기면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모델로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페일오버는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모델에 문제가 생겼을 때 같은 제공자 안에서 인증 프로필을 바꿔 본 뒤 설정해 둔 다음 모델로 넘어가는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기능입니다.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페일오버는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없애는 장치가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뒤에 시도할 순서를 정해 두는 장치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모델을 정해 두지 않으면 넘어갈 곳이 없고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프로필이 여러 개여야 회전이 가능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절의 인증 정리와 이어지는 설정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마켓과 주머니 속 입구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ClawHub · 모바일 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⑩ 확장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ClawHub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배포처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skills search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skills install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8541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18541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설치할 수 있다는 것과 안전하다는 것은 다른 말입니다.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ClawHub는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악성으로 표시된 배포판은 거부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내용을 함께 보여 주고 설치를 이어 가는 형태의 배포판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있습니다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0134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설치하는지 그 문서를 읽는 습관이 마켓을 쓰는 조건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앱은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입구를 주머니까지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가져옵니다 — iOS·Android 앱이 노드로 연결되어 있으면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폰의 감각과 알림이 에이전트와 이어집니다.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절의 텔레그램 연결과 같은 원리가 앱이라는 다른 옷을 입은 것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붙는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주의점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3335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단계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안정적인 기본값이나 장기 계약을 보장하지 않는 미리 보기이며 형태가 빨리 바뀔 수 있습니다 — 같은 일을 하는 안정 경로가 있다면 그쪽이 먼저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카메라·위치·음성·기기 조작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권한을 주고 연결된 노드가 있어야 움직이는 기능들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85140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85140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켜는 순서가 아니라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허용의 근거를 먼저 묻는 습관이  오늘의 결론입니다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확장 기능을 읽는 세 기준은?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입구(닿는 곳) · 상태(남기는 기록) · 권한(허락해야 하는 것).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IMAP 감시가 보여 주는 설계 원칙은?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수 없는 입력에 처음 닿는 것을 권한이 가장 작은 읽기 전용 역할로 격리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 임의의 메일을 주 에이전트에 바로 넣는 기능이 아니다.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페일오버가 하는 일과 하지 않는 일은?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없애지 않고, 실패 뒤 시도할 순서를 정한다.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모델과 여러 인증 프로필이 있어야 작동한다.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허용의 근거를 먼저 묻습니다 🖐️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⑩ — 여기까지 (중단원 ④ 완결)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