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7 · 공간을 다루는 AI (⑦⑧⑨+제출)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될 때, 더 낫게, 고르는 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자리 · PSNR/SSIM/LPIPS · 과제 · 라이선스 ·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될 때·더 낫게  검은 자리·PSNR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 공개할 공간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⑨+제출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눈  라이선스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계속 바뀐다 — 남는 것은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하나와 무엇을 갈아 끼울지 고르는 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페이지는 다시 안 만든다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파일만 갈아 끼우면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유명한 것과 쓸 수 있는 것은 다르다.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크기는 곱셈으로 세고, 남이 잰 숫자는 조건과 함께 읽는다.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될 때와 더 낫게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자리 · 촬영 실패 · 세 가지 자 · 개선 3길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98948" y="5486400"/>
            <a:ext cx="15910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98948" y="5486400"/>
            <a:ext cx="1591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⬛ 검은 자리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찍힌 면에는 값이 없다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24장을 찍었어도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그쪽을 안 지나갔다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깊이 지도는 카메라가 본 면 한 겹만 준다. 소파 뒷면은 찍히지도 않았다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찍히지 않은 것에 값이 있을 리 없고, 값이 없으면 놓을 알갱이도 없다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그릴 게 없어서 검은 것이지 잘못 그려서가 아니다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소파 뒤 · 천장 구석 ·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 들어온 쪽의 벽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들어서며 찍기 시작하면 등 뒤가 되는 면이 한 번도 안 찍힌다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메우는 길 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그쪽을 지나가며 한 번 더 찍기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(빠르고 정직), 없는 걸 지어내게 하기(끝에서 이름만). 앞의 것이 훨씬 낫다.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이렇게 찍으면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나온다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제자리에서 몸만 돌리기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크게 무너짐. 렌즈가 안 움직여 시차가 안 쌓임 — 퍼진 정도 0.1 아래면 사실상 한자리(걸어 다니면 0.3)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너무 빨리 움직이기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번진 사진에선 같은 지점을 못 찾아 어긋남을 못 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매끈한 단색 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잡을 표식이 없다. 유리·거울은 더 나빠 — 비친 상이 카메라 따라 움직여 점이 방 밖으로 날아간다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각 축 위아래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0.5% 밖으로 튄 점을 버리는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걸음이 앞에 있다 — 점 몇 개가 장면 전체를 몇 배로 키운다. 폰 화질은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1080p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로(4K는 100MB 넘어 올리기만 한참).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잘됐는지를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재나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시점 합성 재는 법은 정해져 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 둔 사진 몇 장을 일부러 빼 놓고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나머지로만 만든 뒤, 빼 놓은 각도의 화면을 만들게 해서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감춰 둔 진짜 사진과 나란히 견준다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 번도 못 본 각도라 정직한 시험).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PSNR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화소 값이 원본과 얼마나 다른가(데시벨)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높을수록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SSIM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밝기보다 무늬·형태가 얼마나 닮았나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높을수록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LPIPS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신경망 특징으로 사람 눈에 얼마나 비슷한가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낮을수록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6961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76961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76961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PSNR의 데시벨은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배수를 로그로 눌러 적는 눈금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값이 3 오르면 어긋남이 절반, 6 오르면 4분의 1.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30→33과 33→36의 값어치가 같다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셋이나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필요하고, 무엇은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재나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화소를 하나씩 빼서 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살짝 흐린 그림이 유리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하다(모든 화소를 조금씩만 틀림). 무늬는 살아 있는데 위치가 밀린 그림은 화소 차이가 크게 나온다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사람 눈엔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흐린 쪽이 훨씬 거슬리고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밀린 쪽은 못 알아챈다 → 그래서 LPIPS로 다시 재면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순위가 뒤집히는 일이 흔하다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논문이 셋을 나란히 싣는 이유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감춰 둔 진짜 사진이 있어야 한다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그러니 검은 자리(아무도 안 찍은 면)는 이 자들로 못 잰다 — 대어 볼 사진이 없다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문턱도 없다 — 장면·해상도가 바뀌면 숫자가 통째로 움직인다.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똑같이 맞춰 놓고 잰 두 값의 차이만 뜻이 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만든 걸 판정하는 자는 여전히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(검은 점=작은 알갱이, 구멍=성긴 점, 앞뒤 뒤집힘=정렬 순서, 천장이 발밑=부호). 자 이름은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낸 결과를 읽기 위해서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더 낫게 · 길 1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재서 채우는 대신 배우게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한 것 (재서 채우기)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준 좌표 그대로, 크기는 규칙 하나로, 색은 사진에서.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계산하면 끝이라 빠르다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배우게 하기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 보고 → 실제 사진과 견주고 → 어긋난 만큼 값을 고친다. 없는 곳엔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쪼개고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쓸모없으면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갈리는 곳이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안 지나간 곳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재서 채우면 비어 있고, 학습을 걸면 알갱이가 옮겨 다니며 어느 정도 메운다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각도별 색 45칸도 채워진다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알갱이가 236~248바이트가 되고, 줄일 때 그 180바이트를 자를지가 고를 거리로 생긴다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검색어는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gsplat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(Apache-2.0) — 알갱이를 학습으로 만드는 계산 커널. 원 논문 구현과 결과는 같은 계열, 조건만 다르다.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더 낫게 · 길 2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앱으로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만드는 자리를 옮긴다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찍어서 알갱이 파일 만들기까지를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안에서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끝내는 앱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Scaniverse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(한국 스토어 무료·한국어). 둘레를 돌면 찍히고 무거운 계산도 폰에서, .spz·.ply로 내보냄.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쪽은 이미 내 주소에 있으니 파일만 갈아 끼운다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2026년 4월부터 갈래가 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안 처리는 지금도 무료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새로 붙은 클라우드 처리는 계정 몫을 깎는다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Polycam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한국어·촬영 무료지만, 요금제를 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내보내는 건 .gltf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스플랫 파일은 위 등급부터.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소개에 형식 이름이 죽 적혀 있어도 무료로 되는지는 요금제 쪽을 봐야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더 낫게 · 길 3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보는 것에서 고치는 것으로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물체를 잡아내기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3차원 분할 — 카메라 위치가 이미 나와 있어 화면에 칠한 표시를 알갱이에 되짚어 붙인다. 알갱이마다 소속을 다는 정체성 부호, 말로 부르는 개방 어휘 분할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지우고 뒤 메우기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3차원 인페인팅 — 어려운 건 그림 실력이 아니라 일관성(옆으로 돌아도 안 어긋나야)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아무도 안 찍은 곳 지어내기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보인 자리(unseen region) — 참고할 화소가 한 장도 없다. 되찾는 게 아니라 지어내는 일이라 물어볼 상대가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이름만 — SAGS·Gaussian Grouping·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GaussianCut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(추가 학습 없이 곧바로)·GScream·GaussianEditor·AuraFusion360·Inpaint360GS.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3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("빨간 의자"라고 적으면 전부 오려 냄)·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3D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한 장을 물체별 입체로, 오늘과 같은 .ply).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공개할 수 있는 공간을 골라 올립니다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망설임 없는 것을 하나 · 네 걸음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과제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찍어도 되는 곳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두 조건을 동시에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보여도 되는 곳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아는 누구나 연다 — 얼굴·번호판·문패·손님·서류가 들어오면 곤란. 사유지·미술관·매장은 촬영 제한 확인(안 되면 딴 데로)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시차가 쌓이는 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벽·물건이 가까워 몇 걸음에 크게 밀리고 무늬가 넘치는 곳.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전망대 먼 풍경은 둘 다 사라진다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둘레를 돌 수 있거나 감싸인 자리를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밖에서 새로 생기는 함정 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(사람·나뭇잎·물은 그 자리에서 어긋남)과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(해를 마주 보면 하얗게 날아가 무늬가 없다. 등지고 돌거나 흐린 날)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3829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3829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3829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조건이라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맞으면 과제가 안 끝난다.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고를 만한 곳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나오나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조심할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공원 조형물·정자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둘레를 한 바퀴 돌 수 있어 시차가 크게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받침의 이름, 옆 벤치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벽화·간판 있는 골목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벽이 가까워 크게 밀리고 무늬 많음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주택가면 문패·호수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야외 계단참·난간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형태 뚜렷, 그늘·빛이 갈려 무늬가 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오르내리는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로비·통로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실내라 빛 고르고 벽이 가까움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촬영 정책과 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찍는 규칙은 그대로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걸어 다니며 15~20초, 천천히, 1080p.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 둘레를 한 바퀴, 감싸인 자리면 안에서 크게 원을 그리며.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2️⃣3️⃣4️⃣ 찍어서 →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셋 비교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올리고 제출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 노트를 처음부터 다시 돌린다(24장 뽑기 → 점 → 알갱이 .ply). 판정도 그대로: 퍼진 정도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 아래면 다시 찍기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.compressed.ply·.sog·.spz 셋으로 변환해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크기·알갱이 개수·알갱이당 바이트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표로. 셋 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 개수가 같아야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(다르면 솎아 낸 것)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줄인 파일을 올리고 Pages를 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Pages 주소 + 저장소 주소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줄 제출. 보내기 전 /scene.sog로 파일이 직접 내려오는지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942844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my-open-space/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앞에서 만든 페이지 그대로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scene.sog       줄인 알갱이 파일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       주소·고른 근거·촬영값·형식표·안 나온 자리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shots/viewer.png  화면 갈무리 한 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3373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3373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3373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README에 채울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공개해도 되는 근거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길이·1080p·24장,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퍼진 정도(0.1 기준선)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나온 점, 형식별 크기·개수·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알갱이당 바이트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폰 첫 화면 초,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나온 자리와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무엇을 보고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채점하나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주소가 열리고 남에게 보낼 수 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폰에서 뜨는지, 남의 얼굴·문패가 안 들어갔는지, 고른 근거가 README에 한 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눈이 아니라 숫자로 판정했나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퍼진 정도·알갱이당 바이트·형식별 크기와 개수. .ply÷개수가 68이면 각도별 색이 빈 것(정상)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나온 자리를 설명할 수 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검은 얼룩·앞뒤 뒤집힘을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시차·정렬 순서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낱말로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못 가도 괜찮다주소에 올라간 건 그대로 남는다 — 어디서 왜 막혔는지 설명할 수 있으면 충분하다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바뀌고 고르는 눈은 남습니다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어디에 남나 · 라이선스 · 다음에 볼 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+ 프로젝트 제출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무엇이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남았나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콜랩 — 사라진다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올린 영상·프레임 24장·점 320만·217.5MB 중간 파일이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안에만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다시 하려면 영상부터. 단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저절로 안 꺼진다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colab stop이나 런타임 끊기(안 끄면 기계를 계속 문다)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 — 남는다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15.3MB 파일은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지우기 전까지 그 자리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링크를 안 알려 줘도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주소를 아는 사람은 들어온다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그려 놓으면 사람이 알아보는 건 사진과 똑같다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찍는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짧은 시간에 든 것을 전부 찍는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문서·명패·우편물이 함께 올라갔을 수 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열어 천천히 돌려 보고, 걸리면 치우고 다시 찍어 파일만 갈아 끼운다.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배우는 데엔 무엇을 찍었는지가 상관없다.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오늘 쓴 것들의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일에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MapAnything -apache 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Apache-2.0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됨. -apache 안 붙은 판은 비상업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three.js · Spark · splat-transform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gsplat (학습으로 만드는 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Apache-2.0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3D 가우시안 스플래팅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연구용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43814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구현만 안 된다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그 줄이 오늘 가져갈 것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제일 유명한 것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못 쓰는 것이다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된다고 적힌 그것이 이 방식을 처음 내놓은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구현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(별 2만 개 넘고 검색하면 제일 먼저)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"연구·평가 목적으로만"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상업이면 기관에 먼저 연락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함정이 복원 모델에도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뒤 낱말 하나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(-apache)가 조건을 가른다. 크기별로 갈리기도(큰 거 받으면 비상업). 조건과 별개로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이름·소속 신청·승인 관문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7475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🌍 사진·글에서 입체를 만드는 한 모델의 조건 문서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"THIS LICENSE ... DOES NOT APPLY IN THE EUROPEAN UNION, UNITED KINGDOM AND SOUTH KOREA"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허용 지역에서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한국이 빠져 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4462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4462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4462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가져갈 것은 결론이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문서에 이런 문장이 있을 수 있다는 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업무에 쓸 것이면 법무 검토를. 깨끗한 대안도 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TRELLIS.2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(코드·가중치 MIT, 단 메모리 24GB↑).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모르고 쓰면 문제, 알고 고르면 대안이 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형식은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바뀐다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그래도 다시 만들 건 적다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페이지는 안 만든다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형식은 확장자→형식 이름 대응표에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더하면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끝. .sog 하나 때문에 만든 그 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방법도 안 바뀐다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 ÷ 알갱이 개수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형식이 무엇이든 통한다. 앞뒤 뒤집힘, 폰 몇 초도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건 변환 명령 한 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도구를 갈아엎지 말고 그 한 줄만 바꿔 크기·개수를 앞의 것과 나란히 적어 견준다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바뀌는 것은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명령 한 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다음에 무엇을 보든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셋을 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웹에 올릴 것은 크기부터 센다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알갱이당 바이트로 크기가 곱셈으로 나오고, 무엇이 비었는지가 나눗셈으로 갈린다. 크기(기다림)와 개수(부드러움)는 다른 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유명한 것과 쓸 수 있는 것은 다르다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조건 문서를 연다. 판별·코드/가중치·지역·승인 관문이 갈린다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잰 숫자는 조건과 함께, 자기 것은 자기 기계에서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형식·장면마다 배수가 다르고 폰 첫 화면은 기종·회선마다 다르다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셋은 공간 도구에만 해당하는 게 아니다 — 새 도구를 만날 때마다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곳에서 같은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확인한다. 도구는 바뀌고, 남는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하나와 고르는 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프로젝트 제출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루브릭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학습목표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원하는 기능을 서비스에 적절히 최적화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웹에서 원활하게 3D 이미지를 탐색할 수 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AI로 이미지를 3D로 변환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이미지가 적절하게 3D로 변환되었는가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웹으로 3D 서비스를 업로드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3D 이미지가 웹으로 제출되었는가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방식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또는 URL 중 한 가지로만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(ZIP·PDF·이미지, 최대 5MB),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후 수정 불가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파일이 5MB를 넘거나 .sog면,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제출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(Pages 주소 + 저장소 주소)이 이 과제에 맞다.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7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핵심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사진과 거리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셔터가 버린 거리(위치 3칸)를 계산으로 되찾는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그릇과 알갱이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스플랫 알갱이 = 반투명 타원. 62값 중 구면 조화가 73%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 세 걸음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걸어 찍어 점 → 62칸 채워 알갱이 → 줄여서 주소에. 화면 전에 숫자로 판정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일곱 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막힘·풀이·내준 것으로 읽는다. 오늘 건 가장 나중 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판정하는 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PSNR·SSIM·LPIPS는 진짜 사진이 있어야. 검은 자리는 못 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고르는 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크기는 곱셈, 유명≠쓸 수 있음(조건 문서), 속도는 어느 기계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크게 돌리면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자리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남는 이유와, 메우는 가장 빠른 길은?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PSNR·SSIM·LPIPS를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셋이나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쓰는 이유와, 이 자들이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재는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과제에서 찍을 곳이 만족해야 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콜랩과 공개 주소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남고 무엇이 사라지나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그래서 조심할 것은?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"제일 유명한 것이 못 쓰는 것"은 무슨 뜻이며, 조건 문서에서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갈리는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그쪽을 안 지나가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값이 없다 — 그릴 게 없어서 검은 것. 메우는 가장 빠른 길은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그쪽을 지나가며 한 번 더 찍기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(지어내기보다 정직).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화소로 재면 흐린 게 유리한데 사람 눈엔 흐린 쪽이 거슬려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LPIPS로 재면 순위가 뒤집힌다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셋 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감춰 둔 진짜 사진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필요해 검은 자리는 못 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남에게 보여도 되는 곳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(얼굴·문패·서류 없음)이면서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시차가 쌓이는 곳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(벽·물건이 가깝고 무늬 많음). 하나만 맞으면 과제가 안 끝난다.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콜랩은 세션과 함께 사라지고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(안 끄면 기계를 계속 뭄),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주소는 지우기 전까지 남는다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(주소 아는 사람은 들어옴). 찍기 전 한 바퀴 훑고 걸리면 파일만 갈아 끼운다.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 2만 개짜리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구현이 연구·평가용이라 상업엔 못 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조건 문서는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판별·코드/가중치·지역·승인 관문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갈리고, 자동 라벨은 틀리니 열어 읽어야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눈은 남는다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될 때, 더 낫게, 고르는 눈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2026-08-13T12:31:33Z</dcterms:created>
  <dcterms:modified xsi:type="dcterms:W3CDTF">2026-08-13T12:31:33Z</dcterms:modified>
</cp:coreProperties>
</file>