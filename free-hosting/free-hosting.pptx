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백엔드 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공짜로 세상에 올리기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서버 고르기 — 공짜의 세계는 계속 줄어드는 중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줄어드는 공짜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만한 곳 비교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이럴 땐 이걸로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함정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한때 성지였던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서버들이 왜 사라졌는지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지금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만한 무료 호스팅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한 표로 비교한다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만든 것에 맞춰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어디로 시작할지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전에 알아 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함정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마무리한다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무료는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배우고 시연하기엔 충분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하다. 대신 그 한계를 알고 골라야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공짜의 세계는 줄어드는 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어제의 무료가 오늘은 없다 — 왜?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86684" y="5486400"/>
            <a:ext cx="58155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86684" y="5486400"/>
            <a:ext cx="5815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Heroku · Railway · Fly.io · Glitch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🕰️ 하나씩 사라진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서버들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Heroku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한때 초보들의 성지였던 무료 서버가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 11월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완전히 사라짐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Railway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·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Fly.io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— 상시 무료를 없앰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Glitch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7월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앱 호스팅 종료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이름들을 외울 필요는 없다.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무료는 언제든 접힐 수 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흐름 자체가 요점이다.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왜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공짜를 거둬들일까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계정을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암호화폐 채굴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곳에 악용하는 사람이 늘어남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부담이 커지자 회사들이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공짜를 거둬들이기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"지금 무료인 것도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언젠가 바뀔 수 있다"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전제로 고른다가입 직전에 공식 요금 페이지를 한 번 확인하는 습관이 안전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9565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9565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9565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 하나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가입 버튼을 누르기 직전, 그 서비스의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요금 페이지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한 번 확인한다.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쓸 만한 무료 호스팅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기준 · 정책은 바뀔 수 있음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4820" y="548640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4820" y="548640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사이트 · 백엔드 · VM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먼저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단어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사이트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화면만 있는 것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포트폴리오·소개 페이지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것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뒤에서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처리하는 부분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로그인·저장 같은 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만든 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정적,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다루면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백엔드가 필요하다.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무료 호스팅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비교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7238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뭘 올리기 좋나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무료로 주는 것·주의점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Cloudflare Pages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정적·프론트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대역폭 무제한 — 트래픽 걱정 가장 적음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 Pages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정적 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단순, 코드 저장하던 곳에 그대로 게시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Vercel (Hobby)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프론트·Next.js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손이 가장 덜 감, 단 개인·비상업용만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Netlify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정적·프론트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Vercel 대안, 상업적 이용 허용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Render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 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15분 안 쓰면 잠듦(다시 깨는 데 ~1분)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Supabase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백엔드+DB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DB·로그인 한 번에, 7일 미사용 시 일시정지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Oracle Always Free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진짜 리눅스 서버(VM)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상시 무료 VM, 단 카드 필요·설정 어려움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902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5902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5902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한도·정책은 각 서비스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요금 페이지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최신으로 확인한다.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이럴 땐 이걸로 시작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만든 것에 맞춰 고르기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62756" y="5486400"/>
            <a:ext cx="466344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2756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· 프론트 · 백엔드 · 진짜 서버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상황별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목적지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포트폴리오·소개 페이지(화면만)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 Pages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또는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 프론트(Next.js 등)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(수익 서비스면 나중에 유료로)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로그인·저장이 필요한 백엔드+DB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무난한 1순위 (API 서버가 따로 필요하면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Render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곁들이기)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서버를 만져 보며 공부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Always Free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(설정 난이도 있음)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고르는 것도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물어보면 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9021"/>
          </a:xfrm>
          <a:prstGeom prst="roundRect">
            <a:avLst>
              <a:gd name="adj" fmla="val 149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만든 건 이런 서비스인데,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올리기 좋은 곳과 그 제약을 표로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정리해 줘"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6692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6692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06692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후보를 뽑아 주면, 여러분은 그 답을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된다.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전에 알아 둘 세 함정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티어를 쓰기 전 반드시 확인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82796" y="548640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2796" y="5486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잠듦 · 기한/일시정지 · 요금 폭탄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무료 티어의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함정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511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151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잠듦(spin-down)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한동안 아무도 안 오면 잠듦. 오랜만의 첫 방문자는 화면 뜨는 데 1분쯤(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아님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 Render 무료가 대표적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095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04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04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6095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기한·일시정지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무료 DB가 일정 기간 뒤 사라지거나(Render 무료 Postgres는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후 만료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), 안 쓰면 잠시 멈춤(Supabase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데이터는 백업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꼭 따로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0312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938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938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750312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 폭탄 방지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카드가 걸린 서비스(클라우드 VM 등)는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알림·상한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걸어 둘 것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무료의 세계는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줄어드는 중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가입 직전 공식 요금 페이지를 확인한다.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화면만이면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 Pages·GitHub Pages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데이터가 붙으면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것도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표로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뽑게 하고, 판단은 내가 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함정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잠듦·기한/일시정지·요금 폭탄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미리 알고 시작한다.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— 무료는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"배우고 시연하기"엔 충분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많은 사람에게 24시간 안정적으로 제공하는 단계가 오면 그때 유료를 검토한다.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초보들의 성지였던 무료 서버가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사라진 시점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이름은?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회사들이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무료를 거둬들이게 된 이유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화면만 있는 페이지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올리기 좋은 무료 서비스 두 곳은?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로그인·저장이 필요한 백엔드+DB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무난한 1순위는?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무료 티어의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함정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무엇인가?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Heroku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 11월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무료 제공이 완전히 종료됐다.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무료 계정을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암호화폐 채굴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곳에 악용하는 사람이 늘어, 비용 부담이 커진 회사들이 공짜를 거둬들였다.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 Pages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(대역폭 무제한)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(가장 단순).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DB·로그인을 한 번에 해결. API 서버가 따로 필요하면 Render를 곁들인다.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잠듦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(안 쓰면 잠듦)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기한·일시정지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(무료 DB 만료/멈춤, 백업 필수)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 폭탄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(카드 걸린 서비스는 예산 상한).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공짜로도 충분하다 🚀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공짜로 세상에 올리기 — 여기까지 · 다음: 내 컴퓨터를 서버로 — 집에서 돌려보기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2026-08-27T08:19:49Z</dcterms:created>
  <dcterms:modified xsi:type="dcterms:W3CDTF">2026-08-27T08:19:49Z</dcterms:modified>
</cp:coreProperties>
</file>