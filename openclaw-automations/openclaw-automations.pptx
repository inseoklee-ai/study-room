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5 · 에이전트 시스템 마스터 · OPENCLAW ⑨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— 반복되는 일을 예약하기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Gateway가 켜져 있어야 예약한 시간에 일이 시작됩니다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automations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Gateway의 스케줄러입니다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안에서 실행되는 기능이 아닙니다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 프로세스가 실행 중이어야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예약한 시간에 일이 시작됩니다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일정·실행 상태·실행 기록은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OpenClaw의 공유 SQLite 데이터베이스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저장됩니다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Gateway를 다시 시작해도 예약 자체가 사라지지 않습니다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결과는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채널 · 웹훅 · 기록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보낼 수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 있는 시간표부터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실행 조건과 별개로 먼저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자동화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automations list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automations는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작업을 만들고, 목록과 상세 정보, 실행 기록을 보고, 지우는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명령입니다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 openclaw cron이라고 써도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명령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동작합니다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8384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8384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작업을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만들거나 지우거나 즉시 실행하는 변경 명령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operator.admin 권한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필요합니다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권한은 예약이 실행되는 조건과 별개로 먼저 확인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일회성과 반복을 만들어 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뒤 알림 · 5분 시보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자동화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뒤의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-u +%FT%TZ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UTC 현재 시각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3분 뒤의 ISO 시각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계산해 아래 자리에 넣습니다.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433447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433447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524887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automations create "&lt;ISO시각&gt;" --name "첫 알림"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--session main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--system-event "3분 전에 예약한 알림이 도착했습니다"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71291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--session main은 앞에서 연 WebChat의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세션으로 시스템 이벤트를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 실행하는 작업은 성공적으로 끝나면 자동으로 지워집니다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목록에서 작업을 알아보기 쉽게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붙입니다. 위 명령은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대신 시스템 이벤트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넣은 형태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5분마다 울리는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📖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cron 표기식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(분 시 일 월 요일) — 반복 시간을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칸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적는 방식. */5 * * * *에서 첫 칸 */5는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뜻하고, 나머지 네 칸의 *는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시, 모든 날, 모든 달, 모든 요일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287524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7524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68096" y="2378964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automations create "*/5 * * * *"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"지금 시각과 대기 중인 알림이 있으면 한 줄로 알려 줘" \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--name "5분 시보"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32536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 분 기다리며 WebChat에 시보가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도착하는지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작업은 반복 일정이므로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실행되어도 목록에 남고 다음 5분을 기다립니다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automations runs --id &lt;job-id&gt;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automations list에서 시보의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ID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확인한 뒤 그 작업의 실행 기록을 봅니다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시보가 두 번 울렸다면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기록에도 두 번의 실행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생깁니다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일회성 작업은 실행 뒤 목록에서 사라지지만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작업은 다음 실행 시간을 가진 채 목록에 남습니다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목록과 실행 기록을 나란히 보면 이 차이가 그대로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나타납니다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178683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178683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3178683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Gateway를 끄면 스케줄러도 함께 멈춥니다.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그동안에는 예약 시간이 되어도 작업이 실행되지 않습니다 — 다만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켠 뒤에도 SQLite에 저장한 일정과 이전 실행 기록은 남아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일을 대화로 시킵니다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칸을 외우지 않아도 됩니다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42916" y="54864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2916" y="54864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⑨ 자동화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감지와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93395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446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반복을 알아채는 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부탁을 여러 번 하면 에이전트가 먼저 예약으로 바꿀지 제안합니다. 만들기 전에 일정과 할 일을 사람의 말로 한 문장 확인 — 예: "매주 평일 오전 7시에 어제 밤 업데이트를 요약해 이 방에 올립니다". cron 표기식이 아니라 사람의 문장으로 확인하게 하는 설계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46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/loop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WebChat에서 /loop 5m 지금 시각을 한 줄로 알려 줘 → 이 대화에 묶인 5분 반복 작업. 소유자만 쓸 수 있는 명령. 간격을 빼면 1분에서 1시간 사이에서 스스로 다음 실행을 정합니다. /loop status로 보고 /loop stop으로 끕니다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5186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345186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345186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/loop로 시보를 하나 만든 뒤 openclaw automations list를 다시 실행해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CLI로 만든 시보와 /loop로 만든 시보가 한 목록에 나타나는지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확인합니다.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입구가 달라도 스케줄러는 하나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실습이 끝나면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시간표를 비웁니다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45720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45720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openclaw automations remove &lt;job-id&gt;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751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list에서 5분 시보의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ID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찾아 넣습니다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/loop로 만든 시보는 대화창에서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/loop stop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으로도 지울 수 있습니다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83845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83845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작업을 남겨 두면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Gateway가 켜져 있는 동안 계속 실행됩니다  실습이 끝난 작업은 지우는 습관이 필요합니다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automations는 어디에서 실행되나?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8617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8617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8617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모델 안이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Gateway에 들어 있는 스케줄러.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Gateway가 실행 중이어야 예약이 시작된다.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05634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05634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05634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일회성과 반복 작업의 차이는?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22651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2651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22651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일회성은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성공하면 자동으로 지워지고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반복은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실행 시간을 가진 채 목록에 남는다.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39668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39668"/>
            <a:ext cx="64008" cy="434721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39668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CLI와 /loop로 만든 작업의 관계는?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56685"/>
            <a:ext cx="11027664" cy="434721"/>
          </a:xfrm>
          <a:prstGeom prst="roundRect">
            <a:avLst>
              <a:gd name="adj" fmla="val 1893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56685"/>
            <a:ext cx="64008" cy="434721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56685"/>
            <a:ext cx="10707624" cy="43472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만드는 입구가 달라도 스케줄러는 하나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여서 같은 목록에 나타난다.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움직이는 시간표 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OpenClaw ⑨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2026-09-04T13:25:00Z</dcterms:created>
  <dcterms:modified xsi:type="dcterms:W3CDTF">2026-09-04T13:25:00Z</dcterms:modified>
</cp:coreProperties>
</file>