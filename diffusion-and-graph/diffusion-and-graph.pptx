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8 · AI가 새로 연 곳들 (⑥⑦)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것을 만들고, 자연을 배운다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— 분자·결정 · 그래프 — 원자·기상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두 발상,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갈래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(⑥)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약물 분자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(주머니에 맞는 것을 새로 그림)와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구조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(없던 물질). 흩뜨렸다 되돌리기 — 흩뜨리는 것만 바뀐다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(⑦)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 사이 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전지구 기상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방정식을 푸는 대신 학습으로. 점과 선, 이웃끼리 주고받기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그림·단백질 뼈대·약물 분자·결정은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분야도 자료도 다른데 계산의 뼈대가 같다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"확산 기반"이라는 말을 보면 무엇을 기대할지 바로 안다: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걸 만들되 쓸 만한지는 따로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분자와 없던 결정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주머니에 맞는 분자 · 없던 결정 구조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확산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 절차는 그대로,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흩뜨리는 것만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바뀐다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흩뜨리나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픽셀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단백질 뼈대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원자의 3차원 좌표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약이 될 분자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원자와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원자와 좌표와 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43814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뿌린 잡음을 알아맞혀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거꾸로 걷어 낸다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뼈대가 넷 다 같다 — 새 분야에서 "확산 기반"을 보면 무엇을 기대할지 안다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💊 주머니에 맞는 분자를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 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방식은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뒤지기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보유 화합물 수십만 개를 표적에 하나씩 붙여 보고 점수 좋은 걸 고른다(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스크리닝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붙여 보는 계산이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창고에 답이 없으면 없는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방향이 바뀌었다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표적 홈 모양을 조건으로 주고 그 자리에 맞는 분자를 새로 그린다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(창고를 뒤지는 대신 맞춤으로 짓기). 여기에 확산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분자는 돌려놓아도 같은 분자라, 모델이 두 성질을 갖춰야 한다 — 에너지·점수 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없는 답은 어떻게 돌려도 똑같이(불변)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힘·좌표 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가진 답은 30도 돌리면 정확히 30도 돌아(등변)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검색어에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equivariant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붙어 있으면 이 성질을 갖췄다는 뜻.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🖱️ 설치 없이 눌러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GenMol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NVIDIA가 올려 둔 페이지는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로그인·키 없이 Experience 탭에서 그대로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돈다. 예제 중 실제 약 바리시티닙을 고르면 분자식 칸이 문자열로 채워진다(원자·결합을 알파벳·괄호로 한 줄에 적은 표준 표기)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끝 [*{20-20}]가 새로 만들 조각 — 별표가 "여기를 채워라", 중괄호 두 숫자가 채울 길이(20-20이면 스무 토막). Run을 누르면 채운 분자들이 구조식으로, 점수가 색으로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QED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너무 크지 않은지, 기름·물 사이 성질이 적당한지 잣대를 합쳐 0~1로.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높다고 약이 된다는 뜻은 아니고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볼 것을 고르는 자. 분자식만으로 계산돼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 것들을 한눈에 줄 세운다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4962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조각을 고정한 채 나머지를 채우는 이 방식은 단백질 뼈대를 고정하고 서열을 입히는 것과 성격이 같다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이쪽도 확산인데 다루는 게 좌표가 아니라 글자. 글자열엔 잡음을 못 뿌리니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무작위로 지웠다 되채운다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(discrete diffusion)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🕰️ 열린 것 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도는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그리고 도킹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분자 생성 대표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DiffSBDD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 MIT, 가중치 CC BY 4.0)의 공식 코랩은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판에 못 박혀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있어, 코랩 파이썬이 3.12로 오른 지금 설치 15줄 중 7줄이 실패(rdkit 포함).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TabPFN에선 원인이 라이선스, 여기선 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저장소는 마지막 손질 날짜를 함께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손에 잡히는 쪽은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고전 방식 AutoDock Vina(아파치 2.0, 그래픽카드 불필요). pip install vina meeko gemmi rdkit 10초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단백질·분자를 PDBQT 형식으로 바꾸고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뒤질지 상자로 지정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한다(잘못 잡으면 The ligand is outside the grid box). 시간은 분자가 가른다 — 작은 분자는 5초, 실제 약 이매티닙(회전 결합 7)은 권장 설정으로 6분 40초.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"그래픽카드 필요 없다"와 "몇 초에 끝난다"는 다르다.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없던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구조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만든다 — MatterGen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 찾기는 오래 시행착오였다(굽고 재고 다시 굽고). 2010년대에 컴퓨터로 후보를 미리 걸러 내는 방식이 자리 잡아 계산된 물질 수십만 건이 공개됐다 — 그래도 여전히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뒤지기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(아는 구조를 조금 바꿔 보기)였다. MatterGen은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구조 자체를 생성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원소를 몇 개, 얼마만 한 상자에 어떤 좌표로 배치할지를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"자기 성질이 이 정도인 물질"처럼 조건도 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결정은 같은 무늬가 무한 되풀이되는 구조, 그 무늬 하나가 담기는 상자가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격자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좌표는 상자 안에서만 뜻이 있고 상자도 늘거나 기운다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 종류·좌표·상자 모양 셋을 함께 흩뜨렸다 함께 되돌린다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2668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2668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22668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코드·가중치 모두 MIT, 최근 갱신 2026년 7월.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코랩이 없어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환경을 직접 만든다(무료 T4에서 넉넉, 설치 2분·생성 8분 — 되돌리기를 천 번 밟아서). 조건은 출처만 밝히면 돼 걸릴 것 없다.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결정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있을 수 없는 것 걷어내기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존재한 적 없는 결정 구조가 CIF 표준 파일로 여러 개 나온다. 3차원으로 띄우면 원자들이 규칙적으로 배열된 모습.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원자쌍이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0.5옹스트롬보다 멀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구조를 고르는 자가 아니라, 있을 수 없는 구조를 걷어 내는 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9064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9064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9064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 둘이 0.5옹스트롬보다 가까우면 결합이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겹쳐 놓인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어떤 물질로도 안 만들어진다. 잘 나온 구조는 대체로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2~3옹스트롬 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결합 종류에 따라 1.5옹스트롬 언저리도 정상.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0657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게 진짜 만들어지는지는 이 도구가 답하지 않는다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계산상 안정해 보이는 것과 실험실에서 합성되는 것은 다르다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 사이를 메우는 게 이어서 볼 원자간 퍼텐셜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자연을 계산하는 대신 배우는 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관계를 자료로 · 원자 사이 힘 · 전지구 예보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그래프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관계를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자료로 쓴다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간선 하나 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논문끼리 인용 관계를 정리한 연습용 자료 Cora — 논문 2,708편, 간선 10,556개. 각 논문은 어떤 단어가 나왔는지로 표현되고 일곱 주제로 분류.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붙은 논문은 140편뿐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이라, 관계를 안 쓰면 나머지 2,568편이 아무 단서도 못 준다.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(매개변수 23,063로 동일)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 정확도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신경망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81.5%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크기의 일반 신경망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56.4%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8556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38556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크기는 그대로, 간선만으로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25%포인트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논문의 주제를 참고해 라벨 없는 논문에서도 단서를 끌어온다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444627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44627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44627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다음 두 갈래에서 벌어지는 일과 같다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 하나의 상태는 이웃 원자가, 대기 격자점 하나의 다음 값은 이웃 격자점이 정한다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관계가 답을 담은 자료에선 관계를 쓰는 것 자체가 큰 이득.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여덟 중 가장 싸게 손에 잡히는 자리이니 건너뛰지 말 것.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⚛️ 원자 사이의 힘을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CHGNet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 성질은 원자들이 서로 얼마나 세게 끌고 미는지에서 나온다. 제대로 구하려면 양자역학 계산(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밀도범함수이론, DFT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— 정확한 대신 느리다(원자 몇백 개에 시간 단위, 수가 늘면 훨씬 가파르게)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변화는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원소를 한 모델이 다 다루게 된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예전엔 실리콘용·물용 따로. 지금은 주기율표 대부분을 아우르는 하나를 받아 바로 쓴다. 이 계열이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원자간 퍼텐셜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그래프가 가장 자연스럽게 맞는 데 — 원자를 점, 가까운 쌍을 선으로. 각 원자가 이웃에게 "나는 어떤 원소·너와 이만큼"을 받아 상태를 고치기를 반복(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패싱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퍼텐셜 = 배치가 갖는 에너지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에너지가 내려가는 방향이 힘 → 힘 구하기와 퍼텐셜 구하기가 같은 말.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이완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곡선을 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basics 노트북이 가장 짧은 진입로.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그래픽카드 없이도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use_device='cpu'로 돈다(작은 결정은 에너지·힘이 1초, 구조 이완도 몇 초)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예제 구조를 그대로, 자기 구조가 있으면 CIF 하나. 넣으면 에너지와 각 원자에 걸리는 힘이 숫자로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하나가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곡선의 생김새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판단 근거계단처럼 내려가다 평평해지면 자리 잡음, 끝까지 출렁이면 수렴 안 됨 → 그 결과는 쓰지 말 것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3187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3187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3187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— 같은 계열 MACE도 좋은데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MIT인 것은 재료용 몇 개뿐이고 유기화학용·최신 범용판은 학술 전용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이름이 비슷해 눈으로 못 가리니 저장소 표의 라이선스 칸을 한 줄씩 보고 받는다. 낱말: 원자간 퍼텐셜·메시지 패싱·구조 이완·분자동역학·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(모델과 계산을 잇는 표준 인터페이스).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🌦️ 슈퍼컴퓨터가 하던 예보를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예보는 오래 물리 방정식 풀이였다 — 지구를 격자로 나누고 각 칸의 기압·온도·바람을 놓고 유체 방정식을 시간 단계마다. 정확하지만 무거워 슈퍼컴퓨터를 운영. 2023년 딥마인드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GraphCast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방정식을 안 풀고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수십 년치 관측을 배워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열흘치 전지구 예보를 1분에 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이름에 그래프가 든 이유 — 위도가 높을수록 칸이 촘촘해지는 왜곡을 피해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구를 거의 균일하게 덮는 점들을 이웃끼리 선으로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잇고, 원자간 퍼텐셜처럼 각 점이 이웃 정보를 받아 상태를 고치기를 반복. 다루는 게 원자에서 대기 격자점으로 바뀐 것뿐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조건을 조금씩 흔들어 여러 번 돌려 답이 얼마나 흩어지는지 보는 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 예보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 하나가 아니라 답의 폭이 결과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2668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2668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22668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뒤집은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물리를 한 줄도 안 넣은 모델이 방정식 쪽과 겨룰 만하다는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하나. 바탕엔 유럽 기상 기관의 수십 년치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재분석 자료(ERA5)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공개돼 있었다(관측만으론 빈 곳이 많은데 물리 모델로 메워 균일 격자로 정리).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조건이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사이에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바뀐다 — WeatherNext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August 6, 2026 UPDATE: The license for the model weights in this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has been updated to permit commercial use.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업무에 쓰는 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 6일에 허용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됐다(코드 아파치, 가중치 출처 표시). 그런데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파일 안에 박힌 문구는 아직 옛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이라, 모델 불러오는 셀이 화면에 비상업이 든 옛 라이선스를 그대로 찍는다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설명이 최신, 파일 안 문구가 낡은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화면에 찍힌 것과 문서가 갈릴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 최신인지 날짜로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것이 여기서 필요한 판단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249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249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3249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 오래된 블로그를 보고 "이건 연구용이라 못 쓴다"고 적어 두면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메모가 며칠 만에 틀린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된다. 열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런타임을 그래픽카드가 아니라 TPU로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(오늘 여덟 중 여기만) — 노트북 자신이 "무료 TPU에서 돌릴 유일한 모델"이라 적어 뒀다. 로그인·API 키 없이 공개 버킷에서 자료를 바로 가져온다.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➕ 곁들여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방정식을 신경망으로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952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유체·열·구조 해석을 격자 계산 대신 학습으로.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아예 필요 없다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미분방정식·경계조건을 채점표로 써, 낸 답을 방정식에 도로 넣어 어긋남이 줄게.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정답표 없이 채점되는 구조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검증 가능한 보상과 닮았다(DeepXDE·neuraloperator). 발상은 2019~20년, 최근은 도구가 여문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 영상 사전학습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홍수·산불·작물 경계 찾기. 유럽 위성 영상이 아마존 클라우드에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없이 최신 장면까지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한 픽셀 10m라 넓은 것에 맞고 건물 한 채엔 성기다. 건물 윤곽은 항공 타일(0.13m)로 — 한 블록 90초에 경계 1,200여 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723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0723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 영상은 구름 90% 넘는 날도 흔하니 목록에서 구름 비율을 보고 고른다. segment-geospatial은 2026년 7월 판부터 지도 라이브러리가 필수 의존성에서 빠져, 안내대로만 하면 import leafmap에서 멈춘다 — %pip install segment-geospatial leafmap localtileserver로.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확산의 이식성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그림·뼈대·분자·결정이 흩뜨리는 것만 다르고 뼈대는 같다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포켓 조건부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창고를 뒤지는 대신 홈에 맞는 분자를 새로 그린다. equivariant가 열쇠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MatterGen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결정을 생성 — 0.5옹스트롬은 있을 수 없는 것을 걷어내는 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그래프의 이득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간선만 써도 25%포인트 — 관계가 답을 담은 자료(원자·대기)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퍼텐셜·기상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느린 방정식을 학습으로. 구조 이완은 곡선, 기상은 답의 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조건은 움직인다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기상 가중치가 며칠 사이 상업 허용 — 날짜로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그림·단백질·분자·결정의 확산이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공유하는 뼈대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와, 분야마다 바뀌는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신약에서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뒤지기(가상 스크리닝)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 조건부 생성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MatterGen 결과의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0.5옹스트롬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판정선은 무엇을 거르나?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Cora에서 크기가 같은데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간선 하나로 25%포인트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오른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WeatherNext에서 화면에 찍힌 라이선스와 저장소 설명이 다를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믿나?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뼈대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뿌린 잡음을 알아맞혀 거꾸로 걷어 내며 만들기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바뀌는 것은 흩뜨리는 대상 — 픽셀·원자 좌표·원자와 결합·원자와 좌표와 격자.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뒤지기는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 것 안에서만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고른다(창고에 없으면 없음). 포켓 조건부 생성은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모양을 조건으로 맞는 분자를 새로 그린다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원자 둘이 0.5옹스트롬보다 가까우면 결합이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겹쳐 놓인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어떤 물질로도 안 만들어진다 — 있을 수 없는 구조를 걷어낸다(좋은 것 고르는 자 아님).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정답이 140편뿐이라,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논문의 주제를 참고해 라벨 없는 논문에서도 단서를 끌어온다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관계가 답을 담은 자료에선 관계를 쓰는 것 자체가 이득.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날짜로 확인해 최신 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(저장소 설명 2026-08-06 상업 허용). 파일 안 문구가 낡아 화면에 옛 라이선스가 찍히는 것.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흩뜨렸다 되돌리고, 관계를 쓴다 ⚛️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것을 만들고 자연을 배운다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2026-08-13T14:59:10Z</dcterms:created>
  <dcterms:modified xsi:type="dcterms:W3CDTF">2026-08-13T14:59:10Z</dcterms:modified>
</cp:coreProperties>
</file>