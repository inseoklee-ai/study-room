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OPENCLAW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OpenClaw는 무엇이고 어디서 왔나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shell, same lobster — 새 껍데기이지만 같은 바닷가재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부하직원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두고 싶을 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채팅창에 부탁하면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파일을 찾아 읽고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텔레그램 메시지에 대신 답하고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 둔 시간에 반복 일을 처리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한 번으로 일을 맡기는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고수준 에이전트 도구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지금 주목받고 있습니다 — OpenClaw는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유행을 이끈 오픈소스 가운데 하나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부하직원은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컴퓨터에서 늘 켜져 있고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내가 보내는 메시지를 받고,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파일과 도구를 정해 둔 권한 안에서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다룹니다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136898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136898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수업은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부하직원을 직접 들이는 날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바닷가재는 껍데기를 여러 번 바꿉니다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Warelay → Clawdbot → Moltbot → OpenClaw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무엇이고 어디서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10159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Warelay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출발점. 당시에는 WhatsApp 메시지를 연결하는 게이트웨이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Clawdbot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바닷가재 마스코트 Clawd와 함께. npm 패키지 설명은 "WhatsApp gateway CLI with Pi RPC agent". 2026.1.4~1.24에 39개 버전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Moltbot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2026년 1월 Anthropic이 상표 문제로 이름 변경을 요청. 첫 변경 뒤 탈피를 뜻하는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OpenClaw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1월 27일 Shelldon·Pinchy 등 수백 개 후보로 커뮤니티 투표 → 1월 30일 확정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195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6195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6195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🦞 공식 문서는 이 변화를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"New shell, same lobster"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표현합니다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바뀌어도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환경에는 흔적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남습니다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🐧 Linux · WSL2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예전에 설치한 환경의 systemd 서비스 이름 clawdbot-gateway는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지금도 자동 마이그레이션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macOS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옛 실행 설정은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지워지지 않은 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명령이 찾아 알려 줍니다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흐름에서 얻는 두 가지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상표와 분쟁 때문에 이름이 바뀌어도 코드와 커뮤니티는 이어질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버전과 문서를 찾을 때에는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이름뿐 아니라 예전 이름도 함께 검색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필요한 기록을 놓치지 않습니다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연결을 조정하는 개인 어시스턴트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 하나에서 채널과 실행을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무엇이고 어디서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켜 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WebChat  텔레그램 …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메시지를 받고  실행을 보냄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 런타임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채널이 늘수록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채널의 요청을 어느 세션과 어느 도구로 보낼지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연결과 실행을 한 게이트웨이에서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다룹니다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한 게이트웨이에 채널을 연결하면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대화가 어떤 세션으로 이어지는지 기록할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중단원의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다룰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①~③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OpenClaw를 설치하고 세션 기록을 살핍니다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④~⑤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텔레그램을 연결하고 보안을 다룹니다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⑥~⑦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 뼈대를 읽고 멀티에이전트 구성을 읽습니다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⑧~⑩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사용량을 모니터링하고, 반복되는 일을 예약하고, 확장 기능까지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43814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절에서 설치 과정을 거치며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연결이 실제로 어떻게 만들어지는지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이름이 네 번 등장한 순서는?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Warelay → Clawdbot → Moltbot → OpenClaw.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2026년 1월 Anthropic의 상표 문제 요청이 계기.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문서를 검색할 때 주의할 점은?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이름뿐 아니라 예전 이름도 함께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검색해야 기록을 놓치지 않는다.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게이트웨이가 하는 일은?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채널의 메시지를 받아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런타임으로 실행을 보내며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채널의 요청을 어느 세션과 도구로 보낼지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조정한다.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shell, same lobster 🦞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①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2026-09-04T13:25:00Z</dcterms:created>
  <dcterms:modified xsi:type="dcterms:W3CDTF">2026-09-04T13:25:00Z</dcterms:modified>
</cp:coreProperties>
</file>