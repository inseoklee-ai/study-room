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OPENCLAW ④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텔레그램으로 부리기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입구는 열려 있지만 문은 잠긴 상태 — 페어링 승인이 열쇠입니다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봇 토큰은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비밀값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🔐 봇 토큰은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봇을 대신해 Telegram에 접속하는 비밀값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채팅창, 화면 공유, 메모에는 토큰을 적지 않습니다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066544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절에서 할 일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수업용 봇을 만들고, 첫 메시지를 보낸 계정을 승인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BotFather로 봇을 만듭니다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AI 봇을 손쉽게 만들게 해 주는 기능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78908" y="5486400"/>
            <a:ext cx="223113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78908" y="5486400"/>
            <a:ext cx="2231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텔레그램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봇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Telegram에서 @BotFather를 찾아 접속합니다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대화창에 /newbot을 보냅니다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안내에 따라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표시 이름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bot으로 끝나는 봇 이름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입력합니다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발급 화면의 토큰을 복사해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안전한 비밀 보관 위치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둡니다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토큰이 대화에 남았다면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BotFather에서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토큰을 발급하고 이전 토큰은 쓰지 않습니다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Gateway에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토큰을 연결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667512"/>
          </a:xfrm>
          <a:prstGeom prst="roundRect">
            <a:avLst>
              <a:gd name="adj" fmla="val 684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66751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config set channels.telegram.botToken "여기에_봇_토큰"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gateway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185416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큰따옴표 안을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방금 보관한 토큰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바꿉니다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Telegram은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channels login 명령으로 연결하지 않고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설정에 토큰을 넣은 뒤 Gateway를 시작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Gateway가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실행 중이면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수업 환경의 재시작 방법으로 다시 시작합니다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폰에서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봇 대화창을 열어 짧은 인사말 하나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보냅니다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말 걸었는지 구분합니다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페어링 — 입구의 신원 확인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78908" y="5486400"/>
            <a:ext cx="223113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78908" y="5486400"/>
            <a:ext cx="2231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텔레그램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입구는 열려 있지만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문은 잠겨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Telegram의 기본 DM 정책인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페어링(pairing)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메시지를 보낸 계정을 승인 대기 목록에 올리고, 승인된 계정만 봇과 대화하게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하는 규칙입니다.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667512"/>
          </a:xfrm>
          <a:prstGeom prst="roundRect">
            <a:avLst>
              <a:gd name="adj" fmla="val 684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66751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921383"/>
            <a:ext cx="10707624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pairing list telegram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pairing approve telegram &lt;코드&gt;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43759"/>
          <a:ext cx="11091672" cy="192024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전 대기 중인 코드만 1시간 뒤 만료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번 승인하면 이후에는 코드 없이 대화가 이어집니다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재발급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승인이 안 된 채 시간이 지난 경우에만 새 코드를 받아 다시 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미승인 계정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봇이 답하지 않습니다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471030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0" name="Shape 7"/>
          <p:cNvSpPr/>
          <p:nvPr/>
        </p:nvSpPr>
        <p:spPr>
          <a:xfrm>
            <a:off x="548640" y="471030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1" name="Text 8"/>
          <p:cNvSpPr/>
          <p:nvPr/>
        </p:nvSpPr>
        <p:spPr>
          <a:xfrm>
            <a:off x="786384" y="471030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Telegram 계정을 사람 이름으로 추측하지 말고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목록의 계정으로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구분합니다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입구 정책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맞는 경우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pairing (기본 DM 정책)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첫 메시지를 대기 목록에 올리고 승인된 계정만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일반적인 개인 봇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allowlist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numeric Telegram ID를 허용 목록에 넣어 입구를 제한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소유 계정 하나만 쓰는 봇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계정을 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제한된 도구만 둔 공개 봇에만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입구에도 같은 문을 둡니다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Discord · Slack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78908" y="5486400"/>
            <a:ext cx="223113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78908" y="5486400"/>
            <a:ext cx="2231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텔레그램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Discord —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개발자 포털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21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21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개발자 포털에서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애플리케이션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만든 뒤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Bot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탭에서 봇을 만듭니다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5104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756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75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5104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탭의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Reset Token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토큰을 발급합니다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78608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791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791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78608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Privileged Gateway Intents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Message Content Intent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켭니다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82112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8269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82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82112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OAuth2 URL Generator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bot과 applications.commands 범위를 골라 서버에 초대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85616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8862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886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785616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토큰은 환경 변수로 둔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설정 파일을 등록한 뒤 Gateway를 시작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443984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443984"/>
            <a:ext cx="54864" cy="45720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26" name="Text 24"/>
          <p:cNvSpPr/>
          <p:nvPr/>
        </p:nvSpPr>
        <p:spPr>
          <a:xfrm>
            <a:off x="768096" y="4535424"/>
            <a:ext cx="1070762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config patch --file ./discord.patch.json5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Slack — </a:t>
            </a:r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manifest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Create New App에서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From a manifest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골라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워크스페이스와 manifest JSON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넣어 앱을 만듭니다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App-Level Token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connections:write를 더해 발급합니다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Install to Workspace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Bot User OAuth Token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받습니다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토큰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설정 파일로 등록합니다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45720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768096" y="3950208"/>
            <a:ext cx="1070762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config patch --file ./slack.socket.patch.json5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46227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446227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5" name="Text 23"/>
          <p:cNvSpPr/>
          <p:nvPr/>
        </p:nvSpPr>
        <p:spPr>
          <a:xfrm>
            <a:off x="786384" y="446227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기본 전송 방식인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Socket Mode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Gateway 주소가 필요 없습니다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Telegram 연결이 다른 채널과 다른 점은?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channels login이 아니라 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설정에 토큰을 넣은 뒤 Gateway를 시작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페어링 코드는 언제 만료되나?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전 대기 중인 코드만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1시간 뒤. 한 번 승인하면 이후에는 코드 없이 대화가 이어진다.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open 정책은 어디에 맞나?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제한된 도구만 둔 공개 봇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에만. 소유 계정 하나만 쓸 때는 allowlist로 numeric ID를 제한한다.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입구를 열고 문을 둡니다 📲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OpenClaw ④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2026-09-04T13:25:00Z</dcterms:created>
  <dcterms:modified xsi:type="dcterms:W3CDTF">2026-09-04T13:25:00Z</dcterms:modified>
</cp:coreProperties>
</file>