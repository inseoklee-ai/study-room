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나도 써보자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→ 온보딩 → 진단 → WebChat 첫 문장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유지되는 실행 과정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연결을 오래 유지하는 실행 과정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기본적으로 내 컴퓨터의 127.0.0.1:18789에서 연결을 받습니다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127.0.0.1은 이 컴퓨터 안에서만 접속한다는 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목표 — 연습용 환경에 설치하고,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onboard(온보딩)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첫 설정을 마친 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WebChat에서 한 문장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결과는 버전·진단·응답 화면에 남습니다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위치와 버전을 먼저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격리는 폴더 이름만으로 완성되지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폴더에서만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~/openclaw-lab &amp;&amp; cd ~/openclaw-lab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저장소, 홈 디렉터리의 설정 폴더, 개인 파일이 있는 위치에서는 진행하지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-p는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있어도 오류를 내지 않는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옵션입니다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설치 문서가 요구하는 Node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22.22.3+ · 24.15+ · 25.9+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26 권장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범위에 맞지 않으면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Node를 억지로 바꾸지 말고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 경로로 이동합니다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이름만으로 완성되지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안에서 설치해도  설정과 상태를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폴더의 ~/.openclaw/ 아래에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모으고  자격 증명도 이곳에 저장합니다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계정·수업용 키만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화면에서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계정이나 비밀값을 요구하면 입력을 멈춥니다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폴더에 어떤 파일이 생겼는지 직접 열어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온보딩을 한 번씩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환경이 섞인 수업에서는 npm 경로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openclaw@latest --allow-scripts=openclaw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--version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--allow-scripts=openclaw는 npm의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lifecycle script 허용 옵션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latest는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시점의 최신 버전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받아 오므로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숫자는 설치한 날짜에 따라 다를 수 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4876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48762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140202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226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5226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65226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터미널 창을 계속 열어 두지 않아도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백그라운드에서 실행되는 관리 서비스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이 옵션은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설정과 데몬 설치를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 — macOS에서는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LaunchAgent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Linux/WSL2에서는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사용자 서비스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경로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ANTHROPIC_API_KEY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OpenClaw가 직접 키를 들고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종량 과금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claude-cli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호스트에서 로그인한 Claude Code를 재사용 — 내부적으로 Claude CLI를 실행해 로그인해 둔 세션을 대신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구독에서 차감되지만 실제 호출은 CLI를 거칩니다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 구독 계정을 연결해도 Claude가 구독으로 완벽하게 동작하는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값을 메모나 화면 캡처에 남기지 않습니다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54634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화면에서는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인증 경로만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고릅니다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상태를 세 곳에서 확인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줄만 보고 성공으로 판단하지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그대로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doctor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doctor는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진단 명령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경고와 오류가 있으면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줄만 보고 성공으로 판단하지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항목과 남은 항목을 화면 그대로 읽는 것이 진단의 목적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status에서는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게이트웨이의 실행 상태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하나라도 실패하면 그 시점에서 멈춥니다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OpenClaw가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자체적으로 제공하는 대화 화면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실행 중인 게이트웨이가 이 화면을 http://127.0.0.1:18789에서 내어 놓고, 브라우저가 게이트웨이와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연결을 유지한 채 이력과 메시지를 주고받습니다.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062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저절로 열리지 않습니다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명령이 기본 브라우저에서 그 주소를 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멈춰 있으면 화면이 열려도 새 메시지를 보낼 수 없습니다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5396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55396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64540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메시지를 받았다면 `연결 확인`이라고만 답해 주세요.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574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574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1574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추측해 입력하거나 외부 네트워크에 포트를 열지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주소의 외부 접속은 공식 문서에서 권장하지 않으며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접속에는 별도의 승인 절차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접속의 길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Tailscale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Tailscale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내 기기들을 하나로 묶어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사설망처럼 쓰게 해 주는 도구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게이트웨이를 127.0.0.1에 둔 채 사설망 안에서만 쓰는 HTTPS 주소를 붙임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Funnel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주소를 만들 수도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2839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12839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12839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텔레그램 연결과는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텔레그램은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메시지를 받을 새 창구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여는 것이고, 이쪽은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떠 있는 WebChat 화면을 다른 기기에서도 쓰게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길입니다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생긴 상태를 열고, 끝나면 멈춥니다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표시된 경로만 따라갑니다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~/.openclaw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완료 화면, doctor 출력, gateway status 출력에서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경로가 표시되는지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확인하고 직접 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이름과 보이는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파일·하위 폴더 이름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설치가 남긴 흔적입니다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내용에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토큰, 키, 개인 대화가 보이면 내용을 복사하거나 공유하지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786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786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786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표시된 경로만 따라갑니다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없는 경로를 검색하거나 추측으로 만들어 열지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끝났다는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증거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 완료 화면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 status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  첫 응답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설치·온보딩·진단이 실패했다면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--version으로 설치 여부부터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WebChat에서 응답을 받지 못했다면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상태와 오류 문구를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끝날 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멈추는 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daemon stop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status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직접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했다면 그 터미널에서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Ctrl-C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gateway status로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멈췄는지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프로그램을 멈춰도 상태 디렉터리와 설정 파일은 지우지 않는 한 남습니다.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설정 파일은 ~/.openclaw/openclaw.json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130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130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130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마무리에서는 프로그램을 끄고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토큰과 인증 경로의 보관 위치와 접근 가능 범위를 다시 살핍니다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연습 폴더를 만들어도 격리가 완성되지 않는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설정·상태·자격 증명이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폴더의 ~/.openclaw/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모이기 때문. 그래서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계정·키만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인증 경로의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API 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OpenClaw가 직접 키를 들고 호출(종량)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claude-cli는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로그인해 둔 Claude Code 세션을 CLI로 대신 사용(구독 차감)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doctor를 읽는 법은?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마지막 줄만 보지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항목과 남은 항목을 화면 그대로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읽는다. 하나라도 실패하면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시점에서 멈춘다.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127.0.0.1에서 시작합니다 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