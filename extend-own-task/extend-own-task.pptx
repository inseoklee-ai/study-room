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과업에 맞게 확장하기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이름과 직업 이름을 바꾸는 것만으로는 충분하지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양식만 바꾸면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생기는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업무 기록 대신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학습자의 답안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넣었더니  기존 양식이 답안을 '완료·진행·위험'으로 나누려 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알고 싶은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학습자가 어떤 생각을 했는지, 어디를 다시 연습하면 좋을지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업무 진행 보고서의 모양을 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달라지면, 그 자료에서 읽어야 할 의미와 좋은 결과의 기준도 함께 살펴야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입력과 결과가 보이는 과업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 업무를 자동화한다'는 시작할 곳이 너무 많습니다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⑭ 자기 과업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출발점으로 삼을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넣을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받고 싶은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기준의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피드백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문제, 학습자의 답안, 교사의 평가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답안의 근거를 짚은 강점·보완점·다음 연습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정답이 맞는 것과 풀이에서 이해가 드러나는 것을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안내문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기록, 기능 설명, 기존 안내문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이해할 수 있는 안내 초안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작업명을 사용자에게 보이는 변화로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운영 보고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기록이나 운영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확인된 성과와 다음 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완료의 정의, 집계 단위, 보고 대상에 맞는 강조점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표의 기준은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연습을 위한 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팀이 사용하는 기준이 있다면 그것을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가져오고,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없다면 결과를 읽을 사람의 관점에서 초안을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 보세요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이야기해도 좋지만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보지 않고 추천받은 '멋진 자동화 아이디어'보다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자신이 실제로 읽고 판단할 수 있는 자료에서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시작하세요.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적절한지 본인이 확인할 수 있어야 다음 수정도 선택할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피드백의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설계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문제: 8, 10, 12의 평균을 구하고 계산 방법을 설명하세요.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학습자의 답안: 10입니다.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10은 맞습니다. 하지만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계산 방법도 설명하도록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했고 답안에는 그 설명이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"평균의 개념을 정확히 이해하고 있군요"라고 하면 답안에서 확인하지 못한 이해까지 추정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것. 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"평균을 이해하지 못했습니다"도 근거가 부족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쓰지 않은 이유는 이 답안만으로 알 수 없기 때문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24987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24987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416427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답안에서 확인되는 성취를 구체적으로 짚습니다. 정답 여부와 풀이 설명을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구분합니다. 풀이가 없으면 이해 여부를 단정하지 않고, 학습자가 자신의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계산을 설명할 다음 질문을 제안합니다.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62831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362831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454271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평균을 10이라고 답한 것은 맞습니다. 다만 답안에 계산 과정이 없어 어떤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방법으로 구했는지는 아직 확인할 수 없어요. 세 수를 어떻게 사용해 10을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얻었는지 식이나 문장으로 설명해 볼까요?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4006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4006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54006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강사가 재사용하고 싶은 지식은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 학생의 정답은 10'이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설명을 구분해 피드백하는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TASK-102의 분류 결과 대신 완료 조건을 Skill에 남긴 것과 같은 생각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사례의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문장과 학습자 답안 한 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답안의 근거를 포함한 피드백과 다음 연습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맞는 정답을 인정하고, 없는 풀이를 상상하지 않으며, 다음 설명을 유도하는지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문서를 읽고, 결과와 원자료를 대조하고, 새 입력에서 다시 확인하는 작업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바꿀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기록을 문제·답안으로, 팀 보고 규칙을 피드백 기준으로, 보고서 결과를 피드백 문장으로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긴 기획서가 필요한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한 건, 원하는 결과, 본인이 확인할 기준, 가져올 부분과 바꿀 부분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드러나면 AI와 구체적인 작업을 시작할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위치를 구분하기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업무 지식 · 실행 기능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⑭ 자기 과업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981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바꾸는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예제에서 살펴볼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과업에서의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— 이번에 처리할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data/week-one.json의 업무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문제·답안이나 변경 기록. 다음 학생의 답안을 받으면 이 부분이 바뀝니다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지식 — 해석하고 표현할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team-weekly-report/references/team-rules.md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정답과 풀이를 구분하는 기준, 교사가 원하는 말투, 적절한 피드백 예시. 여러 학생에게 반복 적용할 내용이라면 Skill과 참고 자료에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기능 — 자료를 읽거나 계산하는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weekly_records_server.py의 get_weekly_records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답안이 로컬 파일에 있고 앱이 읽을 수 있다면 새 MCP 서버를 추가할 필요는 없습니다. 다른 서비스에 있고 읽을 수 없다면 가져오는 기능과 연결을 따로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77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77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77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Skill에 "답안을 읽으세요"라고 쓰는 것만으로 접근 기능이 생기지는 않습니다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02658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구분은 문제가 생겼을 때도 도움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정확히 읽었는데 '풀이가 없어도 이해했다'고 판단하면 기준과 판단 과정을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학생의 답안을 읽었다면 입력 선택이나 조회 기능부터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서버의 이름만 바꾸고 문제·답안을 week-one이라 부르면 의미가 어색해집니다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새로 만들기로 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'어느 주의 기록인가' 대신 '어느 답안인가'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필요할 수 있습니다.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읽기와 입력 검증의 원리는 활용하되 업무 기록용 함수가 새 과업에도 그대로 맞는지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예제를 학습 피드백 작업에 맞춰 바꾸고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답안과 평가 기준을 보고, 그대로 쓸 부분과 바꿀 부분부터 같이 정리해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함수명과 JSON 구조, 모든 처리 순서를 처음부터 긴 명령에 넣을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제안을 읽으며 자신의 입력과 결과에 맞는지를 판단하는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"답안을 읽는 MCP부터 새로 만들겠습니다"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했다면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호스트의 파일 읽기로 같은 입력을 가져올 수 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생각.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읽을 수 있다면 피드백 기준을 적용한 결과부터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서비스의 자료를 반복해 읽는 것이 핵심이라면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조회 도구를 준비하는 것이 자연스럽습니다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Skill을 만든다면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team-weekly-report는 원본으로 남겨 두고 별도의 과업 Skill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을(예: learning-feedback)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설명만 바꾸는 데서 끝내지 말고 제품팀의 완료·위험 규칙이 남아 있지는 않은지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살펴보세요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자료도 필요에 따라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짧아 본문에 담긴다면 빈 참고 파일을 만들 이유가 없습니다.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과목을 지원하려고 자료를 늘리는 일은 실제로 그 과목을 다룰 때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281678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281678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373118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정한 기준으로 피드백을 한번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답안과 기준을 사용했는지도 알려 줘.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한 문장에서 원인 찾기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"절대로 틀리지 마세요"를 추가하기 전에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⑭ 자기 과업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부분이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10은 있지만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과정은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'과정도 잘 설명했다'는 부분은 원자료와 맞지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곧바로 Skill에 "절대로 틀리지 마세요"를 추가하기보다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입력과 기준을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예시 답안을 읽었다면 자료를 고르는 곳을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전달되지 않았다면 기준 파일의 접근 경로나 안내를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기준도 읽었는데 없는 설명을 덧붙였다면 정답과 설명을 구분하도록 한 기준을 실제로 어떻게 적용했는지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02611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답안에는 계산 과정이 없는데 결과에는 잘 설명했다고 되어 있어.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어디서 이런 판단이 나왔는지 확인하고 고칠 부분을 제안해 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249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249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249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제안을 받은 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원자료나 작업 기록의 어떤 부분이 그 설명을 뒷받침하는지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확인하세요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"Skill이 짧아서 그렇다"처럼 길이만으로 설명한다면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기준이 빠졌거나 전달되지 않았는지 더 구체적으로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물을 수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실제 문제를 해결하는 수정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풀이가 포함된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+ 10 + 12 = 30이고, 수가 세 개이므로 30을 3으로 나누면 평균은 10입니다.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답안에는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합을 구하고 개수로 나누는 과정이 실제로 드러납니다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이번에는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과정을 근거로 설명의 강점을 짚을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문제를 고치려고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"항상 풀이가 없다고 말하라"는 식의 규칙을 넣었다면 이 답안에서 문제가 드러납니다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845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고치려는 기준과 특정 입력의 답을 구분하는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 자기 과업에서도 같습니다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89915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결과부터 적절했다면 수정할 오류를 억지로 찾을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문장이 어떤 근거와 맞았는지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입력에서도 기준이 유지되는지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잘된 결과는 그 입력에서 확인한 성과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다양한 상황에서도 적절한지는 다음 확인의 질문으로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남겨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위치와 계산에 맞는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배우는 것과 모든 과업에서 쓰는 것은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⑭ 자기 과업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자신의 과업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앞에서 배운 내용의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자료가 실습 폴더에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호스트의 파일 읽기와 Skill로 결과를 만들고 근거를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Google Sheets에 모여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인증과 읽기 연결로 자료를 가져온 뒤 기준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집계·그래프를 반복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셀에 계산을 남기고 입력과 실행 결과를 함께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시스템의 기능을 여러 AI 앱에서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기능을 구현하고 MCP로 제공하는 구조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연결을 썼다면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원자료부터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시트를 읽었다는 메시지만 보고 피드백을 믿기보다 내가 고른 답안이 맞는지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먼저. Colab으로 집계했다면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입력 범위와 실행한 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기준이 바뀌는 문제와 계산할 데이터를 잘못 고르는 문제를 나누어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실습의 weekly-records 호출 기록은 그대로 남겨 둡니다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과업에 새 서버를 만들어야만 공통 실습이 인정되는 것은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연결을 선택하고 그 이유를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보세요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사람이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쓸 수 있는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묶음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남길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동료가 확인할 수 있는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사용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MCP의 도구 이름·입력·실제 반환값, 추가 연결의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기능을 어떤 자료에 사용했는지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재사용할 지식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사용하는 Skill 본문과 참고 자료, 그 안의 업무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지식이 새 입력에도 적용되는지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입력·결과·확인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과업의 입력과 결과, 기준에 따른 확인, 수정 이유 또는 남은 의문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어떤 근거로 받아들였고 어디까지 확인했는지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326892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과업은 문제와 답안을 읽고 교사의 기준에 맞는 피드백을 만듭니다.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입력은 samples/answer-one.md에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피드백 기준은 learning-feedback Skill에서 확인할 수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결과는 results/feedback-one.md, 확인한 근거는 work-notes.md에 있습니다.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49732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실습의 세 파일은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파일로 두고 원래 보고서를 덮어쓰지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부분과 바꾼 부분을 다시 볼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연결을 사용했다면 개인 credential과 토큰은 공유 결과물에 포함하지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동료에게 설명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기능으로 이 자료를 가져왔고, 이 기준을 적용했으며, 결과의 이 문장을 원자료에서 확인했습니다."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바꾸었는지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도, 처음부터 맞았다면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받아들인 근거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 이름만 바꾸면 안 되는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달라지면 읽어야 할 의미와 좋은 결과의 기준도 달라지기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답안을 '완료·진행·위험'으로 나누게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바꿀 위치의 세 종류는?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업무 지식 · 실행 기능.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문제가 생겼을 때 어디를 볼지 정하는 데도 쓰인다.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"평균 개념을 이해했다"는 문장의 문제는?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답안에서 확인하지 못한 이해까지 추정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했다. 곧바로 금지 문장을 추가하기보다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입력·기준·적용 과정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확인한다.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자료, 내 기준 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⑭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