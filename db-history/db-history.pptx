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종류가 많을까 — 데이터베이스의 역사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상자에서 클라우드까지 · 반복을 줄이려는 60년의 이야기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한 장의 사고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 주문 목록을 엑셀에 적던 두 사람이 같은 행을 동시에 고쳤습니다. 한 사람의 수정이 다른 사람의 내용을 덮어쓰면서,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주문이 꼬였습니다.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함께 쓰고, 바뀐 내용을 잃지 않으려는 문제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데이터베이스를 낳았습니다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소단원의 세 가지 차이 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바로 이 문제입니다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이 문제를 60년에 걸쳐 어떻게 풀어 왔는지를 봅니다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연표 — 파일 상자에서 클라우드까지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1960s · 1970 · 1974 · 1979 · 2000s · 오늘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데이터베이스의 역사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1960s → 1979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 나누자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발상까지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20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20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파일에 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데이터를 파일에 쭉 적어 뒀다. 양이 늘자 원하는 걸 찾기가 너무 번거로워졌다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4921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65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65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34921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"표로 나누자" (관계형의 탄생)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IBM 연구원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에드거 코드(Edgar Codd)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데이터를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표(테이블)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나누고 표끼리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잇자는 논문을 냈다. 같은 정보를 여기저기 중복해 적지 않아도 되게 한 혁신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8242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287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287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98242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언어 등장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표들에게 말을 거는 언어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만들어졌다(뒤에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개명). 50여 년이 지난 지금도 거의 그대로 쓰인다 — 잘 만들어졌다는 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1563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92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92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61563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상용 관계형 DB (Oracle)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회사들이 쓰기 시작했다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2000s → 오늘 ·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폭발, 그리고 NoSQL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데이터가 폭증하고 형태도 제각각이 되자 엄격한 표만으로는 버거워졌다. 더 유연하고 대규모에 강한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등장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데이터베이스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켜 두고 관리하는 일까지 클라우드가 대신한다.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비전공자도 무료로 진짜 DB를 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이름이 많은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시대의 문제를 풀며 쌓여 온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어렵게 만들려는 게 아닙니다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프레임워크가 많았던 이유와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똑같은 구조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병목이 옮겨 다녔습니다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 넷 — 연표 뒤의 사람들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· SEQUEL · 오라클 · NoSQL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데이터베이스의 역사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코드의 '표 혁명'과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IBM의 망설임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1970년 당시 데이터는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나뭇가지처럼 얽힌 복잡한 구조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저장됐습니다. 원하는 걸 꺼내려면 그 가지를 타고 들어가는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프로그램을 매번 짜야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했죠.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IBM 연구소에서 이걸 지켜보다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"그냥 엑셀 같은 표로 두고, 표끼리 관계로 이으면 안 되나?"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논문을 냈습니다(</a:t>
            </a:r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Communications of the ACM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1970)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'생김새'와 '저장 방식'을 분리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하자는, 지금 보면 당연하지만 당시엔 파격적인 생각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재미있는 반전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정작 그 IBM이 처음엔 미지근했습니다.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제품이 잘 팔리고 있었거든요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아이디어가 효자 상품을 갉아먹을까 봐 망설였고, 뒤늦게 'System R' 연구를 시작합니다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6499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6499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6499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새 기술이 좋아도,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잘 팔리는 걸 가진 쪽은 주저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기술의 역사에서 계속 반복되는 장면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'SQL'은 원래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'시퀄'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 충돌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 항공기 회사가  이미 등록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 System R 팀(도널드 체임벌린, 레이먼드 보이스)이 붙인 이름은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"Structured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English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Query Language", 이름 그대로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문장처럼 읽히게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만들자는 뜻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'SEQUEL'이 이미 어느 영국 항공기 회사의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였습니다. 변호사 편지를 받은 팀은 모음을 빼고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줄였습니다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오늘날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"에스큐엘"과 "시퀄"이 둘 다 쓰입니다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만든 사람들조차 옛 이름 그대로 "시퀄"이라 부릅니다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9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949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949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어느 발음을 들어도 당황하지 마세요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같은 걸 가리키고, 둘 다 맞습니다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만든 IBM보다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빨랐던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신생 회사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IBM이 망설이는 사이, 코드의 논문을 읽고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"이거 돈이 되겠다"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확신한 사람이 있었습니다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래리 엘리슨(Larry Ellison)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일어난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동료들과 작은 회사 설립 (SDL → 관계형소프트웨어 → 결국 오라클(Oracle))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1979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상용 관계형 데이터베이스를 시장에 내놓다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관계형을 처음 만든 IBM의 SQL/DS — 2년 늦었다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12439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기업이 자기 논문을 붙들고 고민하는 동안,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신생 스타트업이 그 아이디어로 먼저 시장을 차지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재미난 뒷이야기 — 첫 제품 버전을 '1'이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붙였습니다. 갓 나온 소프트웨어를 아무도 안 믿을까 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"이미 한 번 개선했다"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인상을 주려던 것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NoSQL의 진짜 뜻은 'No'가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'Not Only'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Bigtable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논문 공개 — 전 세계가 동시에 접속하는 규모를 감당하려면 반듯한 표만으로는 버거웠다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아마존이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Dynamo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논문 공개 — 표의 엄격함을 조금 포기하는 대신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엄청난 규모와 속도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얻는 방식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샌프란시스코의 개발자 모임에서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"NoSQL"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명명 — 짧고 검색하기 좋은 이름을 찾다가 정해졌다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오해를 낳았다("SQL을 쓰지 말자"로 들림)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"Not Only SQL"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다시 해석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NoSQL은 관계형을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대체한 게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용도에 따라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쓰는 또 하나의 선택지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5371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오늘날 큰 서비스들은 "SQL이냐 NoSQL이냐"로 싸우지 않습니다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필요한 곳에 씁니다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정리 — 표냐, 유연한 상자냐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문법이 아니라 성격만 알면 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데이터베이스의 역사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SQL과 NoSQL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비교합니다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NoSQL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생김새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엑셀 같은 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유연한 문서·덩어리 (모양 자유)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규칙(스키마)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엄격하게 정해 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느슨하거나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관계가 분명한 데이터, 정확성(돈·주문)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대규모·빠르게 변하는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대신 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유연함이 덜함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표끼리 잇기(조인)·엄격한 거래 일부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넷플릭스·우버 같은 큰 서비스도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 — 용도별로 골라 쓰는 것을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'폴리글랏'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부릅니다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없지만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처음 만드는 서비스라면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SQL이 무난한 기본값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자료가 많고, 관계가 분명한 데이터를 다루기 좋다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NoSQL은 언제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데이터가 소셜 관계 중심이네" "엄청 빠른 임시 저장이 필요하네" 같은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특별한 이유가 생겼을 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후보에 올린다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한 줄 — 표로 잘 정리되고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관계가 분명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SQL, 형태가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바뀌고 아주 대규모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NoSQL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NoSQL의 네 갈래(문서·키값·컬럼·그래프)는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③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봅니다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1970년 코드의 논문이 바꾼 것은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얽힌 구조를 타고 들어가는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프로그램을 매번 짜던 방식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을, 데이터를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 나누고 관계로 잇는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방식으로 바꿨다. 중복해서 적지 않아도 되게 만든 혁신.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관계형을 만든 IBM보다 오라클이 먼저 제품을 낸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IBM은 잘 팔리는 기존 제품(IMS)이 있어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망설였다.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틈에 신생 회사가 1979년 첫 상용 관계형 DB를 내놨다(IBM SQL/DS는 1981년).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"NoSQL"이라는 이름의 오해는?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"SQL을 쓰지 말자"로 들리지만 실제 뜻은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"Not Only SQL"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관계형을 대체한 게 아니라 용도에 따라 나눠 쓰는 선택지다.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· 선택 · 공존 🕰️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