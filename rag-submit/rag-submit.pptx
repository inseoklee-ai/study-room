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4 · 프롬프트 엔지니어링 · 나만의 챗봇 ⑨ + 제출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도메인에서 동작하는 챗봇 제출하기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· 구현 · 실험 · 배포 · 제출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— 내 도메인의 PRD를 완성합니다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[결정 필요]를 하나씩 닫습니다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06924" y="5486400"/>
            <a:ext cx="197510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06924" y="5486400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⑨ 제출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빈칸을 유지한 채 구현을 시작하면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코드가 약속을 대신합니다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[결정 필요]를 하나씩 찾아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사용자, 해결하려는 질문, 사용할 자료의 범위, 답변의 근거 표시, 실패했을 때의 안내 문구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바꿔 적습니다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자료에 없는 질문은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그럴듯하게 넓혀 답하지 않고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범위 밖임을 밝힌 뒤 관련 자료를 요청하거나 답할 수 없다고 안내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한다고 명시합니다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수용 기준에는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답에 출처가 있어야 하는지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경우에 거부가 정당한지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적습니다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273552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기준은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거절 횟수를 줄이려는 장치가 아니라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답변의 경계를 이해하게 하는 약속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완성한 PRD를 읽고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보는 사람이 무엇을 묻고 무엇을 기대하면 안 되는지 판단할 수 있는지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목록에는 답변이 아니라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사용자의 판단을 돕는 이유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붙이고,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자료의 갱신 주체와 출처 링크의 책임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적어 둡니다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— 모두콘 구조를 내 자료로 바꿉니다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스키마와 파이프라인은 그대로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06924" y="5486400"/>
            <a:ext cx="197510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06924" y="5486400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⑨ 제출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바꾸고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무엇을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두나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바꾸는 것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 배열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내 자료의 사실 단위로 ·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소개와 페이지 문구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PRD에서 확정한 사용자와 질문으로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🔒 그대로 두는 것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id·text·url·section·vector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순서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답변 프롬프트의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출처·거부 규칙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615184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embeddinggemma-300m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만들어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768차원 벡터 공간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맞춥니다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벡터만 바꾸고 질의 임베딩을 다른 모델로 만들면 검색 점수는 비교할 자리를 잃습니다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규칙을 그대로 두어야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바뀐 결과를 '내 자료의 차이'로 읽을 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있습니다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754755"/>
            <a:ext cx="11091672" cy="1339596"/>
          </a:xfrm>
          <a:prstGeom prst="roundRect">
            <a:avLst>
              <a:gd name="adj" fmla="val 3413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754755"/>
            <a:ext cx="54864" cy="1339596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" y="3846195"/>
            <a:ext cx="10707624" cy="11567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**스키마와 검색·프롬프트 파이프라인은 변경하지 마세요.** 모두콘 예시 코드에서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청크 데이터와 소개·페이지 문구를 [내 도메인]으로 교체해 주세요.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청크는 [자료 경로]를 근거로 만들고 id, text, url, section, vector 필드를 유지하세요.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임베딩은 embeddinggemma-300m의 768차원으로 통일하고,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[도메인 밖 질문 처리 기준]을 문구에 반영하세요.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— 내 루브릭으로 한 바퀴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실패한 답도 지우지 않습니다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06924" y="5486400"/>
            <a:ext cx="197510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06924" y="5486400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⑨ 제출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질문 세 종류로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경계를 관찰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자료를 직접 묻는 것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청크를 잇는 것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밖을 묻는 것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확인할 것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출처를 인용한 답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밖 질문의 거부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판정 배지의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grounded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여부,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짧은 답변에서도 근거 표시가 남는지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번의 실행에서는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문구나 검색 설정처럼 변수 하나만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바꾸고,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나머지 조건과 질문 순서는 유지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3478530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478530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78530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📓 README.md에는 실행 날짜 대신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이름 · 바꾼 변수 · 고정 질문 · 각 질문의 cited·refusal·grounded 판정 · 관찰한 근거 · 채택 또는 되돌림 결정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기록합니다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— 내 주소로 세상에 내놓기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주소가 열리는 것만으로 배포가 끝나지 않습니다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06924" y="5486400"/>
            <a:ext cx="197510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06924" y="5486400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⑨ 제출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빌드와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조건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891540"/>
          </a:xfrm>
          <a:prstGeom prst="roundRect">
            <a:avLst>
              <a:gd name="adj" fmla="val 512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89154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7086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build     # 정적 결과물 생성 → dist 를 GitHub Pages 에 올림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# 프로젝트 설정의 base:'./' 가 배포 주소 아래에서도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# 자산 경로를 상대적으로 찾게 합니다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40944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그러나 정적 페이지가 답변을 대신 실행하지 않습니다.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페이지를 연 사용자의 브라우저가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localhost:11434의 Ollama qwen3.5:2b를 직접 호출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따라서 그 사용자 컴퓨터에서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Ollama가 실행 중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이어야 하며, Pages 출처의 요청을 허용하도록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OLLAMA_ORIGINS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설정해야 합니다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272790"/>
            <a:ext cx="11091672" cy="539496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338709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338709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✔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3272790"/>
            <a:ext cx="1037844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주소에서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소개 질문과 도메인 밖 질문을 각각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입력해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자산 로드 · 모델 연결 · 출처 표시 · 거부 안내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확인합니다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903726"/>
            <a:ext cx="11091672" cy="539496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401802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401802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✔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3903726"/>
            <a:ext cx="1037844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실패 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없다는 안내와 재시도 방법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보이는지 확인해, 사용자가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 오류와 자신의 실행 조건을 구별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 있게 합니다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📦 제출 — 저장소와 안내 페이지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자랑하는 자리가 아니라 조건을 판단하는 자리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42916" y="54864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42916" y="5486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📦 제출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두나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담을 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README.md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소개 · 설계 결정 요약 · 실험 결과 · 배포 주소와 사용 조건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PRD.md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누구의 어떤 질문을 자료 범위 안에서 다루는지와 도메인 밖 질문 처리 기준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· 배포 주소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가능한 저장소와 실제 열리는 주소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0540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0540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사용 조건은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숨기지 않는 항목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 실행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방문의 임베딩 다운로드 약 200MB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CORS 설정 필요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3749040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 페이지는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자랑하는 자리가 아니라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보는 사람이 실행 전에 조건을 판단하는 자리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밟을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걸음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주소를 열고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서비스가 다루는 자료와 질문을 읽습니다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자신의 컴퓨터에서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Ollama를 실행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qwen3.5:2b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준비합니다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방문에는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 다운로드가 있을 수 있음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확인하고 기다립니다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Pages 주소에서 호출하려면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OLLAMA_ORIGINS에 해당 출처를 허용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뒤,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안내한 질문과 자료 밖 질문을 각각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입력합니다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587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이 순서가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README와 안내 페이지에서 같은 말로 보이는지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마지막으로 대조합니다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뒤에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남는 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만든 것은 자료를 넣고 답을 내는 화면만이 아닙니다.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PRD로 질문의 범위와 거절의 기준을 정하고, 같은 스키마와 임베딩 공간 안에서 자료를 교체하고, 루브릭과 고정 질문으로 답변을 판정하고, 사용 조건까지 안내하는 흐름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한 번 연결했습니다.</a:t>
            </a:r>
            <a:endParaRPr lang="en-US" sz="13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87118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남는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무엇이 되나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README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사용자의 출발점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바꿀 수 없는 약속과 다시 검토할 결정을 가르는 기준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실험 기록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변경을 비교할 기준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76961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376961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376961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답변 하나가 좋아 보인다는 인상보다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질문에서 어떤 근거와 판정이 나왔는지 남긴 기록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챗봇을 설명 가능하게 합니다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마지막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내 자료로 바꿀 때 그대로 두어야 하는 것은?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5188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5188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5188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스키마(id·text·url·section·vector) · 검색 순서 · 프롬프트의 출처·거부 규칙.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그래야 바뀐 결과를 '내 자료의 차이'로 읽을 수 있다.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398776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398776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398776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자료 벡터만 새 모델로 만들고 질의는 그대로 두면?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12364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12364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12364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점수가 비교할 자리를 잃는다.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임베딩은 embeddinggemma-300m의 768차원으로 통일한다.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25952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25952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25952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배포 주소가 열리면 배포가 끝난 것인가?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39540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39540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39540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아니다.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사용자의 Ollama 실행과 OLLAMA_ORIGINS 허용이 필요하고, 소개 질문·자료 밖 질문을 각각 넣어 출처 표시와 거부 안내까지 확인해야 한다.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2648" y="4453128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453128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24" name="Text 22"/>
          <p:cNvSpPr/>
          <p:nvPr/>
        </p:nvSpPr>
        <p:spPr>
          <a:xfrm>
            <a:off x="786384" y="4453128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README의 '사용 조건'에 반드시 들어갈 세 가지는?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2648" y="4966716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966716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" y="4966716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 실행 · 첫 방문 임베딩 다운로드 약 200MB · CORS 설정 필요.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숨기지 않는다.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약속 · 교체 · 측정 🚀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나만의 챗봇 서비스 만들기 — 강의 완결 (9/9)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2026-08-27T23:06:32Z</dcterms:created>
  <dcterms:modified xsi:type="dcterms:W3CDTF">2026-08-27T23:06:32Z</dcterms:modified>
</cp:coreProperties>
</file>