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회고와 내일로 가는 다리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 · 손 · 마음 세 줄로 오늘을 닫습니다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회고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①에서 적었던 두 줄, 특히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"AI가 대신 해주지 못할 내 분야의 일"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지금은 어떻게 보이나요?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ChatGPT의 답을 도메인 전문가의 눈으로 채점했습니다.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'X'나 '△'를 매겼던 칸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다시 적어보세요 — 그게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여러분이 판단을 내린 증거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어제의 나보다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한 가지라도 편해졌나요?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("내 경력이 약점이 아닐 수도 있겠다" 정도면 충분합니다)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시작할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2번(AI가 대신 못 할 일)을 못 적었다면 지금 다시 답해보세요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무기 중 하나는 적을 수 있을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손에 쥐고 갈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소단원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손에 쥐고 갈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문장 — 도메인 전문성은 약점이 아니라 출발점이자 자산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코딩으로 못 메우는 세 무기 — 문제 인식 · 판단 · 신뢰. 그중 판단을 직접 휘둘러봄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넉 달 다섯 굽이 지도 + 지금 내 위치(출발선)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상생 · Learning by Doing · 주간 회고 · 디스코드 입장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AI 대화 + 도메인 평가 워크북 + 결과물 방향 2가지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회고 세 줄 — 머리·손·마음의 변화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마지막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하루를 한 문장으로 요약하면?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전문성은 채워야 할 약점이 아니라, AI가 대신 만들어내지 못하는 출발점이자 가장 큰 자산이다.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실제로 '판단을 내린 증거'는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워크북에서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'X'나 '△'를 매긴 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AI는 매끄러운 답을 냈지만 맞는지 아닌지는 나만 알았다.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내일부터 무엇이 시작되나?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의도를 말로 설명하면 AI가 코드를 짜는 방식으로 진짜 결과물을 만들기 시작한다.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 · 손 · 마음 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— 강의 완결 (6/6)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2026-08-27T22:43:41Z</dcterms:created>
  <dcterms:modified xsi:type="dcterms:W3CDTF">2026-08-27T22:43:41Z</dcterms:modified>
</cp:coreProperties>
</file>