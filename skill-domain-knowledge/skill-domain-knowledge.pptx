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4D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19456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spc="300" kern="0" dirty="0">
                <a:solidFill>
                  <a:srgbClr val="CFE0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대단원 5 · 에이전트 시스템 마스터 · 도구 연결 ⑧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2651760"/>
            <a:ext cx="10698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Skill의 역할과 업무 지식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438912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4ED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기록을 정확히 가져왔더라도, 그 의미는 우리 팀의 기준으로 해석해야 합니다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DBA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study-room · AIFFEL 학습 정리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기록을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서로 다른 목적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 보고서에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1152144"/>
        </p:xfrm>
        <a:graphic>
          <a:graphicData uri="http://schemas.openxmlformats.org/drawingml/2006/table">
            <a:tbl>
              <a:tblPr/>
              <a:tblGrid>
                <a:gridCol w="3697224"/>
                <a:gridCol w="3697224"/>
                <a:gridCol w="3697224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보고 목적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세는 성과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TASK-102를 설명하는 문장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팀 A — 개발 진척 공유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이번 주 구현을 끝낸 작업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로그인 안내 문구 구현을 마쳤으며 배포를 기다리고 있습니다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팀 B — 고객 제공 성과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배포하고 운영 확인까지 마친 작업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진행 중입니다. 개발을 마쳤고 배포와 운영 확인이 남아 있습니다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2670048"/>
            <a:ext cx="11091672" cy="993267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어느 쪽도 기록을 바꾸지 않았습니다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보고의 목적과 분류 기준이 다를 뿐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팀 A의 "구현을 마쳤다"를 "사용자에게 제공했다"로 바꾸면 원자료가 뒷받침하지 않는 주장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됩니다.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팀 B에서 개발 완료라는 문자열만 보고 완료 건수를 올려도 기준에 맞지 않습니다</a:t>
            </a:r>
            <a:endParaRPr lang="en-US" sz="1450" dirty="0"/>
          </a:p>
        </p:txBody>
      </p:sp>
      <p:sp>
        <p:nvSpPr>
          <p:cNvPr id="6" name="Shape 3"/>
          <p:cNvSpPr/>
          <p:nvPr/>
        </p:nvSpPr>
        <p:spPr>
          <a:xfrm>
            <a:off x="548640" y="3809619"/>
            <a:ext cx="11091672" cy="769620"/>
          </a:xfrm>
          <a:prstGeom prst="roundRect">
            <a:avLst>
              <a:gd name="adj" fmla="val 7129"/>
            </a:avLst>
          </a:prstGeom>
          <a:solidFill>
            <a:srgbClr val="F2EDE4"/>
          </a:solidFill>
          <a:ln/>
        </p:spPr>
      </p:sp>
      <p:sp>
        <p:nvSpPr>
          <p:cNvPr id="7" name="Shape 4"/>
          <p:cNvSpPr/>
          <p:nvPr/>
        </p:nvSpPr>
        <p:spPr>
          <a:xfrm>
            <a:off x="548640" y="3809619"/>
            <a:ext cx="54864" cy="76962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8" name="Text 5"/>
          <p:cNvSpPr/>
          <p:nvPr/>
        </p:nvSpPr>
        <p:spPr>
          <a:xfrm>
            <a:off x="786384" y="3809619"/>
            <a:ext cx="10707624" cy="7696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📌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은 기능을 구현하는 작업,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배포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는 그 변경을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사용자가 이용하는 환경에 반영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하는 작업. verification은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 환경에서의 확인 결과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이며 미실시이므로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서비스에서 확인을 마쳤다는 근거도 아직 없습니다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업무 </a:t>
            </a:r>
            <a:pPr indent="0" marL="0">
              <a:buNone/>
            </a:pPr>
            <a:r>
              <a:rPr lang="en-US" sz="2400" b="1" dirty="0">
                <a:solidFill>
                  <a:srgbClr val="3A5A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고유 지식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1150620"/>
          </a:xfrm>
          <a:prstGeom prst="roundRect">
            <a:avLst>
              <a:gd name="adj" fmla="val 11126"/>
            </a:avLst>
          </a:prstGeom>
          <a:solidFill>
            <a:srgbClr val="3F6B5F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1371600"/>
            <a:ext cx="10177272" cy="11506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AI는 일반적인 요약을 잘할 수 있습니다  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C8A1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그렇지만 우리 팀이 어떤 항목을 완료 건수에 포함하는지는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팀의 약속을 알아야 판단할 수 있습니다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548640" y="2668524"/>
            <a:ext cx="11091672" cy="376809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업무 고유 지식의 예 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특정 팀의 용어, 데이터 열의 뜻, 승인된 보고서 예시, 예외 처리 기준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처럼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일반 지식만으로 정확히 알기 어려운 정보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이번 요청에서 다음 요청으로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번이면 파일을 읽히면 충분합니다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914900" y="5486400"/>
            <a:ext cx="2359152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914900" y="5486400"/>
            <a:ext cx="2359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⑧ Skill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반복될 때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Skill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2226183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주에도 같은 보고서를 만들고 다른 팀원도 새 대화에서 같은 방식으로 작성한다면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매번 규칙 파일을 설명하고, 예전 보고서를 찾고,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빠진 요구를 다시 전달하는 일이 반복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됩니다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Agent Skill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은 특정 종류의 일을 할 때 사용할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지침과 자료를 함께 묶는 형식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입니다 — 에이전트가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이름과 설명으로 용도를 파악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하고, 필요하면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본문과 연결된 자료를 읽어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활용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지침 파일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SKILL.md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 중심이 되고, 필요하면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참조 문서·서식·실행 코드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 함께 둘 수 있습니다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보고서 Skill이라면 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적용 조건, 완료를 판단하는 기준, 보고서에서 보여 줄 근거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함께 관리.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이번 주 TASK-102를 외우게 하는 대신 다음 주의 다른 업무에도 적용할 수 있는 기준을 제공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3744087"/>
            <a:ext cx="11091672" cy="769620"/>
          </a:xfrm>
          <a:prstGeom prst="roundRect">
            <a:avLst>
              <a:gd name="adj" fmla="val 7129"/>
            </a:avLst>
          </a:prstGeom>
          <a:solidFill>
            <a:srgbClr val="F2EDE4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3744087"/>
            <a:ext cx="54864" cy="76962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7" name="Text 5"/>
          <p:cNvSpPr/>
          <p:nvPr/>
        </p:nvSpPr>
        <p:spPr>
          <a:xfrm>
            <a:off x="786384" y="3744087"/>
            <a:ext cx="10707624" cy="7696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⚠️ 이는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모델을 다시 학습시키는 과정과 다릅니다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작업할 때 읽을 자료를 준비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합니다. 팀 기준이 바뀌면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Skill이 참조하는 규칙도 고쳐야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하며,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파일을 만들었다는 사실보다 올바른 작업에서 최신 내용을 읽고 활용하는지가 중요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합니다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네 방식이 </a:t>
            </a:r>
            <a:pPr indent="0" marL="0">
              <a:buNone/>
            </a:pPr>
            <a:r>
              <a:rPr lang="en-US" sz="2400" b="1" dirty="0">
                <a:solidFill>
                  <a:srgbClr val="3A5A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맡는 역할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1920240"/>
        </p:xfrm>
        <a:graphic>
          <a:graphicData uri="http://schemas.openxmlformats.org/drawingml/2006/table">
            <a:tbl>
              <a:tblPr/>
              <a:tblGrid>
                <a:gridCol w="3697224"/>
                <a:gridCol w="3697224"/>
                <a:gridCol w="3697224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전달 방식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주로 맡기는 내용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보고서 작업의 예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현재 요청의 프롬프트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이번 작업의 목적·대상·범위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새 팀원이 이해할 보고서를 작성해 달라고 요청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프로젝트 지침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해당 프로젝트에서 넓게 적용할 관례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기본 용어, 문서 언어, 공통 작업 관례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Skill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특정 종류의 과업에서 반복 사용할 지식·방법·자료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주간 보고의 분류 기준과 보고서 예시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MCP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프로그램의 도구·자료를 호스트에서 표준 방식으로 사용하도록 연결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get_weekly_records로 요청한 주의 기록 조회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3438144"/>
            <a:ext cx="11091672" cy="769620"/>
          </a:xfrm>
          <a:prstGeom prst="roundRect">
            <a:avLst>
              <a:gd name="adj" fmla="val 7129"/>
            </a:avLst>
          </a:prstGeom>
          <a:solidFill>
            <a:srgbClr val="F2EDE4"/>
          </a:solidFill>
          <a:ln/>
        </p:spPr>
      </p:sp>
      <p:sp>
        <p:nvSpPr>
          <p:cNvPr id="6" name="Shape 3"/>
          <p:cNvSpPr/>
          <p:nvPr/>
        </p:nvSpPr>
        <p:spPr>
          <a:xfrm>
            <a:off x="548640" y="3438144"/>
            <a:ext cx="54864" cy="76962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7" name="Text 4"/>
          <p:cNvSpPr/>
          <p:nvPr/>
        </p:nvSpPr>
        <p:spPr>
          <a:xfrm>
            <a:off x="786384" y="3438144"/>
            <a:ext cx="10707624" cy="7696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🎯 프로젝트 지침과 Skill의 경계는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적용 범위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 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"이 프로젝트의 문서는 한국어로"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는 여러 작업에 적용되지만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"주간 보고의 완료 건수는 배포와 운영 확인을 기준으로"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보고서 과업에 집중된 지식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필요한 만큼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조합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합니다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1673733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자료를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파일로 직접 받았다면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MCP 조회 없이도 같은 Skill을 사용할 수 있습니다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반대로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MCP로 기록을 조회한 뒤 대화에서 준 규칙만으로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보고서를 작성해도 됩니다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정보를 프롬프트에 모두 전달했을 때와 Skill로 읽혔을 때 결과가 같을 수도 있습니다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Skill 형식 자체가 더 정확한 판단을 만들어 준다고 가정할 이유는 없습니다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반복 작업에서 필요한 자료를 찾아 쓰고 한곳에서 기준을 관리하는 편의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와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결과의 변화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는 나누어 확인해야 합니다</a:t>
            </a:r>
            <a:endParaRPr lang="en-US" sz="1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공식 사례의 지침 선택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internal-comms · brand-guidelines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914900" y="5486400"/>
            <a:ext cx="2359152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914900" y="5486400"/>
            <a:ext cx="2359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⑧ Skill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어떤 요청에서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어떤 자료를 읽을지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1673733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Anthropic의 internal-comms는 사내 소통 문서 작성 사례로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상태 공유·사내 소식·자주 묻는 질문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등 여러 요청을 다룹니다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본문은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요청의 문서 유형을 파악한 다음 그 유형에 맞는 예시 지침을 읽도록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안내합니다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중요한 것은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"글을 잘 써라"라는 표현보다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어떤 요청에서 어떤 자료를 읽을지 정해 놓은 연결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주간 진행 공유는 examples/3p-updates.md로, 사내 소식은 다른 지침으로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따라서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모든 소통 문서의 양식을 하나의 긴 지시문에 섞을 필요가 없습니다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3191637"/>
            <a:ext cx="11091672" cy="769620"/>
          </a:xfrm>
          <a:prstGeom prst="roundRect">
            <a:avLst>
              <a:gd name="adj" fmla="val 7129"/>
            </a:avLst>
          </a:prstGeom>
          <a:solidFill>
            <a:srgbClr val="F2EDE4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3191637"/>
            <a:ext cx="54864" cy="76962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7" name="Text 5"/>
          <p:cNvSpPr/>
          <p:nvPr/>
        </p:nvSpPr>
        <p:spPr>
          <a:xfrm>
            <a:off x="786384" y="3191637"/>
            <a:ext cx="10707624" cy="7696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📖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3P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Progress · Plans · Problems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진행 성과·다음 계획·문제를 나누어 전달하는 방식.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팀의 세부 사정을 충분히 알지 못하는 독자가 빠르게 파악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하도록 작성하게 하고,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필요한 자료에 접근할 수 없으면 사용자에게 내용을 받을 수도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있게 합니다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브랜드 기준이 </a:t>
            </a:r>
            <a:pPr indent="0" marL="0">
              <a:buNone/>
            </a:pPr>
            <a:r>
              <a:rPr lang="en-US" sz="2400" b="1" dirty="0">
                <a:solidFill>
                  <a:srgbClr val="3A5A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바꾸는 선택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13335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brand-guidelines의 원문에는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색상값과 글꼴 이름, 용도별 적용 기준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있습니다 — 주된 강조색은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#d97757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제목·본문 글꼴과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없을 때의 대체 글꼴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 안내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"회사 분위기에 맞게 만들어 줘"만 받으면 AI는 분위기를 추측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해야 합니다.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정확한 색상값과 글꼴 기준을 받으면 선택의 근거가 생깁니다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색상값은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문구를 길게 꾸미는 요소가 아니라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결과물의 실제 색을 결정하는 정보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대체 기준은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 환경이 달라도 취할 다음 선택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알려 줍니다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851404"/>
            <a:ext cx="11091672" cy="769620"/>
          </a:xfrm>
          <a:prstGeom prst="roundRect">
            <a:avLst>
              <a:gd name="adj" fmla="val 7129"/>
            </a:avLst>
          </a:prstGeom>
          <a:solidFill>
            <a:srgbClr val="F2EDE4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2851404"/>
            <a:ext cx="54864" cy="76962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7" name="Text 5"/>
          <p:cNvSpPr/>
          <p:nvPr/>
        </p:nvSpPr>
        <p:spPr>
          <a:xfrm>
            <a:off x="786384" y="2851404"/>
            <a:ext cx="10707624" cy="7696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⚠️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"공식 문서에 적혀 있으니 알아서 적용되겠지"에서 한 단계 더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에이전트가 그 기준을 읽고 결과물 제작에 사용하는지, 만들어진 슬라이드나 문서가 기준을 따르는지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확인해야 합니다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3767328"/>
            <a:ext cx="11091672" cy="376809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우리 실습에서도 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"정확하고 전문적으로 작성하라"보다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"개발 완료와 배포 완료를 구분한다"는 기준이 어떤 판단을 바꾸는지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설명할 수 있어야 합니다</a:t>
            </a:r>
            <a:endParaRPr lang="en-US" sz="14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지침과 함께 둘 자료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references · assets · scripts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914900" y="5486400"/>
            <a:ext cx="2359152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914900" y="5486400"/>
            <a:ext cx="2359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⑧ Skill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역할이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다른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자료들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1920240"/>
        </p:xfrm>
        <a:graphic>
          <a:graphicData uri="http://schemas.openxmlformats.org/drawingml/2006/table">
            <a:tbl>
              <a:tblPr/>
              <a:tblGrid>
                <a:gridCol w="3697224"/>
                <a:gridCol w="3697224"/>
                <a:gridCol w="3697224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반복해서 필요한 내용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함께 둘 수 있는 자료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작업에서 달라지는 부분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팀만의 완료·위험 판단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팀 규칙 문서 (참조 자료)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같은 상태값을 팀의 약속에 따라 해석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기대하는 설명 수준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승인된 보고서 예시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근거를 어느 정도 보여 주고 어떤 내용을 묶는지 참고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일정한 보고서 외형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로고와 문서 서식 (자산)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매번 머리글과 표 배치를 새로 만들지 않음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반복되는 숫자 집계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검증한 집계용 Python 코드 (스크립트)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같은 계산을 새로 작성하는 대신 실행하고 결과를 확인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3438144"/>
            <a:ext cx="11091672" cy="13335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예시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는 "이 정도 근거가 있어야 읽는 사람이 이해한다"는 모습을,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서식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은 "채워 넣을 틀"을 제공 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예시 안의 지난주 수치까지 새 보고서로 복사하지 않도록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참고할 표현과 이번 데이터를 구분해 주어야 합니다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코드 파일을 포함했다고 자동으로 실행되는 것은 아닙니다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에이전트가 실행 환경의 도구와 허용된 권한으로 호출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해야 하며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외부 계정의 접근 권한도 별도로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첫 Skill부터 이 모든 자료를 만들 필요는 없습니다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파일 수보다 그 파일이 해결하는 문제가 분명한지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 중요합니다</a:t>
            </a:r>
            <a:endParaRPr lang="en-US" sz="14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CLI 사용법을 담은 Skill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MCP 없이도 외부 업무를 실행할 수 있습니다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914900" y="5486400"/>
            <a:ext cx="2359152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914900" y="5486400"/>
            <a:ext cx="2359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⑧ Skill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경로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 실행 주체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667512"/>
          </a:xfrm>
          <a:prstGeom prst="roundRect">
            <a:avLst>
              <a:gd name="adj" fmla="val 6849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54864" cy="667512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768096" y="1463040"/>
            <a:ext cx="10707624" cy="48463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 경로: 에이전트 → 호스트의 셸 실행 도구 → gws CLI → Google API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MCP 경로: 에이전트 → 호스트의 MCP 클라이언트 → MCP 서버 → 업무 API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2185416"/>
            <a:ext cx="11091672" cy="126949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경로에서는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별도의 MCP 연결 없이도 외부 서비스의 업무를 수행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할 수 있습니다 — 다만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에이전트가 호스트의 셸 실행 도구를 호출하는 과정은 남아 있으므로 도구 호출 자체가 사라지는 것은 아닙니다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Skill 파일이 명령을 스스로 실행하거나 API 접근 권한을 만들어 주는 것은 아닙니다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CLI 경로에서는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셸 실행 도구와 실행 권한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있어야 하고,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 환경에서 CLI를 찾을 수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있어야 하며,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Google 계정 인증과 대상 문서를 읽을 권한도 별도로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필요합니다</a:t>
            </a:r>
            <a:endParaRPr lang="en-US" sz="145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601212"/>
          <a:ext cx="11091672" cy="1920240"/>
        </p:xfrm>
        <a:graphic>
          <a:graphicData uri="http://schemas.openxmlformats.org/drawingml/2006/table">
            <a:tbl>
              <a:tblPr/>
              <a:tblGrid>
                <a:gridCol w="3697224"/>
                <a:gridCol w="3697224"/>
                <a:gridCol w="3697224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비교할 지점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CLI 사용법을 읽고 실행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원격 MCP 서버에 연결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호스트가 호출하는 기능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셸 실행 도구로 CLI 명령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MCP 클라이언트로 서버의 도구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사용법을 알아내는 방법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Skill, CLI 도움말, 명령 스키마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서버가 제공하는 이름·설명·입력 스키마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실행 환경의 준비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명령 실행 환경에 CLI와 인증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호스트에 서버 연결과 인증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원격 내부 구현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CLI가 원격 API 클라이언트라면 서버 내부 코드를 받지 않아도 됨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내부 코드를 받지 않고 공개한 도구를 호출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548640" y="5667756"/>
            <a:ext cx="11091672" cy="769620"/>
          </a:xfrm>
          <a:prstGeom prst="roundRect">
            <a:avLst>
              <a:gd name="adj" fmla="val 7129"/>
            </a:avLst>
          </a:prstGeom>
          <a:solidFill>
            <a:srgbClr val="F2EDE4"/>
          </a:solidFill>
          <a:ln/>
        </p:spPr>
      </p:sp>
      <p:sp>
        <p:nvSpPr>
          <p:cNvPr id="10" name="Shape 7"/>
          <p:cNvSpPr/>
          <p:nvPr/>
        </p:nvSpPr>
        <p:spPr>
          <a:xfrm>
            <a:off x="548640" y="5667756"/>
            <a:ext cx="54864" cy="76962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1" name="Text 8"/>
          <p:cNvSpPr/>
          <p:nvPr/>
        </p:nvSpPr>
        <p:spPr>
          <a:xfrm>
            <a:off x="786384" y="5667756"/>
            <a:ext cx="10707624" cy="7696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📌 마지막 행이 핵심 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서비스 내부 구현을 공개하지 않고 기능만 제공하는 구조는 원격 MCP만의 특징이 아닙니다.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MCP는 여러 호스트가 공통 방식으로 발견·호출하도록 연결하고, CLI는 명령과 인자로 프로그램을 사용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하게 합니다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명령이 성공해도 </a:t>
            </a:r>
            <a:pPr indent="0" marL="0">
              <a:buNone/>
            </a:pPr>
            <a:r>
              <a:rPr lang="en-US" sz="24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근거가 부족할 수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있습니다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667512"/>
          </a:xfrm>
          <a:prstGeom prst="roundRect">
            <a:avLst>
              <a:gd name="adj" fmla="val 6849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54864" cy="667512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768096" y="1463040"/>
            <a:ext cx="10707624" cy="48463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gws sheets spreadsheets values get \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--params '{"spreadsheetId": "SPREADSHEET_ID", "range": "Sheet1!A1:C10"}'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2185416"/>
            <a:ext cx="11091672" cy="1673733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get은 값을 읽는 작업, --params의 JSON에는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대상 문서와 셀 범위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Sheet1!A1:C10은 Sheet1 탭의 A1부터 C10까지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범위를 지정했다고 "이번 주 기록만" 선택한 것은 아닙니다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 셀에 어느 기간의 기록이 들어 있는지, 날짜와 상태가 어느 열에 있는지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먼저 알아야 합니다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 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A~C열에 제목과 상태만 있다면 배포일과 운영 확인까지 필요한 우리 팀의 완료 판정에는 부족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합니다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응답 읽기 — range는 읽은 범위, majorDimension은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행·열 중 어느 방향으로 값이 묶였는지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values는 실제 셀 값. ROWS라면 배열 하나가 한 행.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끝부분의 빈 행·열은 생략될 수 있으므로 요청한 셀 수만큼 값이 반드시 돌아온다고 가정하면 안 됩니다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48640" y="4005453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9" name="Shape 7"/>
          <p:cNvSpPr/>
          <p:nvPr/>
        </p:nvSpPr>
        <p:spPr>
          <a:xfrm>
            <a:off x="548640" y="4005453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0" name="Text 8"/>
          <p:cNvSpPr/>
          <p:nvPr/>
        </p:nvSpPr>
        <p:spPr>
          <a:xfrm>
            <a:off x="786384" y="4005453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⚠️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명령이 성공했어도 필요한 근거를 모두 가져온 것은 아닐 수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있습니다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보고서 Skill에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연결한다면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2683764"/>
          </a:xfrm>
          <a:prstGeom prst="roundRect">
            <a:avLst>
              <a:gd name="adj" fmla="val 1704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54864" cy="2683764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768096" y="1463040"/>
            <a:ext cx="10707624" cy="250088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### Google Sheets에 있는 기록을 보고서에 사용할 때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사용자가 Sheets 기록으로 주간 보고서를 요청하면 이 절차를 적용한다.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gws 공통 지침과 Sheets 지침을 읽고, 사용할 명령과 필요한 인자를 확인한다.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문서 ID, 탭, 보고 기간, 열의 뜻을 확인한다. 제목·상태뿐 아니라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배포일과 운영 확인 등 팀의 판정에 필요한 필드가 포함된 범위를 읽는다.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응답의 range와 majorDimension을 확인하고 values를 머리글과 대응시킨다.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조회 오류를 업무 0건으로 해석하지 않고, 빠진 근거는 미확인으로 남긴다.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읽어 온 기록에 팀의 완료·진행·위험 기준을 적용하여 보고서 초안을 만든다.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보고서 작성 요청만으로 원본 시트를 수정하지 않는다. 기록 갱신을 요청받으면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대상 셀과 변경값, 허용된 작업 범위를 확인하여 쓰기 절차를 적용한다.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4201668"/>
            <a:ext cx="11091672" cy="769620"/>
          </a:xfrm>
          <a:prstGeom prst="roundRect">
            <a:avLst>
              <a:gd name="adj" fmla="val 7129"/>
            </a:avLst>
          </a:prstGeom>
          <a:solidFill>
            <a:srgbClr val="F2EDE4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4201668"/>
            <a:ext cx="54864" cy="76962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9" name="Text 7"/>
          <p:cNvSpPr/>
          <p:nvPr/>
        </p:nvSpPr>
        <p:spPr>
          <a:xfrm>
            <a:off x="786384" y="4201668"/>
            <a:ext cx="10707624" cy="7696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🎯 이 지침의 가치는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명령을 복사해 두는 데서 끝나지 않습니다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언제 사용할지, 어떤 필드와 범위가 필요한지, 응답을 어떻게 해석할지, 조회와 변경 중 어떤 작업이 요청에 맞는지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함께 정합니다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5117592"/>
            <a:ext cx="11091672" cy="65303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gws를 써도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읽기 보고서와 원본 기록 갱신은 서로 다른 업무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이며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읽기 권한과 쓰기 권한도 구분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해야 합니다 — Sheets의 값 조회 API는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읽기 전용 OAuth 범위로도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사용할 수 있습니다</a:t>
            </a:r>
            <a:endParaRPr lang="en-US" sz="14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작업에서 찾는 Skill의 재료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오류를 일부러 만들 필요는 없습니다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914900" y="5486400"/>
            <a:ext cx="2359152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914900" y="5486400"/>
            <a:ext cx="2359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⑧ Skill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보고서 한 편에서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찾습니다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524256"/>
          </a:xfrm>
          <a:prstGeom prst="roundRect">
            <a:avLst>
              <a:gd name="adj" fmla="val 15698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76656" y="147828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676656" y="147828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15568" y="1371600"/>
            <a:ext cx="10378440" cy="5242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어떤 자료가 없어서 판단이 멈췄는지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1987296"/>
            <a:ext cx="11091672" cy="524256"/>
          </a:xfrm>
          <a:prstGeom prst="roundRect">
            <a:avLst>
              <a:gd name="adj" fmla="val 15698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76656" y="2093976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0" name="Text 8"/>
          <p:cNvSpPr/>
          <p:nvPr/>
        </p:nvSpPr>
        <p:spPr>
          <a:xfrm>
            <a:off x="676656" y="209397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15568" y="1987296"/>
            <a:ext cx="10378440" cy="5242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어떤 용어를 따로 설명했는지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2602992"/>
            <a:ext cx="11091672" cy="524256"/>
          </a:xfrm>
          <a:prstGeom prst="roundRect">
            <a:avLst>
              <a:gd name="adj" fmla="val 15698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76656" y="2709672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4" name="Text 12"/>
          <p:cNvSpPr/>
          <p:nvPr/>
        </p:nvSpPr>
        <p:spPr>
          <a:xfrm>
            <a:off x="676656" y="270967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15568" y="2602992"/>
            <a:ext cx="10378440" cy="5242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결과를 고쳤다면 왜 고쳤는지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3273552"/>
            <a:ext cx="11091672" cy="1609725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처음부터 결과가 적절했다면 그 판단을 뒷받침한 자료를 찾으면 됩니다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Skill을 만들기 위해 일부러 오류를 만들 필요는 없습니다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반대로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번의 특별 요청을 모든 보고서의 규칙으로 만들면 다음 작업에 맞지 않을 수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있습니다 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"이번에는 발표 자료용 한 문장만"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"우리 팀의 완료는 배포 후 운영 확인까지"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는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재사용할 범위가 다릅니다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공식 skill-creator는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원하는 과업과 적용 상황을 파악하고, 초안을 만든 뒤, 실제 요청에 적용한 결과를 평가하고 수정하는 흐름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안내합니다 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우리 팀의 기준을 스스로 알아내는 도구라기보다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제공한 경험과 자료를 재사용 가능한 형태로 정리하고 확인하는 데 도움을 주는 사례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548640" y="5029581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18" name="Shape 16"/>
          <p:cNvSpPr/>
          <p:nvPr/>
        </p:nvSpPr>
        <p:spPr>
          <a:xfrm>
            <a:off x="548640" y="5029581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9" name="Text 17"/>
          <p:cNvSpPr/>
          <p:nvPr/>
        </p:nvSpPr>
        <p:spPr>
          <a:xfrm>
            <a:off x="786384" y="5029581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📌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"이 기록을 우리 팀 보고서로 쓰려면 어떤 기준이 더 필요할지 같이 찾아보자"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AI의 제안 중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자료나 팀의 약속으로 확인할 수 있는 것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고르세요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❓ 이해도 확인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612648" y="1371600"/>
            <a:ext cx="11027664" cy="434721"/>
          </a:xfrm>
          <a:prstGeom prst="roundRect">
            <a:avLst>
              <a:gd name="adj" fmla="val 1893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64008" cy="434721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786384" y="1371600"/>
            <a:ext cx="10707624" cy="43472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Q1.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프로젝트 지침과 Skill의 경계는?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12648" y="1888617"/>
            <a:ext cx="11027664" cy="434721"/>
          </a:xfrm>
          <a:prstGeom prst="roundRect">
            <a:avLst>
              <a:gd name="adj" fmla="val 1893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888617"/>
            <a:ext cx="64008" cy="434721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9" name="Text 7"/>
          <p:cNvSpPr/>
          <p:nvPr/>
        </p:nvSpPr>
        <p:spPr>
          <a:xfrm>
            <a:off x="786384" y="1888617"/>
            <a:ext cx="10707624" cy="43472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A1.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적용 범위.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"문서는 한국어로"는 여러 작업에, "완료는 배포와 운영 확인 기준"은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보고서 과업에 집중된 지식.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2648" y="2405634"/>
            <a:ext cx="11027664" cy="434721"/>
          </a:xfrm>
          <a:prstGeom prst="roundRect">
            <a:avLst>
              <a:gd name="adj" fmla="val 1893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2405634"/>
            <a:ext cx="64008" cy="434721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12" name="Text 10"/>
          <p:cNvSpPr/>
          <p:nvPr/>
        </p:nvSpPr>
        <p:spPr>
          <a:xfrm>
            <a:off x="786384" y="2405634"/>
            <a:ext cx="10707624" cy="43472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Q2.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Skill 형식 자체가 결과를 더 정확하게 만드나?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12648" y="2922651"/>
            <a:ext cx="11027664" cy="434721"/>
          </a:xfrm>
          <a:prstGeom prst="roundRect">
            <a:avLst>
              <a:gd name="adj" fmla="val 1893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2922651"/>
            <a:ext cx="64008" cy="434721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5" name="Text 13"/>
          <p:cNvSpPr/>
          <p:nvPr/>
        </p:nvSpPr>
        <p:spPr>
          <a:xfrm>
            <a:off x="786384" y="2922651"/>
            <a:ext cx="10707624" cy="43472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A2.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그렇게 가정할 이유는 없다. 같은 정보를 프롬프트로 줘도 결과가 같을 수 있다.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편의와 실제 결과 변화는 나누어 확인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한다.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12648" y="3439668"/>
            <a:ext cx="11027664" cy="434721"/>
          </a:xfrm>
          <a:prstGeom prst="roundRect">
            <a:avLst>
              <a:gd name="adj" fmla="val 1893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3439668"/>
            <a:ext cx="64008" cy="434721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18" name="Text 16"/>
          <p:cNvSpPr/>
          <p:nvPr/>
        </p:nvSpPr>
        <p:spPr>
          <a:xfrm>
            <a:off x="786384" y="3439668"/>
            <a:ext cx="10707624" cy="43472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Q3.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Skill에 CLI 사용법을 적으면 실행 권한이 생기나?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12648" y="3956685"/>
            <a:ext cx="11027664" cy="434721"/>
          </a:xfrm>
          <a:prstGeom prst="roundRect">
            <a:avLst>
              <a:gd name="adj" fmla="val 1893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8640" y="3956685"/>
            <a:ext cx="64008" cy="434721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21" name="Text 19"/>
          <p:cNvSpPr/>
          <p:nvPr/>
        </p:nvSpPr>
        <p:spPr>
          <a:xfrm>
            <a:off x="786384" y="3956685"/>
            <a:ext cx="10707624" cy="43472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A3.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아니다.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셸 실행 도구와 실행 권한, CLI 설치, 계정 인증과 문서 접근 권한이 별도로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필요하다.</a:t>
            </a:r>
            <a:endParaRPr lang="en-US" sz="12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2C4D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651760"/>
            <a:ext cx="10698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자료, 다른 기준 📏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31520" y="438912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4ED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에이전트와 도구 연결 ⑧ — 여기까지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DBA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study-room · AIFFEL 학습 정리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2026-09-07T05:55:13Z</dcterms:created>
  <dcterms:modified xsi:type="dcterms:W3CDTF">2026-09-07T05:55:13Z</dcterms:modified>
</cp:coreProperties>
</file>