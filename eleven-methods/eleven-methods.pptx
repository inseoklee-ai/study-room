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지시 설계 ·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프롬프트 실험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열한 가지 방법 — 눈으로 비교하기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실험을 설계한다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실측한다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노브로 설명한다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질문을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프롬프트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보내는 호출 루프를 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계산·형식·길이·함정을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수와 파싱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실측한다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질문 하나에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열한 가지 방법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적용해 판정 표를 만든다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차이를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logit·softmax·temperature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원리로 설명한다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지시를 따랐는가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 사실인가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하나로 합쳐 판단하지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실험을 설계한다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질문을 눈으로 비교할 수 있게 호출을 짠다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700" y="5486400"/>
            <a:ext cx="55595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4700" y="548640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qwen3.5:2b · Ollama · Claude SDK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무엇을, 어떻게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질문이라도 프롬프트가 다르면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모양·내용이 크게 달라진다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관점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SDK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query()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호출 구성)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Ollama/LangChain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(로컬 서버·메시지 추상화)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교안이 실제 실행·기록한 경로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Ollama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 일·불가능한 일을 함께 남기는 이유 — 결과는 모델만의 성질이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도구의 성질도 포함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하니까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분리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"지시를 따랐는가"와 "말한 내용이 사실인가"를 하나로 합쳐 판단하지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짧은 호출 루프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(축약본)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 =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"basic":    "다음을 계산하세요: 25 × 14 - 87 ÷ 3",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"role_cot": "당신은 꼼꼼한 수학 교사입니다 …\n다음을 계산하세요: 25 × 14 - 87 ÷ 3",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"few_shot": "예: 18 × 5 - 12 ÷ 3은 90 - 4 = 86입니다 …",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prompt in PROMPTS.items():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 = {"model": "qwen3.5:2b",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"messages": [{"role": "user", "content": prompt}],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"stream": False, "think": False}  # think:false 없으면 추론이 content를 비움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POST http://localhost:11434/api/chat → message.content 저장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776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776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질문을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프롬프트로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돌려 결과 텍스트를 파일로 남긴다. 비교의 출발점은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호출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thinking 모델과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think:false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모델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최종 답 전에 내부 추론을 생성한다. 기본 호출에선 추론 토큰이 컨텍스트를 다 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content가 비는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현상이 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think:false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이를 억제 — 이건 정확도 장치가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비교할 최종 텍스트를 확보하는 호출 조건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설정을 바꾸면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파일명·조건 열에 반드시 남긴다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길거나 그럴듯해도 통과 근거로 쓰지 않는다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다음 토큰의 무작위성. 낮을수록 같은 선택 가능성↑ — 그러나 낮은 값은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사실을 검증하지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실측한다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계산·형식·길이·함정을 문자 수와 파싱으로 잰다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297/952/153자 · "물류강" · 96자 · temp 0/1.5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같은 계산,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설명량은 3배 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321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297자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역할+검산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321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952자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예시(few-shot)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321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153자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프롬프트 모두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321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그러나 설명량은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297 · 952 · 153자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계산인데 프롬프트가 답의 "모양"을 바꾼다 — 정답 여부는 계산값 321로만 판정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912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12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912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말할지뿐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어떤 모양·설명량을 원할지도 함께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형식 준수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 사실 정확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3대 강, 기본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661자 산문 — 형식 제한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배열만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63자, 파싱 성공, 틀린 "물류강"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82자, 환각 포함 — 짧은 형식도 검증 대신 못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145536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 = '["한강", "낙동강", "물류강"]'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json.loads(observed)   # 파싱 성공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isinstance(items, list) and len(items) == 3   # 형식 통과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그러나 "물류강"이 실제 강인지는 이 코드가 검증하지 않는다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3159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3159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3159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파서만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통과시켜선 사실상 옳다고 판정할 수 없다 — "물류강" 같은 매끈한 오류를 놓친다.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길이 · 부정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양자얽힘 기본 / 30자 이내 / 500자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1903자 / 96자 / 995자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"30자 이내"가 96자로 초과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요약에서 "AI" 금지 3회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3회 모두 미사용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조건에선 지킴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9.11 vs 9.9, temp 0, 3회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3회 모두 동일 오답 "9월 11일"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≠ 정답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질문, temp 1.5, 3회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1/3회만 정답 9.9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번의 정답은 안정적 탈출 근거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길이가 계약이면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뒤 문자 수를 재고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초과 시 재생성·절단·사람 검토를 호출 바깥에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관찰에서 남길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프롬프트가 답을 바꾼다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 말할지뿐 아니라 어떤 모양·설명량을 원할지도 입력의 일부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준수 ≠ 사실 정확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63자 JSON이 파싱돼도 "물류강"을 담았다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 0은 재현성만, 정답 아님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세 번 같은 오답. 안정성이 수학적 해석을 교정하지 않는다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온도로 함정 탈출은 우연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3회 중 1회 성공을 규칙으로 삼으면 다시 실패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노브로 설명한다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열한 방법을 한 함정에 걸고, 그 차이를 확률로 푼다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 · softmax · temperature · top_k · top_p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🎲 열한 방법,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함정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(정답 9.9)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5643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zero-shot (think:false)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부여(수학 교사)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thinking 8,178자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CoT(단계별)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thinking 4,765자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few-shot(예시 2개)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thinking 없이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Self-Consistency(3풀이 다수결)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1,646자로 가장 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부정 지시("소수점"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9/11 분수로 재해석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형식 강제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생성 중 응답 소진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temperature 0 / 1.5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오답 / 무효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0은 "9월 11일" 재현, 1.5는 뒤죽박죽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743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9743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9743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기법의 이름이 결과를 보증하지 않는다.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정답·형식·thinking 비용·응답 소진을 같은 표에 남겨야 무엇이 바뀌었는지 구분된다.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판정 표가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드러낸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51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51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답만 못 지킨 게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해석을 바꿨다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"소수점 쓰지 마라" → 9/11 분수. 금지어는 개념 공간에서 개념을 비활성화하는 부작용이 있어, 금지 문장 하나를 안전장치로 볼 수 없다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34616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3149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3149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34616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 on/off는 비용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think:false(0자)와 think:true(10,249자) 모두 정답. 후자의 thinking이 약 5배. 이미 풀린 문제에서 thinking은 정확도 없이 비용만↑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7632"/>
            <a:ext cx="11091672" cy="671576"/>
          </a:xfrm>
          <a:prstGeom prst="roundRect">
            <a:avLst>
              <a:gd name="adj" fmla="val 12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0779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0779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897632"/>
            <a:ext cx="10378440" cy="6715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temperature는 추론 오류 교정 노브가 아님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temp 0은 같은 오답 재현, temp 1.5는 일관성을 잃어 무효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155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155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7155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SDK의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query()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temperature·top_k를 노출하지 않는다. 노출 안 된 옵션은 기본값으로 채우지 말고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"조절 불가"로 적는다.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토큰 선택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logit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안 된 날(raw) 점수  "서울" 높고 "바나나" 낮음  확률 아님 · 음수 가능 · 합≠1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softmax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지수값을 전체 합으로 나눠  0~1 정규화, 합=1 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"서울" 0.92 · "평양" 0.04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3522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답 = 이 분포 위의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추출(sample)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logit은 각 후보의 날 점수, softmax는 그것을 확률로 바꾼 분포 — 디코딩 노브는 이 분포를 손댄다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2321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2321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2321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확률화 이전의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 순서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곧 모델이 무엇을 더 그럴듯하게 보는가이다.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🎛️ 세 노브가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분포를 비트는 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logit을 temp로 나눈 뒤 확률화. temp&lt;1이면 분포가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뾰족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(강한 후보 더 강), temp→0이면 최고 후보가 1로 수렴해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같은 토큰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(세 응답 동일의 원인), temp&gt;1이면 약한 후보도 상당한 확률(1.5에서 세 응답 다름)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top_k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뽑기 전 후보 수를 자른다. 상위 k개만 남기고 나머지 0, 재정규화. top_k=1이면 최고 후보 하나만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 무관 같은 토큰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top_p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누적 확률이 p가 될 때까지 상위 후보를 남김. 후보 수 고정 대신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분포 모양에 따라 유동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노브가 바꾸는 건 분포의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모양이지 logit 순서가 아니다.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"9월 11일"에 높은 logit을 준 모델에게 낮은 온도는 그 오답을 더 충실히 반복할 뿐 — 실험 관찰과 정확히 일치.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프롬프트가 답의 모양을 바꾼다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정답 321도 설명량은 297·952·153자로 갈렸다.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준수 ≠ 사실 정확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파싱된 63자 JSON이 틀린 "물류강"을 담았다. 기준마다 따로 검사한다.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이름이 결과를 보증하지 않는다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열한 방법 중 부정 지시·JSON 강제는 오답. 정답끼리도 비용이 다르다.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디코딩 노브는 분포 모양만 바꾼다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logit 순서는 못 뒤집어, 낮은 온도는 오답을 충실히 반복한다.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더 읽기 — 실측 경로는 로컬 Ollama(qwen3.5:2b), 결과 파일은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basic-prompt-results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저장.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 실험에서 세 프롬프트가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맞힌 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그런데도 갈린 것은 각각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JSON "물류강" 사례가 보여 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함정 질문에서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 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 1.5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결과는 각각 무엇을 뜻하나?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무엇이며, 모델의 답은 어떻게 결정되나?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디코딩 노브가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바꾸지 못하는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것은 무엇이고, 그것이 함정 결과와 어떻게 이어지나?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맞힌 값은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정답 321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갈린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설명량(297자 / 952자 / 153자)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프롬프트가 답의 모양을 바꾼다.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준수 ≠ 사실 정확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파싱은 성공(형식 통과)했지만 "물류강"은 틀렸다. 파서만으로는 사실을 판정 못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temp 0 = 세 번 동일 오답,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재현성일 뿐 정답 아님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temp 1.5 = 1/3만 정답,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우연한 탈출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 해결이 아님.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logit = 정규화 안 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 점수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(확률 아님). softmax = 그것을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 1의 확률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정규화. 답은 이 분포의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추출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바꾸지 못하는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 순서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오답에 높은 logit을 준 모델에겐 낮은 온도가 오답을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충실히 반복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뿐이다.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아니라 기록 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프롬프트 실험 — 여기까지 · 다음: 왜 지시가 통하는가 — 학습의 계보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2026-08-25T00:58:56Z</dcterms:created>
  <dcterms:modified xsi:type="dcterms:W3CDTF">2026-08-25T00:58:56Z</dcterms:modified>
</cp:coreProperties>
</file>