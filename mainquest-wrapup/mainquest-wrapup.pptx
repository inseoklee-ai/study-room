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메인 퀘스트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마무리 — 회고와 정리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소단원을 한 장으로 · 그리고 완성까지 남은 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회고 — 세 질문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노트에 짧게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마무리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말로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"자르기"가 가장 아까웠던 기능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 그래도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자른 이유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막혔을 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나를 가장 도와준 규율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 (한 번에 하나 / 작동하면 저장 / 막히면 리셋 / 이해한 것만 배포)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완성까지,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가장 겁나는 부분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세 질문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'무엇을 배웠나'가 아니라 '무엇을 결정했나'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묻습니다 — 그게 회고의 값어치입니다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배운 것과 할 수 있는 행동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마무리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배운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할 수 있는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메인퀘스트 방향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제출물·루브릭을 착수 때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 정의·프롬프트·대화를 남겨 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배운 조각의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PRD·화면·저장·도구가 네 단계로 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 정의에서 출발해 순서대로 잇는다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모범 사례 따라하기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완전히 풀린 보기를 먼저 한 바퀴 돌린다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절차를 익히고 나서 내 도메인으로 옮긴다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좁히기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MVP는 작지만 하나는 끝까지 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Must 3개·Won't 5개로 범위를 못 박는다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다섯 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PRD→작업대→화면→저장→배포로 나아간다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단계씩, 멈춰도 되는 지점을 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막혔을 때 규율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하나·작동 시 저장·막히면 리셋·이해한 것만 배포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랜덤 수정 대신 요약으로 AI 초점을 맞춘다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걸음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되짚기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착수와 범위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완성이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굴러가는 첫 조각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스케이트보드 vs 타이어, 에어비앤비 에어매트리스 3개,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Won't 목록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비밀 무기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기록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스펙 먼저 · Supabase MCP · 정원은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함수로 원자적으로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관리자 권한은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DB가 문지기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단계와 로그인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PRD→작업대→화면→저장+정원→한 바퀴+배포. 그 위에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인증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도메인과 규율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작게 한 흐름 끝까지. 막히면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규율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·Git 체크포인트·고무 오리·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둠 루프에서 30분 규칙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강의를 꿴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좁히고, 다섯 단계로 한 걸음씩, 막히면 되돌리며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더 찾아보기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읽어 볼 것들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마무리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· 워크플로 · 보안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3108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 정하기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Softvery Solutions, "How to Scope MVPs Right" · softverysolutions.com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버전 범위 잡기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thinslices, "Build the right first version by mastering MVP scoping"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 크립 피하기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Topflight Apps, "How to Avoid Scope Creep and Build MVP App"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 워크플로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vibecoding.app, "How Vibe Coding Works (2026)"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코딩과 구조의 중요성(Andrew Ng)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Google Cloud, "What is vibe coding?"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 보안 수치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Veracode, </a:t>
            </a:r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GenAI Code Security Report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조사 대상 AI 생성 코드에서 보안 결함이 발견된 비율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45%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(표본·스캔 기준의 결과)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학습 관점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Eric Ries, 《The Lean Startup》, 2011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버전 인용의 맥락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"If you're not embarrassed by the first version of your product, you've launched too late."는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Reid Hoffman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널리 귀속되는 발언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마지막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강의를 한 줄로 요약하면?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좁히고 → 다섯 단계로 한 걸음씩 → 막히면 되돌리며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굴러가는 첫 조각을 만든다.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MVP가 되는지 판단하는 기준 한 줄은?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"사용자가 의미 있는 한 가지 일을 처음부터 끝까지 해낼 수 있나."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 수가 아니라 흐름 완결성.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 반드시 남겨야 할 세 가지는?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 · AI와 나눈 대화 · 오늘의 결정을 적은 회고 노트.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나머지는 나중에 만들 수 있지만 이 셋은 오늘만 남길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좁히고 · 굴리고 · 되돌린다 🏁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퀘스트 — 강의 완결 (8/8)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2026-08-27T14:19:45Z</dcterms:created>
  <dcterms:modified xsi:type="dcterms:W3CDTF">2026-08-27T14:19:45Z</dcterms:modified>
</cp:coreProperties>
</file>