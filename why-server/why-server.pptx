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백엔드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뒤에 서버가 필요한 이유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"링크 보냈는데 안 열려요" — 내 화면이 아직 세상에 없는 이유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증상과 원인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손님과 주방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역사와 확장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사실은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원인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가리킨다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기능이 서버가 필요한지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예측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감각을 잡는다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클라이언트·서버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손님과 24시간 주방에 빗대 이해한다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연결됐는지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손님이 몰릴 때의 대비를 본다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산출물은 코드가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서비스를 세상에 내보내는 데 필요한 것들의 지도."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못 열고, 껐다 켜면 사라진다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증상, 그런데 원인은 하나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18788" y="5486400"/>
            <a:ext cx="415137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18788" y="5486400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 · localhost · 전원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😱 세 가지 증상,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원인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진짜 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새로고침하면 입력이 사라진다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데이터를 저장해 둘 곳이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친구에게 주소를 줘도 안 열린다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localhost는 '내 컴퓨터'라는 뜻이다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노트북을 닫으면 화면도 꺼진다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서비스가 내 컴퓨터에서만 돌아간다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원인 하나 — 지금 만든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 안에만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세상과 연결된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'뒤편'이 없다.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뒤편을 맡는 것이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백엔드(서버).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왜 친구에게 안 열릴까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"지금 이 컴퓨터"를 가리키는 특별한 주소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친구가 자기 컴퓨터에서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localhost:3000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열면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'친구 자기 컴퓨터의 3000번'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그곳엔 아무것도 없으니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"연결할 수 없음"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방 주소를 알려줬는데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친구가 자기 집에서 그 방을 찾는 셈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글자여도 각자의 컴퓨터를 가리키므로 서로 다른 곳이 된다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먼저 예측해보기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필요할까?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필요?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버튼을 누르면 색이 바뀐다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회원가입하고 로그인한다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사람이 쓴 글을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새로고침해도 남아 있는 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 애니메이션을 넣는다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입력한 카드 번호로 결제한다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판단의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실마리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필요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사람이 나눠 쓰거나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껐다 켜도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남아야 하거나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비밀이 오가는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없이도 OK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화면 안에서 잠깐 보이고 마는 것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색 바꾸기·애니메이션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감각이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내내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 — 공유·지속·비밀이면 뒤편이 필요하다.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클라이언트와 서버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손님과 24시간 주방으로 이해하기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 · 주방 · 홀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🍽️ 손님과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주방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= 손님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브라우저·앱.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주문하러 온 손님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으로, 왔다가 간다. 여러 명일 수도 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= 24시간 주방·창고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그 자리에서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주문을 받고(요청)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음식을 내주고(응답)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재료를 보관(저장).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손님은 왔다 가지만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주방은 늘 켜져 있어야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언제 누가 와도 주문을 받는다.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🏗️ 프론트엔드는 홀,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주방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프론트엔드(화면)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손님 눈에 보이는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메뉴판·자리·분위기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백엔드(서버)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눈에 안 보이는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데이터 저장·회원 확인·계산 처리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요리하진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요리(코드)는 AI가. 우리는 "주방이 어떻게 돌아가고 무엇을 조심할지"를 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만든 화면은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"홀 인테리어"만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있는 셈 — 예쁘지만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주방이 없으면 진짜 주문은 못 받는다.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화면 뒤에서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저장하고, 사람을 확인하고, 세상과 연결하는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부분이다코드는 AI가 쓰지만, 무엇이 필요하고 무엇이 위험한지 판단하는 것은 여러분의 몫이다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685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6852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6852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산출물은 코드가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서비스를 세상에 내보내는 데 필요한 것들의 지도."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인터넷은 어쩌다 이렇게 연결됐나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역사, 그리고 손님이 몰릴 때의 대비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4740" y="5486400"/>
            <a:ext cx="491947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4740" y="5486400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ARPANET · TCP/IP · 웹 · 클라우드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🕰️ 인터넷 연결의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1969 ARPANET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미국 몇몇 대학 컴퓨터를 처음 서로 연결한 실험. "멀리 있는 컴퓨터끼리 메시지를 주고받자"가 인터넷의 씨앗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1970~80s 공통 규칙(TCP/IP)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"데이터를 잘게 나눠(패킷) 주소를 붙여 보내자". 오늘의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주소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여기서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1989~1991 웹의 탄생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CERN의 팀 버너스리가 "문서를 링크로 잇자"는 월드 와이드 웹 제안·공개.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URL 등장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2000s~ 클라우드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아마존·구글이 "우리 서버를 빌려 쓰세요" → 비전공자도 몇 분 만에 서비스를 올린다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"멀리 있는 컴퓨터를 잇자"(1969) → "공통 규칙을 만들자"(TCP/IP) → "문서를 링크로 잇자"(웹·HTTP) → "서버를 빌려 쓰자"(클라우드).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손님이 몰리면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어떻게 버티나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주방을 여러 개로(수평 확장)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똑같은 서버를 여러 대 두고 손님을 나눠 보냄. 이 '안내 직원'이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 밸런서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("지금은 2번 주방으로")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나가는 메뉴는 미리 준비(캐시·CDN)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인기 이미지·파일을 손님과 가까운 여러 지점에 미리 복사 → 지구 반대편에서도 빠르게. 이것이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688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688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비전공자가 지금 직접 다룰 일은 없다(클라우드가 대부분 자동)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"인기를 끌면 왜 서버 비용이 오르는지"의 감각으로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알아 두면 된다.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"남이 못 열고, 껐다 켜면 사라진다"는 세 증상의 원인은 하나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세상과 연결된 뒤편(백엔드)이 없다.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공유·지속·비밀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필요하면 서버가 필요하고, 내 화면에서 잠깐 보이고 마는 것은 없어도 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클라이언트=손님, 서버=24시간 주방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프론트=홀, 백엔드=주방.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저장·확인·연결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코드는 AI가 쓰고,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필요·위험을 판단하는 것은 내 몫.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증상(사라짐·안 열림·꺼짐)이 가리키는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원인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친구가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localhost:3000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열었을 때 안 열리는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어떤 기능이 서버가 필요한지 가리는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실마리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손님·24시간 주방·홀·주방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무엇에 해당하나?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손님이 몰릴 때 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 밸런서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무엇을 하나?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지금 만든 것이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 안에만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세상과 연결된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뒤편(백엔드/서버)이 없다.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localhost는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'말하는 그 컴퓨터'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뜻해, 친구에겐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자신의 빈 컴퓨터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가리키기 때문.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사람이 나눠 쓰나 · 껐다 켜도 남아야 하나 · 비밀이 오가나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하나라도 예면 대개 서버 필요.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손님=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24시간 주방=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홀=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프론트엔드(화면)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주방=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백엔드(서버)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 밸런서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=손님을 여러 서버로 나눠 보내는 안내 직원,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=인기 파일을 가까운 지점에 미리 복사해 빠르게 전달.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뒤편을 그리다 🍳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뒤에 서버가 필요한 이유 — 여기까지 · 다음: 네트워크 기본기 — 주소가 화면이 되기까지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2026-08-27T08:19:48Z</dcterms:created>
  <dcterms:modified xsi:type="dcterms:W3CDTF">2026-08-27T08:19:48Z</dcterms:modified>
</cp:coreProperties>
</file>