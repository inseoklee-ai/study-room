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도구와 하네스 · 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안티패턴 회수와 관통 질문의 답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준다 = 계약·권한·관찰·판정·중단을 함께 설계한다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되짚고 꿰기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안티패턴 회수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관통 질문에 답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중단원을 한 줄로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반복되는 나쁜 설계 습관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실패 순간과 이어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실패 순간에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비어 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관통 질문에 답한다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"도구를 준다"의 뜻을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요소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설계로 다시 정의한다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중단원 전체를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꿰고, 아직 남는 열린 질문으로 닫는다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실패는 불안이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설계에서 찾을 수 있는 순간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안티패턴을 회수한다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반복되는 나쁜 설계 습관을 실패 순간에 잇는다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50692" y="5486400"/>
            <a:ext cx="56875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50692" y="5486400"/>
            <a:ext cx="5687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남발 · 데이터 덤프 · 권한 방치 · 중단 없는 순환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안티패턴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습관과 실패 순간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안티패턴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자주 반복되는 나쁜 설계 습관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습관이 실패를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한곳에만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만들지는 않는다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순간을 특히 크게 만드는지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구분할 수 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684907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순간 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977515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고름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2575179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2684907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순간 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977515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읽음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2575179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2684907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순간 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977515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실수 반복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안티패턴이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키우는 실패 순간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짚으면, 처방을 그 순간에 정확히 놓을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네 안티패턴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키우는 실패 순간과 처방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06476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6129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안티패턴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키우는 실패 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6129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남발 수십 개를 한꺼번에 주입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 고름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비슷한 이름·겹친 목적에서 잘못 고르고 설명을 오래 읽는 동안 컨텍스트 낭비 → 기본 목록은 필요한 것만, 드문 기능은 필요할 때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9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반환값 데이터 덤프 원본을 통째로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 읽음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중요한 값과 잡음을 구별 못 함 → 결정에 필요한 필드·근거 위치·잘린 사실만 반환(숨기는 게 아니라 관찰 대상을 드러냄)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9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방치 읽기·쓰기 미구분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순간 모두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 고른 도구가 곧 외부 상태를 바꾸고, 잘못 읽은 값이 잘못된 대상에 쓰임 → 읽기·변경 권한 분리, 대상·작업 종류·승인 조건을 서버에서도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9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중단 없는 순환 실패해도 같은 호출 계속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실수 반복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문구만 바꿔 재시도·입력 추측은 해결의 증거가 아님 → 재시도 횟수·시간 한도, 한 번에 하나만 수정 후 전후 비교, 조건 넘기면 사람 이관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🎚️ 처방의 공통 원리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드러내되 줄인다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남발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 개를 한꺼번에 주면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이름·겹친 목적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잘못 고르고, 설명을 오래 읽는 동안 컨텍스트를 낭비한다. 기본은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과업에 필요한 것만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드문 기능은 필요할 때 연결한다.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반환값 데이터 덤프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통째로 반환하면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값과 잡음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구별하지 못한다. 결정에 필요한 필드·근거 위치·잘린 사실만 반환하는 것은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정보를 숨기는 게 아니라 관찰 대상을 드러내는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일이다.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원리는 하나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고르고 읽을 대상을 좁혀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잘못 고름·잘못 읽음의 순간을 줄인다.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관통 질문에 답하기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실패 순간에 무엇이 비어 있는가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54780" y="5486400"/>
            <a:ext cx="427939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4780" y="5486400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· 관찰 · 판정 · 중단 · 권한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🕳️ 세 순간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비어 있나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잘못 고르는 순간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언제 쓰는지와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인자·반환·실패 뒤 행동을 적은 계약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비어 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잘못 읽는 순간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반환 근거를 남기는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그 기록을 비교하는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비어 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실수를 반복하는 순간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번에 한 곳만 고치게 하는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 기준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사람에게 넘기는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이관 조건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비어 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실패의 처방은 "더 똑똑한 모델"이 아니라, 그 순간에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있던 설계 요소를 채우는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 여기에 더할 하나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권한과 승인 경계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계약·관찰·판정·중단을 채워도, 호출은 결국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행동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이어진다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권한과 승인 경계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더해야 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그래야 호출이 행동이 되어도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 범위를 제한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68490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97751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고름을 막음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47238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2998" y="257517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7862" y="268490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관찰·판정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6150" y="297751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읽음을 막음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1596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77356" y="257517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268490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중단·이관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0508" y="297751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반복을 막음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5954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1714" y="257517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6578" y="268490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권한·승인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14866" y="297751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피해를 제한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🎁 "도구를 준다"의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준다는 말은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연결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한다는 뜻이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계약·권한·관찰·판정·중단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설계한다는 뜻다섯 요소를 한 패킷에 적어야 호출이 행동이 되어도 실패 순간이 설계로 되돌아온다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6852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6852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66852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기능만 연결하면 세 실패 순간이 그대로 열린다. 다섯 요소를 함께 적어야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실패가 계약 문장으로 되돌아온다.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중단원을 한 줄로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말하는 모델에서 안전한 개선 측정까지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62756" y="5486400"/>
            <a:ext cx="466344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2756" y="5486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→ 하네스 → 트레이스 → 경계 → 판정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🧵 중단원을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06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06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말하는 모델이 도구에 연결되면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실패 순간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(잘못 고름·잘못 읽음·같은 실수 반복)이 열린다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2056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11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11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2056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설명은 모델이 읽는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지시(계약)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그 계약은 곧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2512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15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15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2512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정의서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항목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실패를 계약 문장으로 되돌린다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720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720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72968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하네스의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지점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(시스템 지시·도구·권한·실행 환경·관찰·중단)이 도구의 바깥을 설계한다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73424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724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724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73424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남기고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한 곳만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고쳐 재실행한다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7388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472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472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37388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권한과 신뢰 경계(네 층)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안전을 지키고,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전후 판정과 회귀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개선을 측정한다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안티패턴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나쁜 설계 습관 — 각각이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키우는 실패 순간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짚어 처방을 그곳에 놓는다.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순간에 비어 있는 것은 각각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관찰·판정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중단·이관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권한과 승인 경계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더해야 호출이 행동이 되어도 피해가 제한된다.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준다 = 계약·권한·관찰·판정·중단을 함께 설계한다.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안티패턴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이란 무엇이며, 각 안티패턴을 볼 때 무엇을 구분해야 하는가?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안티패턴 중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실패 순간 모두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키우는 것은 무엇이며 왜인가?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고르는 순간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읽는 순간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에는 각각 무엇이 비어 있나?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계약·관찰·판정·중단을 채운 뒤에도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더해야 할 하나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무엇이고 왜인가?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"도구를 준다"는 말의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뜻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한 문장으로 말하면?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반복되는 나쁜 설계 습관.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실패를 한곳에만 만들진 않지만,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순간을 특히 크게 만드는지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구분한다.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방치.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잘못 고른 도구가 곧 외부 상태를 바꾸고, 잘못 읽은 값이 잘못된 대상에 쓰이며, 재시도가 피해를 넓히기 때문.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잘못 고름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(언제 쓰는지·인자·반환·실패 뒤 행동)이, 잘못 읽음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관찰과 판정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비어 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권한과 승인 경계.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호출은 결국 실제 행동이 되므로, 이것이 있어야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 범위를 제한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기능을 연결하는 게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계약·권한·관찰·판정·중단을 함께 설계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도구와 하네스 — 여기까지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중단원 「도구와 하네스」 종합 정리 ·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2026-08-27T02:52:48Z</dcterms:created>
  <dcterms:modified xsi:type="dcterms:W3CDTF">2026-08-27T02:52:48Z</dcterms:modified>
</cp:coreProperties>
</file>