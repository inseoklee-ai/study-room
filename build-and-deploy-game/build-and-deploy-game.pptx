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세 겹 &amp; 게임 ④⑤⑥ + 제출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게임 만들기 그리고 배포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테트리스 → 내 게임 · PRD 루프 · GitHub Pages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두 판,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배포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· 채팅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테트리스  한 줄 요청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· 작업대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게임  규칙부터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링크로  제출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게임을 만드는 이유 — 소개 페이지는 만들고 나면 다시 볼 일이 드물지만,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게임은 만든 사람이 곧 첫 플레이어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누르고 지고 다시 하는 동안 세 겹이 전부 움직인다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내가 정하니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규칙을 그럴듯하게 바꿔치기했는지 판정할 기준이 내 안에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한 번에 완벽을 노리기보다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→ 만들기 → 관찰 → 재요청 루프를 빠르게 여러 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도는 것이 바이브 코딩의 힘.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테트리스에서 내 게임까지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한 줄 요청 · 2차 규칙부터 설계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실습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🕹️ 1차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"테트리스 만들어줘"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테트리스 만들어줘.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이게 전부. 잠시 뒤 채팅 옆에 게임 미리보기가 뜨고 바로 플레이된다(대개 방향키·줄 삭제까지).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33447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33447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줄이 통하는 이유테트리스는 1984년부터 전 세계가 공유해 규칙이 이미 AI 안에 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"테트리스"라는 이름 자체가 규칙 명세서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7303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7303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7303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통하고 안 통하고는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길이가 아니라 담긴 정보량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가른다 — "테트리스"는 짧지만 규칙이 가득한 한 줄. 뒤에 만들 '내 게임'엔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이름이 없어 규칙을 직접 적어 정보를 채워야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관찰까지가 연습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한 번에 하나씩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코드에서 찾아볼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게임판(&lt;canvas&gt;·격자)과 점수 표시가 어디에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보드·블록 색, 배치 — 보통 한 문서의 &lt;style&gt; 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입력·블록 낙하·줄 삭제 — 보통 &lt;script&gt; 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겹이 어디에 있는가"만 찾는다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(코드를 다 이해할 필요 없음). 부가 기능은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재요청(미리보기·점수/레벨·일시정지·다시하기·색테마) — 더할 때마다 플레이해서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기능이 안 망가졌나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함께 본다.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970020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같은 요청이라도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사람마다·실행마다 다르다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(블록 색·조작감·코드 구성). 어떤 결과든 세 겹은 그대로 들어 있다 — AI의 비결정성과 프롬프트 영향력을 보는 관찰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🎮 2차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방향이 반대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규칙을 내가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테트리스는 이름이 규칙 명세서였지만, 2차는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이름만으론 AI에게 안 통하는 게임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규칙을 내가 적는다. 도구도 바꾼다(채팅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작업대의 개발 에이전트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파일이 내 컴퓨터에 남아야 이어서 고친다)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70938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17242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게임의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재료 셋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것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(점수판·게임판·버튼)·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(몇 점·진행/끝·이김/짐)·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(무엇을 하면 상태가 어떻게 바뀌나). 이 셋으로 나눠 적으면 AI에게 또렷이 전하고, 어긋났을 때 어느 부분인지 짚기 쉽다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4388"/>
          <a:ext cx="11091672" cy="11521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가위바위보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점수판·버튼·결과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이김/짐/무, 선택 강조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선택 vs 무작위 판정, 3승 종료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두더지 잡기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3×3 칸·점수·시간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두더지 나온 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 칸 등장, 클릭 +1, 30초 종료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028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4028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4028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 크기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각 칸이 한두 줄이면 오늘 적당. 어느 칸이 문단이 되면(레벨·저장·랭킹) 오늘보다 크니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잘라 첫 판만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2차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규칙은 내가 적는다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131820"/>
          </a:xfrm>
          <a:prstGeom prst="roundRect">
            <a:avLst>
              <a:gd name="adj" fmla="val 146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13182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9489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새 폴더 my-game을 만들고, 그 안에 아래 게임을 만들어줘.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만들 게임: [예: 가위바위보 / 숫자 맞히기 / 내가 정한 게임]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규칙: [게임이 어떻게 진행되는지 2~3문장으로 직접 적기]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끝나는 조건: [예: 5판 승부 / 기회 10번 / 제한시간 30초]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파일은 index.html, styles.css, script.js 세 개로 나눠줘.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화면: [내 게임의 화면 요소]를 담아줘.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모바일에서도 조작 편한 크기로, [내 게임의 상태]가 색·문구로 보이게.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내가 적은 규칙 그대로 동작하고, 끝나는 조건이 되면 결과·다시하기 버튼.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규칙에 애매한 부분이 있으면 만들기 전에 나에게 물어봐.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완료 후 브라우저 확인 방법과 수정 체크리스트를 알려줘.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64972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64972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64972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건 "세 파일로 나눠줘"가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화면·상태·규칙을 구체적으로 적었다는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테트리스와 달리 이 규칙은 AI 안에 없으므로,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규칙까지 맡기면 결과가 이상해도 판정 기준이 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계획하고, 만들고, 다듬기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먼저 · 관찰하고 재요청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루프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만들기 전에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PRD부터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전문팀은 코드 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(제품 요구사항 문서)를 쓴다 — "무엇을, 누구를 위해, 어떤 규칙으로"를 먼저 글로 못 박는다. 바이브 코딩엔 더 중요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내 마지막 한 마디에 맞춰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움직여, 목표가 글로 고정 안 되면 대화가 길어질수록 방향이 흘러간다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거창할 필요 없이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15~30분, 한 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게임을 화면·상태·규칙으로 나눈 표가 PRD의 뼈대. 여기에 누가 플레이하나·예외 상황을 더한다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602611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바로 코드를 쓰지 말고, 위 PRD대로 어떻게 만들지 계획을 먼저 알려줘.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어떤 순서로 만들지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내가 미리 정해줘야 할 것이 있는지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계획이 내 생각과 맞으면 "진행"이라고 할게. 그때 만들어줘.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7304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7304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7304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이러면 AI가 내 요청을 어떻게 이해했는지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나오기 전에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— 방향이 틀리면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한 줄만 고치면 되지 수백 줄 코드를 되돌릴 필요가 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💡 손으로 빨리 쓰는 힘은 AI가 가졌다. 남는 실력은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만들지 또렷이 정의하는 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관찰하고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재요청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[어디서] [무슨 문제가 있고], [어떻게 되면 좋겠다]재요청은 해법(CSS 속성)을 외워 말하는 게 아니라 — 관찰·기대를 평소 말로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66852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"결과 문구가 무슨 뜻인지 알기 어려워.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'이겼습니다/졌습니다'처럼 분명하게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바꿔줘"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"모바일에서 버튼이 좁아 누르기 불편해.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커지거나 줄바꿈되게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해줘"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"무승부인데 점수가 올라가.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이겼을 때만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오르게 해줘"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87210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7210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7210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고쳐서 돌려주면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말한 부분이 실제로 바뀌었는지 직접 플레이하거나 코드를 열어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무작정 믿지 않는 이 습관이 핵심. "전체를 다시 만들어줘"보다 문제 부분만 짚어야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괜찮은 부분이 덜 흔들린다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재지시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결과에서 [관찰한 문제]가 있어.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유지할 것: [마음에 드는 부분]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바꿀 것: [어떻게 되면 좋겠는지, 눈으로 확인 가능한 조건으로]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확인 방법: [브라우저에서 내가 해볼 행동]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수정 후 어떤 파일을 어떻게 바꿨는지 짧게 알려줘.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055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055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3055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줄이 핵심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유지할 것·바꿀 것·확인 방법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"유지할 것"이 있어야 AI가 괜찮은 부분을 덜 건드리고, "확인 방법"이 있어야 내가 결과를 검증할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 올리고 링크 제출하기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배포 · 루브릭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과제 + 프로젝트 제출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배포 — 바이브 코딩으로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HTML·CSS·JS를 무료로 웹에 올려 주는 서비스. 파일을 올리고 Pages를 켜면 https://내아이디.github.io/저장소이름/ 주소가 생겨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누구나 접속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준비물은 GitHub 계정 하나.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폴더의 게임을 GitHub Pages로 배포하고 싶어.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이 폴더를 깃 저장소로 만들고, 내 GitHub에 새 공개 저장소로 올려줘.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GitHub Pages를 켜서 웹에서 열 수 있는 주소를 만들어줘.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로그인·권한 확인처럼 내가 직접 눌러야 하는 단계는 멈추고 알려줘.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배포가 끝나면 접속 주소를 알려주고, 잘 열리는지 확인 방법도.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7301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57301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301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배포엔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로그인·권한 승인처럼 사람이 직접 해야 하는 단계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섞여 있다 — AI가 그 대목에서 멈추고 안내하면 그 부분만 웹 화면에서 처리하고 다시 이어간다. 배포 직후 주소가 뜨기까지 1~2분.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제출 전 체크와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768096"/>
        </p:xfrm>
        <a:graphic>
          <a:graphicData uri="http://schemas.openxmlformats.org/drawingml/2006/table">
            <a:tbl>
              <a:tblPr/>
              <a:tblGrid>
                <a:gridCol w="11091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 전 체크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창(시크릿)에서 열어도 게임이 뜬다 · 내 컴퓨터가 아니라 그 웹 주소에서 조작이 동작한다 · 휴대폰으로도 플레이된다 · 동료에게 보내도 열린다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배운 내용이 잘 적용되었나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HTML·CSS·JS가 적절하게 만들어졌는가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기획한 게임 로직 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게임이 원하는 대로 흘러가는가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만든 게임 제출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배포된 페이지에서 게임이 잘 동작하는가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9684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3"/>
          <p:cNvSpPr/>
          <p:nvPr/>
        </p:nvSpPr>
        <p:spPr>
          <a:xfrm>
            <a:off x="548640" y="39684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4"/>
          <p:cNvSpPr/>
          <p:nvPr/>
        </p:nvSpPr>
        <p:spPr>
          <a:xfrm>
            <a:off x="786384" y="39684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 = 배포된 게임 링크(예: https://내아이디.github.io/my-game/). 제출은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또는 URL 중 하나로만, 제출 후 수정 불가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링크로 여는 게임이라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제출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과제에 맞다.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= 명세서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테트리스는 이름에 규칙이 담겨 한 줄로 되지만, 내 게임은 규칙을 직접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게임 최소 재료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것·상태·규칙 — 한 화면 크기로 잘라 첫 판만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규칙을 내가 정하니 AI가 바꿔치기했는지 판정할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PRD 먼저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전에 계획을 맞춘다 — 문서 한 줄이 수백 줄 코드보다 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관찰·기대·유지할 것을 나눠 말하고 직접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링크로 — 사람이 할 단계(로그인)는 AI가 멈추고 넘긴다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"테트리스"는 한 줄로 되는데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게임은 규칙을 직접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적어야 하는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게임의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재료 셋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과, "한 화면 크기"를 가늠하는 기준은?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코드를 바로 시키지 않고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PRD·계획부터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확인하면 뭐가 좋은가?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재요청을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해법(CSS 속성)이 아니라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무엇으로 말해야 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배포 중 AI가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멈추고 나에게 넘기는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왜 사람이 해야 하나?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테트리스는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이미 AI 안에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 이름이 명세서 역할을 하지만, 내 게임엔 공용 이름이 없어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적어 정보를 채워야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만들 수 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것·상태·규칙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각 칸이 한두 줄이면 한 화면 크기로 적당,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문단이 되면(레벨·저장·랭킹) 오늘보다 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잘라야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내 요청을 어떻게 이해했는지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나오기 전에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— 방향이 틀리면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한 줄만 고치면 되지 수백 줄 코드를 되돌릴 필요가 없다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관찰(어디서 무슨 문제)·기대(어떻게 되면 좋겠다)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로. 해법을 사람이 추측해 지정하면 틀려도 AI가 따르니, 해법 고르기는 AI의 몫으로 남긴다.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로그인·권한 승인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본인 확인이 필요한 일이라 AI가 대신 못 한다 — 그 부분만 웹 화면에서 처리하고 다시 이어간다.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만들어서 세상에 내보낸다 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게임 만들기·루프·배포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2026-08-13T23:08:25Z</dcterms:created>
  <dcterms:modified xsi:type="dcterms:W3CDTF">2026-08-13T23:08:25Z</dcterms:modified>
</cp:coreProperties>
</file>