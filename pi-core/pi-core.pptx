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— 내 에이전트 툴의 뼈대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툴은 마법 상자가 아니라 조립할 수 있는 층위입니다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여기서 pi를 소개하는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pi를 기반으로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필요에 맞춘 에이전트 툴을 만들 수 있기 때문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pi는 모델과 도구를 연결해 코딩 작업을 돕는 기능을 담고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스크립트로 확장할 자리를 열어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둡니다. 그래서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뒤에서 어떤 부분을 바꾸고 어떤 부분을 덧붙일지 읽을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서비스를 그대로 쓰는 데서 멈추지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필요한 입구와 기능을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위에 얹는 선택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가능합니다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57187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57187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57187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 선택은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일어난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한 때 OpenClaw는 pi를 에이전트 엔진으로 채택했습니다.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WhatsApp 메시지 입구를 pi 엔진에 연결하는 작은 도구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출발해 지금에 이르렀습니다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코어는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적은 기능이라는 뜻만은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 볼 것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 볼 것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 볼 것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나누어 볼 것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넷을 어디에 둘지 나누어 볼 수 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뜻입니다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코어가 맡은 일을 읽고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바깥에 더할 일을 고르면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안을 들여다봅니다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· 모델 · 세션 · 도구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pi 뼈대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연결하는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갈래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OAuth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Pro 또는 Max 구독으로 — 로그인 권한을 맡기는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등록해 제공자에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Ollama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모델을 등록해 컴퓨터 안의 모델을 고름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OpenClaw에서 살핀 두 인증 경로와 비교하면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pi에는 로컬 모델 경로가 하나 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에이전트 화면이라도 모델을 만나는 방식은 도구마다 다르게 설계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됩니다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JSONL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대화는 화면에서 사라져도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기록으로 남을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 기본 위치는 ~/.pi/agent/sessions/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경로마다 JSONL 파일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쌓입니다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한 줄마다 JSON 객체 하나를 넣는 기록 형식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줄에는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ID · 시각 · 작업 폴더 경로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가, 이후 줄에는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대화와 도구 호출 결과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이어집니다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그래서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화면의 답변과 실제 호출을 따로 볼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 — 소단원 ③의 toolCall/toolResult 구분과 같은 이야기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70123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도구도 처음부터 모두 열어 둘 필요는 없습니다 — --tools 옵션으로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허용할 도구 목록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정합니다.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읽기만 맡길 때와 파일을 바꾸게 할 때의 경계가 여기에서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갈립니다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게이트웨이를 얹어 도구가 자랍니다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Warelay → 지금의 OpenClaw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pi 뼈대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위에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입구를 더한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  (에이전트)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WhatsApp  게이트웨이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도구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Warelay  Clawdbot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Clawdbot은 npm 패키지 설명에서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"Pi RPC agent" 위에 만든 WhatsApp 게이트웨이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소개됐습니다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버전은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pi를 프로그램 안에 넣어(임베디드)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 엔진으로 썼습니다. 이후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코어를 갖추면서 pi 의존을 걷어냈고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지금은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 런타임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그 자리를 맡습니다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OpenClaw의 내장 런타임 이름은 openclaw입니다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9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949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949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이름이 바뀌어도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위에 채널과 기능을 조립한다는 생각은 이어갑니다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것도 설계입니다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빈자리는 부족한 목록으로 끝나지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pi 뼈대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것과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둘 것인가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pi에 없는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어디에서 맡을 수 있는가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MCP 클라이언트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확장으로 더할 수 있음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서브에이전트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pi를 함께 다루는 방식을 확장이나 별도 구성으로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내장 스케줄러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운영체제의 예약 기능이나 별도 확장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빈자리는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목록으로만 끝나지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코어에 두고 무엇을 확장으로 둘지 고르는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됩니다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OpenClaw에서는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연결·권한 모드·자동화 예약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하나의 도구에서 보았습니다. pi는 그 기능들을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기본으로 모두 품지 않는 대신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부분을 바깥에서 조립할 여지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있는지뿐 아니라 어느 층에 놓였는지도 살펴야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어디에서 메시지를 받을지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(게이트웨이·채널)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할 수 있게 둘지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(도구 목록)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행동에 승인을 둘지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(권한)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고르는 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세션이 남는 위치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더합니다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5876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툴은 마법 상자가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조립할 수 있는 층위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pi가 OpenClaw와 다른 모델 연결 경로는?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Ollama 모델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경로. OpenClaw의 두 경로(API 키·claude-cli)에 하나가 더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pi에 없는 세 가지와 그 뜻은?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클라이언트 · 서브에이전트 · 스케줄러.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부족함이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코어와 확장의 경계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정한 설계.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pi의 계보가 보여 주는 것은?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코어를 골라 그 위에 입구와 기능을 얹으면 다른 도구가 된다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것. Warelay·Clawdbot이 그렇게 만들어졌고, 이후 자체 코어로 pi 의존을 걷어냈다.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것도 설계입니다 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