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· AI는 문서와 사진에서 무엇을 꺼낼까 (6·실습)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PDF를 네 가지 눈으로 읽기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Tesseract · PaddleOCR · PaddleOCR-VL · 범용 VLM 비교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실습 목표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1Tesseract오래된 계보의 가벼운 로컬 OCR 기준선 2PaddleOCR탐지·인식을 나눈 현대식 오픈소스 OCR 3PaddleOCR-VL표·수식·읽기 순서를 함께 복원하는 문서 VLM 4Claude / ChatGPT문서 외 질문도 처리하는 범용 멀티모달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237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237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모델이 최고인가"를 세 페이지로 결론 내리지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 도구가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자료형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주고,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실패를 눈에 보이게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남기며,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어디서 처리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되는지를 관찰합니다.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 실습 흐름과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4856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정할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맡길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0~5분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PDF·필수 2쪽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폴더·패키지·캐시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해시·페이지 PNG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5~20분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모델·출력 계약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Tesseract·PaddleOCR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텍스트·좌표·오버레이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20~35분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추정 금지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PaddleOCR-VL·범용 VLM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페이지별 Markdown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35~50분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기준값 6개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비교표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exact·partial·missing·invented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2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50~60분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화면에서 볼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Gradio 화면 조립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app.py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0354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00354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00354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환경을 미리 고정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(requirements-ocr, Tesseract 5 kor·eng, PP-OCRv5·PaddleOCR-VL-1.6 가중치, GPU, 교사용 결과).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준비가 안 됐으면 수업 중 즉흥 업그레이드 금지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실패 경로는 기록하고 fallback으로 이어감.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가상환경 — 프로젝트별 Python 도구 상자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uv로 들어가고 나오기만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충돌 방지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가상환경 — 학생은 들어가고 나오기만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수업은 Astral의 uv를 사용. uv venv(환경 생성)·uv pip install(패키지)은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뜻만 알아두고 실행하지 않음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운영자가 requirements-*.txt로 미리 준비.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문서 실습 시작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.venv-day15-ocr/bin/activate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sys; print(sys.executable)"   # 경로 끝이 .venv-day15-ocr/bin/python인지 확인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                                        # 끝나면 나오기(삭제 아님)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YOLO 실습 시작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.venv-day15-yolo/bin/activate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02107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02107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02107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activate=현재 터미널의 python이 그 도구 상자를 가리키게 함, deactivate=나올 뿐 삭제 아님.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패키지가 없으면 새로 설치하지 말고 오류를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대체 결과로 넘어감.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에이전트에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쓰게 + 준비된 PDF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환경 관련 지시에 붙이는 조건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환경을 다룰 때는 uv만 사용해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pip, pip3, python -m venv, Conda, 전역 설치는 쓰지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활성화된 수업용 가상환경과 고정된 requirements를 바꾸지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패키지가 없으면 새로 설치하지 말고 정확한 오류를 기록한다.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91815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입력: 3쪽 이미지형 PDF → input/day15_sample.pdf — 1쪽 정비 지시서(항목·값·합계표), 2쪽 모의평가형(두 단·수식·선택지), 3쪽 시설 점검표(병합 셀·도장 겹침)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링크 ≠ 재배포 권리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외부 자료는 개인별 다운로드·수업 안에서만, 저장소엔 복사본 X.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파일명·다운로드 날짜·SHA-256만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기록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명령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프롬프트가 아니라 동일 산출 계약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2716" y="54864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2716" y="5486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OCR → 문서 VLM → 범용 VLM → 비교표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로컬 OCR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종류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명령 1 (요지)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input/day15_sample.pdf의 1~2쪽을 로컬에서 처리.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 명령은 uv만, 패키지/모델은 바꾸지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두 페이지를 200dpi PNG로 한 번 변환, 같은 PNG를 두 OCR에 넣는다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Tesseract 5: kor+eng · PaddleOCR: 한국어 PP-OCRv5 인식 모델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실제 선택된 탐지·인식 모델 이름을 기록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저장: input_pages/page_0N.png · tesseract/page_NN.tsv,.txt,_overlay.png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paddleocr/page_NN_raw.json,.txt,_overlay.png · run_manifest.json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manifest: 패키지 버전·모델 이름·입력 SHA-256·실행 명령·시간·네트워크 사용 여부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가중치가 없으면 설치 말고 failure_log.md에 명령·오류 기록,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운영자 fallback이 있으면 그 경로를 manifest에 표시하고 계속.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4359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4359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4359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채팅창에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"완료"가 나온 것은 통과 조건이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OCR의 원시 결과와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이름의 오버레이 파일을 직접 열어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문서 전용 VLM을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경로 =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PaddleOCR-VL-1.6 전체 파이프라인을 준비된 GPU에서 직접 실행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호스팅 추론 API로 임의 전환하지 않음.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명령 2 산출 계약 (요지)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8286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8286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79726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input_pages의 두 PNG를 PaddleOCR-VL-1.6 전체 문서 파싱 파이프라인으로 처리.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준비된 GPU에서 직접 실행, 호스팅 API/다른 모델로 바꾸지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페이지별 Markdown · 표는 Markdown표 또는 구조화 JSON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수식은 가능하면 LaTeX · 읽을 수 없는 곳은 [UNCLEAR]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원문에 없는 설명·요약·값 보정 금지 · 각 페이지 ## Page 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저장: paddleocr_vl/raw/ (원시), result.md (정규화)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manifest에 레이아웃 분석·VLM 인식 모델명·버전·시간·장치 추가.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5분 내 첫 페이지 없으면 오류 기록 후 운영자 fallback으로 계속.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44627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44627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444627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 하나만 호출한 결과 ≠ 레이아웃 분석 포함 전체 파이프라인 결과.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 기록에 "전체 파이프라인"인지 "구성요소 직접 호출"인지 반드시 적음.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Claude / ChatGPT에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제품명 아래 실제 모델·전처리가 바뀔 수 있고 내부가 다 공개돼 있지 않음.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가능한 한 서비스만 필수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(다른 서비스는 확장). 새 대화에 두 페이지 PNG 첨부.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명령 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8286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8286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79726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첨부한 두 페이지를 페이지별 Markdown으로 전사해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표는 행과 열 관계를 유지 · 2. 수식은 LaTeX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읽을 수 없는 곳은 [UNCLEAR]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요약·추정·맞춤법 보정·금액 재계산 금지 · 5. 각 페이지 ## Page 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마지막에 확실하지 않았던 위치만 페이지 번호와 함께 목록으로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7418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77418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77418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general_vlm/result.md에, run_info.json에 서비스명·화면 표시 모델명·실행일·입력 파일명·프롬프트 기록.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앱의 비공개 전처리를 고정할 수 없으므로 정밀 벤치마크가 아니라 출력 성격 관찰.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대조해 표로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 6개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문서번호 WO-2026-0715  ② 차량번호 12가 3456  ③ 작업 행 3개(엔진오일 68,000 등)  ④ 공급가 103,000·부가세 10,300·합계 113,300  ⑤ 2쪽 읽기 순서(좌 설명·F=ma → 우 12번)  ⑥ 수식 F=ma / 답 ③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437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8437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기준값이 있으므로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"그럴듯해 보인다"가 아니라 무엇이 달라졌는지를 같은 자로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비교. 원문 보고 정답을 다시 만들지 말고 제공된 기준값만 사용.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읽기 · 공정성 · 데이터 경로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도구가 모든 열에서 이길 필요는 없다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관찰과 기록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결과를 볼 때 묻는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글자를 얼마나 보존?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숫자·기호·띄어쓰기와 [UNCLEAR] 위치를 원문과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구조를 얼마나 보존?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 행 정렬, 두 단 읽기 순서, 병합 셀 관계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근거를 되짚을 수 있나?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페이지·좌표·원시 결과에서 출처를 찾을 수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빈자리를 메웠나?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원문에 없는 요약·단위·재계산 값이 생겼는지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도구가 모든 열에서 이길 필요 없음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Tesseract는 좌표·빠른 로컬, PaddleOCR는 한국어 글자 영역, 문서 VLM은 표·수식 구조, 범용 VLM은 질문 대응에서 편할 수 있음.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예상과 다르면 예상이 아니라 결과를 기록.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🧯 5분 안에 안 나오면, 그리고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경로별 제한 — 로컬 의존성 없음/GPU·가중치 문제/서비스 접근 불가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뒤 중단하고 fallback 결과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사용. 교사용도 없으면 not_run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결과 사용은 실패가 아님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사실을 숨기거나 다른 모델로 조용히 바꾸는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문제. 비교표·manifest에 fallback_used=true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비교가 공정하려면 — 같은 원본의 같은 PNG · 동일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계약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(동일 프롬프트 아님) · 앱 화면과 API 결과를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숫자로 섞어 "모델 성능"이라 부르지 않음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모델명·실행일·전처리·해시 기록 · 세 페이지로 순위 단정 금지. 그래서 표 제목은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"정확도 순위"가 아니라 "이 입력에서 관찰한 차이"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10분 제작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(Gradio)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Gradio 앱 (요지)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기존 outputs를 읽어 한 화면에서 비교하는 Gradio 앱. 새 추론은 하지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왼쪽: 원본 페이지 · 오른쪽 탭: Tesseract/PaddleOCR/PaddleOCR-VL/General VLM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좌표 있는 결과는 원본 위에 박스 오버레이 · Markdown은 페이지별 표시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기준값 6개 판정 표 · 비교표 CSV 다운로드 · 사용 모델·버전·로컬/외부 표시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outputs에 없는 경로는 fallback에서 읽고 '대체 결과'라고 표시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apps/ocr/app.py에 만들고 .venv-day15-ocr/bin/python apps/ocr/app.py로 실행.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3987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53987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3987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Gradio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입력·출력 컴포넌트를 미리 갖춘 오픈소스 Python UI 도구 — 화면 프레임워크를 처음부터 만들지 않고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결과 연결에 집중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바이브코딩 실습에 적합.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되돌아보기 · 제출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감상 대신, 다음 작업으로 이어지는 한 문장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70932" y="5486400"/>
            <a:ext cx="18470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0932" y="548640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체크포인트 &amp;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1~2쪽 PNG+SHA · 두 OCR 원시·텍스트·좌표 시각화 · PaddleOCR-VL Markdown · 범용 VLM 결과+모델·실행일 · comparison.md · 실패/[UNCLEAR] 사례 1개 · 데이터 경로 기록 · Gradio 화면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70938"/>
            <a:ext cx="11091672" cy="1116330"/>
          </a:xfrm>
          <a:prstGeom prst="roundRect">
            <a:avLst>
              <a:gd name="adj" fmla="val 737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17242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되돌아보기 3문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646426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OCR이 좌표를 주는데도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VLM이 필요한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경우는?  ② 문서 VLM이 표를 잘 복원해도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OCR 좌표를 함께 보존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이유는?  ③ 범용 VLM 답이 가장 편했다면, 그 편리함과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관리할 것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3357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3357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43357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도구 이름이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입력·출력 자료형·근거·실패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적습니다. "결과가 좋았다"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"어떤 출력이 어떤 다음 작업에 바로 연결되는가"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 문장으로.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📤 마지막에 채우는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글자와 좌표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필요할 때 고를 도구: 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표·수식·읽기 순서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중요할 때 고를 도구: ____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질문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빠르게 시험할 때 고를 도구: ____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반드시 원문을 다시 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조건: ____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확장 과제 — 짝과 어려운 페이지 한 장을 바꿔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경로만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재실행. 처음 나타난 실패를 new_failure.md에 한 문장으로 적고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기술 단계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추정("글자는 읽었지만 열 순서를 섞음 → 인식보다 레이아웃 조립 문제").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6문장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구현이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페이지를 네 도구로 비교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(자료형·실패 가시성·데이터 경로)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OCR은 프롬프트를 안 받으니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프롬프트가 아니라 동일 산출 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맞춘다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가상환경(uv)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프로젝트별 도구 상자 — 학생은 activate/deactivate만, 없으면 오류 기록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"완료" 채팅은 통과 아님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 6개로 exact/partial/missing/invented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 사용은 실패 아님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숨기거나 조용히 바꾸는 게 문제. fallback_used=true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경로도 결과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공개 모델도 호스팅 호출이면 외부 전송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실습의 목표는? 비교하는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갈래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"동일 프롬프트"가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"동일 산출 계약"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맞추는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가상환경이 필요한 이유? uv에서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하는 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채팅창의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"완료"가 통과 조건이 아닌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이유? 기준값으로 대조하는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fallback(대체 결과)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사용은 실패인가? 진짜 문제는 무엇인가?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"데이터가 어디로 갔는지도 결과"의 의미는? 공개 모델이면 자동 로컬인가?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74408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7440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74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OCR 구현이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만든 기능을 연결해 같은 페이지를 비교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네 갈래 = Tesseract · PaddleOCR · PaddleOCR-VL · Claude/ChatGPT(범용).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28305"/>
            <a:ext cx="11027664" cy="474408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8305"/>
            <a:ext cx="64008" cy="47440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28305"/>
            <a:ext cx="10707624" cy="474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OCR은 자연어 프롬프트를 받지 않기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 그래서 같은 입력 PNG + 같은 출력 형식(계약)을 맞춘다.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85009"/>
            <a:ext cx="11027664" cy="474408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85009"/>
            <a:ext cx="64008" cy="47440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85009"/>
            <a:ext cx="10707624" cy="474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실습마다 필요한 패키지 버전이 충돌하지 않게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프로젝트별로 격리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하려고. 학생은 만들지 않고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activate/deactivate만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없으면 설치 말고 오류 기록.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41713"/>
            <a:ext cx="11027664" cy="474408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41713"/>
            <a:ext cx="64008" cy="47440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41713"/>
            <a:ext cx="10707624" cy="474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원시 결과·오버레이를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열어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하기 때문. 기준값이 있어야 "그럴듯함"이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달라졌는지 같은 자로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비교(invented=환각까지 표시).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598418"/>
            <a:ext cx="11027664" cy="474408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98418"/>
            <a:ext cx="64008" cy="47440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598418"/>
            <a:ext cx="10707624" cy="474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아니다.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진짜 문제는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사실을 숨기거나 다른 모델로 조용히 바꾸는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fallback_used=true를 남긴다.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4155122"/>
            <a:ext cx="11027664" cy="474408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55122"/>
            <a:ext cx="64008" cy="47440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155122"/>
            <a:ext cx="10707624" cy="474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 위치가 성능만큼 중요한 결과라는 뜻.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모델이라도 호스팅 API를 호출하면 외부 전송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상용이라고 조직 정책이 같지도 않다.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사진(YOLO) 실습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2026-07-31T21:39:26Z</dcterms:created>
  <dcterms:modified xsi:type="dcterms:W3CDTF">2026-07-31T21:39:26Z</dcterms:modified>
</cp:coreProperties>
</file>