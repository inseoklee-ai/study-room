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4D4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4 · AI는 문서와 사진에서 무엇을 꺼낼까 (6·실습)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PDF를 네 가지 눈으로 읽기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42976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Tesseract · PaddleOCR · PaddleOCR-VL · 범용 VLM 비교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실습 목표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1Tesseract오래된 계보의 가벼운 로컬 OCR 기준선 2PaddleOCR탐지·인식을 나눈 현대식 오픈소스 OCR 3PaddleOCR-VL표·수식·읽기 순서를 함께 복원하는 문서 VLM 4Claude / ChatGPT문서 외 질문도 처리하는 범용 멀티모달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🎯 "어느 모델이 최고인가"를 세 페이지로 결론 내리지 않습니다. 각 도구가 어떤 자료형을 주고, 어떤 실패를 눈에 보이게 남기며, 데이터가 어디서 처리되는지를 관찰합니다.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⏱️ 실습 흐름과 시작 조건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운영자가 환경을 미리 고정(requirements-ocr, Tesseract 5 kor·eng, PP-OCRv5·PaddleOCR-VL-1.6 가중치, GPU, 교사용 결과). 준비가 안 됐으면 수업 중 즉흥 업그레이드 금지 — 실패 경로는 기록하고 fallback으로 이어감.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269748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4495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 정할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AI에게 맡길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 조건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0~5분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PDF·필수 2쪽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폴더·패키지·캐시 점검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해시·페이지 PNG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5~20분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한국어 모델·출력 계약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Tesseract·PaddleOCR 실행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텍스트·좌표·오버레이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20~35분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 금지 규칙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PaddleOCR-VL·범용 VLM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페이지별 Markdown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35~50분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기준값 6개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비교표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exact·partial·missing·invented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50~60분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화면에서 볼 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Gradio 화면 조립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app.py 실행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가상환경 — 프로젝트별 Python 도구 상자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uv로 들어가고 나오기만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충돌 방지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uv 가상환경 — 학생은 들어가고 나오기만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수업은 Astral의 uv를 사용. uv venv(환경 생성)·uv pip install(패키지)은 뜻만 알아두고 실행하지 않음 — 운영자가 requirements-*.txt로 미리 준비.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문서 실습 시작 source .venv-day15-ocr/bin/activate python -c "import sys; print(sys.executable)" # 경로 끝이 .venv-day15-ocr/bin/python인지 확인 deactivate # 끝나면 나오기(삭제 아님) # YOLO 실습 시작 source .venv-day15-yolo/bin/activate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activate=현재 터미널의 python이 그 도구 상자를 가리키게 함, deactivate=나올 뿐 삭제 아님. 패키지가 없으면 새로 설치하지 말고 오류를 기록해 대체 결과로 넘어감.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에이전트에 uv만 쓰게 + 준비된 PDF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환경을 다룰 때는 uv만 사용해 줘. pip, pip3, python -m venv, Conda, 전역 설치는 쓰지 않는다. 현재 활성화된 수업용 가상환경과 고정된 requirements를 바꾸지 않는다. 패키지가 없으면 새로 설치하지 말고 정확한 오류를 기록한다.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입력: 3쪽 이미지형 PDF → input/day15_sample.pdf — 1쪽 정비 지시서(항목·값·합계표), 2쪽 모의평가형(두 단·수식·선택지), 3쪽 시설 점검표(병합 셀·도장 겹침)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링크 ≠ 재배포 권리 — 외부 자료는 개인별 다운로드·수업 안에서만, 저장소엔 복사본 X. 파일명·다운로드 날짜·SHA-256만 기록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개의 명령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프롬프트가 아니라 동일 산출 계약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OCR → 문서 VLM → 범용 VLM → 비교표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로컬 OCR 두 종류 연결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input/day15_sample.pdf의 1~2쪽을 로컬에서 처리. 환경 명령은 uv만, 패키지/모델은 바꾸지 않는다. - 두 페이지를 200dpi PNG로 한 번 변환, 같은 PNG를 두 OCR에 넣는다 - Tesseract 5: kor+eng · PaddleOCR: 한국어 PP-OCRv5 인식 모델 - 실제 선택된 탐지·인식 모델 이름을 기록 저장: input_pages/page_0N.png · tesseract/page_NN.tsv,.txt,_overlay.png paddleocr/page_NN_raw.json,.txt,_overlay.png · run_manifest.json manifest: 패키지 버전·모델 이름·입력 SHA-256·실행 명령·시간·네트워크 사용 여부 가중치가 없으면 설치 말고 failure_log.md에 명령·오류 기록, 운영자 fallback이 있으면 그 경로를 manifest에 표시하고 계속.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채팅창에 "완료"가 나온 것은 통과 조건이 아닙니다. 두 OCR의 원시 결과와 서로 다른 이름의 오버레이 파일을 직접 열어 확인.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문서 전용 VLM을 같은 입력에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경로 = PaddleOCR-VL-1.6 전체 파이프라인을 준비된 GPU에서 직접 실행. 호스팅 추론 API로 임의 전환하지 않음.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input_pages의 두 PNG를 PaddleOCR-VL-1.6 전체 문서 파싱 파이프라인으로 처리. 준비된 GPU에서 직접 실행, 호스팅 API/다른 모델로 바꾸지 않는다. - 페이지별 Markdown · 표는 Markdown표 또는 구조화 JSON - 수식은 가능하면 LaTeX · 읽을 수 없는 곳은 [UNCLEAR] - 원문에 없는 설명·요약·값 보정 금지 · 각 페이지 ## Page N 저장: paddleocr_vl/raw/ (원시), result.md (정규화) manifest에 레이아웃 분석·VLM 인식 모델명·버전·시간·장치 추가. 5분 내 첫 페이지 없으면 오류 기록 후 운영자 fallback으로 계속.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⚠️ 구성요소 하나만 호출한 결과 ≠ 레이아웃 분석 포함 전체 파이프라인 결과. 실행 기록에 "전체 파이프라인"인지 "구성요소 직접 호출"인지 반드시 적음.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Claude / ChatGPT에 같은 계약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제품명 아래 실제 모델·전처리가 바뀔 수 있고 내부가 다 공개돼 있지 않음. 접근 가능한 한 서비스만 필수(다른 서비스는 확장). 새 대화에 두 페이지 PNG 첨부.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첨부한 두 페이지를 페이지별 Markdown으로 전사해 주세요. 1. 표는 행과 열 관계를 유지 · 2. 수식은 LaTeX 3. 읽을 수 없는 곳은 [UNCLEAR] 4. 요약·추정·맞춤법 보정·금액 재계산 금지 · 5. 각 페이지 ## Page N 6. 마지막에 확실하지 않았던 위치만 페이지 번호와 함께 목록으로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응답을 general_vlm/result.md에, run_info.json에 서비스명·화면 표시 모델명·실행일·입력 파일명·프롬프트 기록. 앱의 비공개 전처리를 고정할 수 없으므로 정밀 벤치마크가 아니라 출력 성격 관찰.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기준값과 대조해 표로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네 갈래 결과를 읽어 comparison.md 생성. 없는 경로만 fallback에서 읽고 fallback_used=true 표시. 기준값 6개를 행, 도구를 열로. exact/partial/missing/invented/unclear 중 하나로 표시. 각 판정 옆 원문 페이지·출력 경로. 처리시간·로컬/외부 전송 여부도 표에. tool_choice.md의 선택 기준이 있으면 '상담 기준으로 다시 보기' 섹션 추가.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기준값 6개</a:t>
            </a:r>
            <a:endParaRPr lang="en-US" sz="11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문서번호 WO-2026-0715 ② 차량번호 12가 3456 ③ 작업 행 3개(엔진오일 68,000 등) ④ 공급가 103,000·부가세 10,300·합계 113,300 ⑤ 2쪽 읽기 순서(좌 설명·F=ma → 우 12번) ⑥ 수식 F=ma / 답 ③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기준값이 있으므로 "그럴듯해 보인다"가 아니라 무엇이 달라졌는지를 같은 자로 비교. 원문 보고 정답을 다시 만들지 말고 제공된 기준값만 사용.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읽기 · 공정성 · 데이터 경로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도구가 모든 열에서 이길 필요는 없다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관찰과 기록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👀 결과를 볼 때 묻는 네 가지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한 도구가 모든 열에서 이길 필요 없음 — Tesseract는 좌표·빠른 로컬, PaddleOCR는 한국어 글자 영역, 문서 VLM은 표·수식 구조, 범용 VLM은 질문 대응에서 편할 수 있음. 예상과 다르면 예상이 아니라 결과를 기록.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269748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5394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방법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글자를 얼마나 보존?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숫자·기호·띄어쓰기와 [UNCLEAR] 위치를 원문과 대조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구조를 얼마나 보존?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 행 정렬, 두 단 읽기 순서, 병합 셀 관계 확인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근거를 되짚을 수 있나?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페이지·좌표·원시 결과에서 출처를 찾을 수 있는지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빈자리를 메웠나?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원문에 없는 요약·단위·재계산 값이 생겼는지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🧯 5분 안에 안 나오면, 그리고 공정성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경로별 제한 — 로컬 의존성 없음/GPU·가중치 문제/서비스 접근 불가 → 5분 뒤 중단하고 fallback 결과 사용. 교사용도 없으면 not_run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결과 사용은 실패가 아님 — 사용 사실을 숨기거나 다른 모델로 조용히 바꾸는 것이 문제. 비교표·manifest에 fallback_used=true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⚖️ 비교가 공정하려면 — 같은 원본의 같은 PNG · 동일 산출 계약(동일 프롬프트 아님) · 앱 화면과 API 결과를 한 숫자로 섞어 "모델 성능"이라 부르지 않음 · 모델명·실행일·전처리·해시 기록 · 세 페이지로 순위 단정 금지. 그래서 표 제목은 "정확도 순위"가 아니라 "이 입력에서 관찰한 차이".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🖥️ 10분 제작 — 한 화면에 (Gradio)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기존 outputs를 읽어 한 화면에서 비교하는 Gradio 앱. 새 추론은 하지 않는다. - 왼쪽: 원본 페이지 · 오른쪽 탭: Tesseract/PaddleOCR/PaddleOCR-VL/General VLM - 좌표 있는 결과는 원본 위에 박스 오버레이 · Markdown은 페이지별 표시 - 기준값 6개 판정 표 · 비교표 CSV 다운로드 · 사용 모델·버전·로컬/외부 표시 - outputs에 없는 경로는 fallback에서 읽고 '대체 결과'라고 표시 apps/ocr/app.py에 만들고 .venv-day15-ocr/bin/python apps/ocr/app.py로 실행.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Gradio는 입력·출력 컴포넌트를 미리 갖춘 오픈소스 Python UI 도구 — 화면 프레임워크를 처음부터 만들지 않고 모델 결과 연결에 집중. 바이브코딩 실습에 적합.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· 되돌아보기 · 제출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감상 대신, 다음 작업으로 이어지는 한 문장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체크포인트 &amp; 되돌아보기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1~2쪽 PNG+SHA · 두 OCR 원시·텍스트·좌표 시각화 · PaddleOCR-VL Markdown · 범용 VLM 결과+모델·실행일 · comparison.md · 실패/[UNCLEAR] 사례 1개 · 데이터 경로 기록 · Gradio 화면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되돌아보기 3문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OCR이 좌표를 주는데도 문서 VLM이 필요한 경우는? ② 문서 VLM이 표를 잘 복원해도 전용 OCR 좌표를 함께 보존할 이유는? ③ 범용 VLM 답이 가장 편했다면, 그 편리함과 함께 관리할 것은?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답은 도구 이름이 아니라 입력·출력 자료형·근거·실패 조건으로 적습니다. "결과가 좋았다" 대신 "어떤 출력이 어떤 다음 작업에 바로 연결되는가"를 한 문장으로.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📤 마지막에 채우는 네 줄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글자와 좌표가 필요할 때 고를 도구: ____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표·수식·읽기 순서가 중요할 때 고를 도구: ____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자연어 질문을 빠르게 시험할 때 고를 도구: ____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사람이 반드시 원문을 다시 볼 조건: ____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확장 과제 — 짝과 어려운 페이지 한 장을 바꿔 두 경로만 재실행. 처음 나타난 실패를 new_failure.md에 한 문장으로 적고 어느 기술 단계인지 추정("글자는 읽었지만 열 순서를 섞음 → 인식보다 레이아웃 조립 문제").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핵심 6문장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목표는 구현이 아니라 같은 페이지를 네 도구로 비교(자료형·실패 가시성·데이터 경로)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OCR은 프롬프트를 안 받으니 동일 프롬프트가 아니라 동일 산출 계약을 맞춘다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가상환경(uv)은 프로젝트별 도구 상자 — 학생은 activate/deactivate만, 없으면 오류 기록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"완료" 채팅은 통과 아님 — 기준값 6개로 exact/partial/missing/invented 대조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fallback 사용은 실패 아님 — 숨기거나 조용히 바꾸는 게 문제. fallback_used=true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데이터 경로도 결과 — 공개 모델도 호스팅 호출이면 외부 전송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 이 실습의 목표는? 비교하는 네 갈래는?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 "동일 프롬프트"가 아니라 "동일 산출 계약"을 맞추는 이유는?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 가상환경이 필요한 이유? uv에서 학생이 하는 일은?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 채팅창의 "완료"가 통과 조건이 아닌 이유? 기준값으로 대조하는 이유는?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 fallback(대체 결과) 사용은 실패인가? 진짜 문제는 무엇인가?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 "데이터가 어디로 갔는지도 결과"의 의미는? 공개 모델이면 자동 로컬인가?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 OCR 구현이 아니라 이미 만든 기능을 연결해 같은 페이지를 비교. 네 갈래 = Tesseract · PaddleOCR · PaddleOCR-VL · Claude/ChatGPT(범용).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 일반 OCR은 자연어 프롬프트를 받지 않기 때문. 그래서 같은 입력 PNG + 같은 출력 형식(계약)을 맞춘다.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 실습마다 필요한 패키지 버전이 충돌하지 않게 프로젝트별로 격리하려고. 학생은 만들지 않고 activate/deactivate만, 없으면 설치 말고 오류 기록.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 원시 결과·오버레이를 직접 열어 확인해야 하기 때문. 기준값이 있어야 "그럴듯함"이 아니라 무엇이 달라졌는지 같은 자로 비교(invented=환각까지 표시).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 실패가 아니다. 진짜 문제는 사용 사실을 숨기거나 다른 모델로 조용히 바꾸는 것. 그래서 fallback_used=true를 남긴다.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 실행 위치가 성능만큼 중요한 결과라는 뜻. 공개 모델이라도 호스팅 API를 호출하면 외부 전송이고, 상용이라고 조직 정책이 같지도 않다.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4D4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2976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— 사진(YOLO) 실습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2026-07-29T10:06:03Z</dcterms:created>
  <dcterms:modified xsi:type="dcterms:W3CDTF">2026-07-29T10:06:03Z</dcterms:modified>
</cp:coreProperties>
</file>