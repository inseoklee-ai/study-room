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먼저 연 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CNN의 탄생 → 부활 → 깊이의 벽 → ResNet의 지름길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이미지 진영의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1998손글씨 판독 → 잠들다→ 2012부활의 방아쇠15.3%→ 2014더 깊게6.7%→ 2015깊이의 벽 돌파3.57%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기억할 것은 연도·이름이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모양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신호가 층이라는 긴 사슬을 거치며 흐려지고, 그 사슬을 건너뛰는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놓아 벽을 뚫는다.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🏦 은행 창구에서 시작됩니다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1990년대 후반,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수표에 손으로 적은 숫자를 기계가 읽게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하려는 시도. 당시 컴퓨터 비전의 상식은 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먼저 "숫자의 모서리는 이렇게, 곡선은 저렇게" 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특징을 손으로 설계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뽑아낸 뒤, 단순한 분류기에 넘김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손글씨는 사람마다 제멋대로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특징 규칙이 조금만 벗어난 글씨 앞에서 쉽게 무너짐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328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9328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종이에 적힌 숫자를 기계가 대신 읽게 하려던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실무의 요구가 최초의 CNN을 불러냈습니다.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특징을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스스로 배우게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CNN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정하지 말고 픽셀에서 곧바로 신경망이 스스로 배우게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이미지 위에서 미끄러뜨리며 국소 무늬(가장자리·모서리·곡선)를 훑고,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필터를 이미지 전체에 재사용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파라미터를 크게 줄임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(합성곱 신경망) — 필터를 겹쳐 곱하고 더하는 계산. 같은 필터를 돌려 쓰니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어느 구석이든 같은 무늬를 알아봄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이 초기 신경망(1998)은 손글씨 숫자를 놀랍도록 안정적으로 읽어냈고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수표 판독기로 상용화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됐습니다.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😴 시대를 앞선 발상,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14년 뒤 부활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잠들었나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학습엔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데이터 + 계산력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필요한데 당시엔 둘 다 부족 → 발상은 서랍 속으로, 세상은 한동안 신경망을 잊음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바뀌었나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인터넷에 쌓인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붙은 이미지 수백만 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(+매년 겨루는 대회 ILSVRC)  ② 게임용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신경망의 대량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계산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완벽히 들어맞음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훌륭한 발상도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계산력이라는 두 조각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갖춰지기 전까지는 잠들어 있었습니다.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🔫 2012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부활의 방아쇠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팀이 데이터셋 + GPU를 CNN에 결합해 대회에 나갔고, 결과는 충격이었습니다.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top-5 오류율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15.3%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2위(기존 방식) 26.2% · 전년 우승 25%대 — 단숨에 10%p 넘게 무너뜨림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후보 다섯 개 안에 정답이 없을 확률(top-5 오류율)이 급락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조금씩 깎이던 숫자를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단숨에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무너뜨린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부활의 방아쇠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승리를 만든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음수면 0으로 누르고 양수면 통과시키는 단순한 장치.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작은 꺾임이 없으면 층을 아무리 쌓아도 전체가 하나의 직선으로 뭉개짐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학습마다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뉴런 일부를 무작위로 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0만 내보내게 함 → 특정 뉴런에 답을 새겨 넣지 못해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외우는 대신 규칙을 익힘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GPU×2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6천만 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신경망을 GPU 두 장으로 학습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훈련 데이터를 이해하는 대신 통째로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버려, 연습 문제는 다 맞는데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문제에서 무너지는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현상. dropout이 이걸 막습니다.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깊게, 그리고 깊이의 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"깊을수록 좋다"가 어느 선에서 뒤집힌다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vanishing gradient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2014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VGG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3×3짜리 작은 필터만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규칙적으로 층층이, 최대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준우승(약 7.3%)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GoogLeNet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크기 필터를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묶음에 병렬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넣는 모듈을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우승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6.7%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불과 2년 전 15.3%였던 오류율이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 이하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 여기까지는 "깊을수록 좋다"가 잘 맞았습니다.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층을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더, 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얹으려 하자 이상한 일이 벌어집니다.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깊이의 벽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깊은데 더 나쁘다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선 이상 쌓으면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깊은 신경망이 얕은 것보다 오히려 성적이 나빠짐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과적합이 아님 — 과적합이라면 훈련 데이터는 잘 맞혀야 하는데, 이 깊은 신경망은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데이터에서마저 더 못 맞힘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학습 자체가 안 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범인: vanishing gradient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출력의 오차를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뒤에서 앞으로 되짚으며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층을 고치는데, 신호는 층을 하나 통과할 때마다 그 층의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기울기가 곱해짐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값이 대개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1보다 작아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수십·수백 번 곱하면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순식간에 0에 수렴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앞쪽 층엔 "무엇을 고쳐라"는 지시가 사실상 도착하지 않음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975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75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975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기울기 = "이 숫자를 조금 바꾸면 결과가 얼마나 달라지는가".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깊이는 축복이 아니라 저주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됐고, 이것이 이미지 진영이 만난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벽을 뚫은 지름길 — ResNet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곧장 흐르는 뒷길을 하나 터 준다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 · 잔차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🛤️ 일반 블록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블록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93013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14426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층들이 H(x)를  통째로 학습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635839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057252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H(x)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478666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00079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↘ 지름길 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321492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층들이 잔차 F(x)만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742905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+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164318"/>
            <a:ext cx="11091672" cy="286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F(x) + x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585731"/>
            <a:ext cx="11091672" cy="924797"/>
          </a:xfrm>
          <a:prstGeom prst="roundRect">
            <a:avLst>
              <a:gd name="adj" fmla="val 889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85731"/>
            <a:ext cx="10543032" cy="92479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F(x) = H(x) − x · 출력 = F(x) + x = H(x)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이 덧셈 하나가 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벽을 뚫나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411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411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신호의 고속도로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층을 통과하면 기울기가 곱해져 약해지지만, 지름길은 입력을 그대로 더한 통로라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되짚을 때 기울기가 1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신호가 곱셈에 안 깎이고 앞쪽까지 온전히 흐름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13026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82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82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13026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안 하기가 쉬워짐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필요 없는 층은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F(x)=0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만들면 출력이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+ x = x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(항등 변환). 필요 없는 층은 조용히 비켜서고 필요한 층만 일함 → 마구 쌓아도 나빠지지 않음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093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093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9093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큰 목표를 통째로 조각하는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기준선(x)에서 얼마나 벗어나는지 그 차이만 다듬게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하니 학습이 훨씬 수월. 정답이 입력과 크게 다르지 않은 층일수록 만들 잔차가 작아 부담↓.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결과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벽이 무너지다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지름길 하나로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152층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안정 학습  2015 top-5 오류율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3.57%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같은 이미지를 사람이 직접 분류했을 때(약 5%)마저 넘어섬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"잔차"라는 이름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층이 만들 이상적 출력 H(x)에서 입력 x를 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F(x)=H(x)−x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통계의 잔차(관측값−기준값). 최종 출력은 x를 더해 H(x)로 복원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차이만 다듬으니 학습이 수월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기억할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모양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사슬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거치며 점점 흐려졌고  그 사슬을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건너뛰는 지름길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놓아  신호가 곧장 흐르게 하자 벽이 뚫렸다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323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곧 걸어갈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에서, 사람들은 단어를 하나씩 순서대로 처리하다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단어의 기억이 뒤로 갈수록 흐려지는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뿌리가 똑 닮은 벽을 만납니다. 먼저 꺼낸 해법도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"정보가 곧장 흐르는 통로를 터 준다"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지름길과 같은 발상.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482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3482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3482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언어에는 이미지에 없던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벽이 하나 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남아 있었고 — 그것을 뚫은 열쇠가 앞에서 얼굴을 비친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특징을 사람이 설계하지 않고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필터가 픽셀에서 스스로 학습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(재사용→위치 무관)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1998의 발상은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데이터·계산력 부족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잠들었다가,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데이터셋 + GPU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부활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2012 AlexNet(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ReLU·dropout·GPU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top-5 15.3% — 딥러닝 부활의 방아쇠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너무 깊으면 훈련에서마저 학습이 안 됨 → 원인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vanishing gradient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 지름길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(F(x)+x): ①신호 고속도로(기울기 1) ②항등 변환이 쉬움 → 152층 안정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건 연도가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긴 사슬로 신호가 흐려지면 지름길로 곧장 흐르게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최초 CNN의 발상은? 기존 방식(사람이 특징 손설계)과 무엇이 다른가?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1998의 발상이 한동안 잊힌 이유는? 2012에 판을 뒤집은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AlexNet 승리의 재료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"깊이의 벽"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vanishing gradient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왜 생기나?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ResNet의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벽을 뚫는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강의가 기억하라는 건 연도·이름인가, 무엇인가? 언어에서 만날 닮은 벽은?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특징을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정하지 않고 픽셀에서 신경망(필터)이 스스로 배우게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함. 같은 필터를 전체에 재사용해 위치와 무관하게 무늬를 인식.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데이터·계산력 부족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판을 뒤집은 두 조건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라벨 데이터셋(+ILSVRC)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병렬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ReLU·dropout·GPU(2장)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과적합 = 훈련 데이터를 이해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연습은 다 맞고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문제에서 무너지는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현상.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선 이상 깊으면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훈련에서마저 성적이 나빠짐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 자체 불가). 원인 = 되짚는 신호가 층마다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1보다 작은 기울기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곱해져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0에 수렴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지름길은 기울기 1이라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안 깎이는 고속도로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 필요 없는 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F(x)=0으로 항등 변환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쉬움 → 마구 쌓아도 안 나빠짐.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연도·이름이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모양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(긴 사슬→신호 소실→지름길 돌파). 언어의 닮은 벽 = 단어를 순서대로 처리하다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단어 기억이 흐려지는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언어의 순차의 벽, 그리고 어텐션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