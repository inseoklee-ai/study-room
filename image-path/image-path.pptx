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트랜스포머 (2)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이미지가 먼저 연 길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CNN의 탄생 → 부활 → 깊이의 벽 → ResNet의 지름길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이미지 진영의 여정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1998손글씨 판독 → 잠들다→ 2012부활의 방아쇠15.3%→ 2014더 깊게6.7%→ 2015깊이의 벽 돌파3.57%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🎯 기억할 것은 연도·이름이 아니라 문제의 모양 — 신호가 층이라는 긴 사슬을 거치며 흐려지고, 그 사슬을 건너뛰는 지름길을 놓아 벽을 뚫는다.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🏦 은행 창구에서 시작됩니다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1990년대 후반, 수표에 손으로 적은 숫자를 기계가 읽게 하려는 시도. 당시 컴퓨터 비전의 상식은 —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먼저 "숫자의 모서리는 이렇게, 곡선은 저렇게" 하고 특징을 손으로 설계해 뽑아낸 뒤, 단순한 분류기에 넘김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문제: 손글씨는 사람마다 제멋대로 → 미리 정한 특징 규칙이 조금만 벗어난 글씨 앞에서 쉽게 무너짐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종이에 적힌 숫자를 기계가 대신 읽게 하려던 이 실무의 요구가 최초의 CNN을 불러냈습니다.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특징을 데이터가 스스로 배우게 — CNN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특징을 사람이 정하지 말고 픽셀에서 곧바로 신경망이 스스로 배우게 하자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필터를 이미지 위에서 미끄러뜨리며 국소 무늬(가장자리·모서리·곡선)를 훑고, 같은 필터를 이미지 전체에 재사용해 파라미터를 크게 줄임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CNN(합성곱 신경망) — 필터를 겹쳐 곱하고 더하는 계산. 같은 필터를 돌려 쓰니 화면 어느 구석이든 같은 무늬를 알아봄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이 초기 신경망(1998)은 손글씨 숫자를 놀랍도록 안정적으로 읽어냈고 실제 수표 판독기로 상용화까지 됐습니다.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😴 시대를 앞선 발상, 14년 뒤 부활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잠들었나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신경망 학습엔 방대한 데이터 + 계산력이 필요한데 당시엔 둘 다 부족 → 발상은 서랍 속으로, 세상은 한동안 신경망을 잊음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바뀌었나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인터넷에 쌓인 라벨 붙은 이미지 수백만 장(+매년 겨루는 대회 ILSVRC) ② 게임용 GPU가 신경망의 대량 병렬 계산에 완벽히 들어맞음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훌륭한 발상도 데이터와 계산력이라는 두 조각이 갖춰지기 전까지는 잠들어 있었습니다.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🔫 2012 — 부활의 방아쇠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팀이 데이터셋 + GPU를 CNN에 결합해 대회에 나갔고, 결과는 충격이었습니다.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❖ top-5 오류율 15.3% 2위(기존 방식) 26.2% · 전년 우승 25%대 — 단숨에 10%p 넘게 무너뜨림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후보 다섯 개 안에 정답이 없을 확률(top-5 오류율)이 급락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해마다 조금씩 깎이던 숫자를 단숨에 무너뜨린 딥러닝 부활의 방아쇠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🧪 승리를 만든 재료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ReLU. 음수면 0으로 누르고 양수면 통과시키는 단순한 장치. 이 작은 꺾임이 없으면 층을 아무리 쌓아도 전체가 하나의 직선으로 뭉개짐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dropout. 학습마다 뉴런 일부를 무작위로 꺼 0만 내보내게 함 → 특정 뉴런에 답을 새겨 넣지 못해 외우는 대신 규칙을 익힘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GPU×2. 파라미터 6천만 개 신경망을 GPU 두 장으로 학습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⚠️ 과적합 = 훈련 데이터를 이해하는 대신 통째로 외워 버려, 연습 문제는 다 맞는데 처음 보는 문제에서 무너지는 현상. dropout이 이걸 막습니다.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깊게, 그리고 깊이의 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"깊을수록 좋다"가 어느 선에서 뒤집힌다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vanishing gradient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📈 2014 — 더 깊게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VGG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3×3짜리 작은 필터만 규칙적으로 층층이, 최대 19층 → 준우승(약 7.3%)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GoogLeNet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크기 필터를 한 묶음에 병렬로 넣는 모듈을 22층 → 우승 6.7%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불과 2년 전 15.3%였던 오류율이 절반 이하로. 여기까지는 "깊을수록 좋다"가 잘 맞았습니다.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그런데 층을 더, 더 얹으려 하자 이상한 일이 벌어집니다.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🧱 깊이의 벽 — 더 깊은데 더 나쁘다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선 이상 쌓으면 더 깊은 신경망이 얕은 것보다 오히려 성적이 나빠짐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과적합이 아님 — 과적합이라면 훈련 데이터는 잘 맞혀야 하는데, 이 깊은 신경망은 훈련 데이터에서마저 더 못 맞힘 → 학습 자체가 안 됨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범인: vanishing gradient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출력의 오차를 뒤에서 앞으로 되짚으며 각 층을 고치는데, 신호는 층을 하나 통과할 때마다 그 층의 기울기가 곱해짐. 이 값이 대개 1보다 작아, 수십·수백 번 곱하면 순식간에 0에 수렴 → 앞쪽 층엔 "무엇을 고쳐라"는 지시가 사실상 도착하지 않음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기울기 = "이 숫자를 조금 바꾸면 결과가 얼마나 달라지는가". 깊이는 축복이 아니라 저주가 됐고, 이것이 이미지 진영이 만난 깊이의 벽입니다.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벽을 뚫은 지름길 — ResNet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신호가 곧장 흐르는 뒷길을 하나 터 준다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skip connection · 잔차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🛤️ 일반 블록 vs 잔차 블록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F(x) = H(x) − x · 출력 = F(x) + x = H(x)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 덧셈 하나가 왜 벽을 뚫나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①. 학습 신호의 고속도로 — 층을 통과하면 기울기가 곱해져 약해지지만, 지름길은 입력을 그대로 더한 통로라 되짚을 때 기울기가 1. 신호가 곱셈에 안 깎이고 앞쪽까지 온전히 흐름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②. 아무것도 안 하기가 쉬워짐 — 필요 없는 층은 F(x)=0만 만들면 출력이 0 + x = x(항등 변환). 필요 없는 층은 조용히 비켜서고 필요한 층만 일함 → 마구 쌓아도 나빠지지 않음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큰 목표를 통째로 조각하는 대신 기준선(x)에서 얼마나 벗어나는지 그 차이만 다듬게 하니 학습이 훨씬 수월. 정답이 입력과 크게 다르지 않은 층일수록 만들 잔차가 작아 부담↓.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🏆 결과 — 깊이의 벽이 무너지다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❖ 지름길 하나로 152층이 안정 학습 2015 top-5 오류율 3.57% 같은 이미지를 사람이 직접 분류했을 때(약 5%)마저 넘어섬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"잔차"라는 이름: 층이 만들 이상적 출력 H(x)에서 입력 x를 뺀 F(x)=H(x)−x가 통계의 잔차(관측값−기준값). 최종 출력은 x를 더해 H(x)로 복원 — 차이만 다듬으니 학습이 수월.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기억할 것은 문제의 모양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❖ 신호가 긴 사슬을 거치며 점점 흐려졌고 그 사슬을 건너뛰는 지름길을 놓아 신호가 곧장 흐르게 하자 벽이 뚫렸다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곧 걸어갈 언어의 길에서, 사람들은 단어를 하나씩 순서대로 처리하다 앞 단어의 기억이 뒤로 갈수록 흐려지는, 뿌리가 똑 닮은 벽을 만납니다. 먼저 꺼낸 해법도 "정보가 곧장 흐르는 통로를 터 준다"는 지름길과 같은 발상.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단, 언어에는 이미지에 없던 벽이 하나 더 남아 있었고 — 그것을 뚫은 열쇠가 앞에서 얼굴을 비친 어텐션입니다.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핵심 6문장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CNN: 특징을 사람이 설계하지 않고 필터가 픽셀에서 스스로 학습(재사용→위치 무관)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1998의 발상은 데이터·계산력 부족으로 잠들었다가, 대규모 데이터셋 + GPU로 부활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2012 AlexNet(ReLU·dropout·GPU) top-5 15.3% — 딥러닝 부활의 방아쇠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깊이의 벽 = 너무 깊으면 훈련에서마저 학습이 안 됨 → 원인 vanishing gradient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ResNet 지름길(F(x)+x): ①신호 고속도로(기울기 1) ②항등 변환이 쉬움 → 152층 안정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기억할 건 연도가 아니라 모양 — 긴 사슬로 신호가 흐려지면 지름길로 곧장 흐르게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 최초 CNN의 발상은? 기존 방식(사람이 특징 손설계)과 무엇이 다른가?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 1998의 발상이 한동안 잊힌 이유는? 2012에 판을 뒤집은 두 조건은?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 AlexNet 승리의 재료 셋은? 과적합이란 무엇인가?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 "깊이의 벽"이란? vanishing gradient는 왜 생기나?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 ResNet의 skip connection이 벽을 뚫는 두 이유는?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 이 강의가 기억하라는 건 연도·이름인가, 무엇인가? 언어에서 만날 닮은 벽은?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 특징을 사람이 정하지 않고 픽셀에서 신경망(필터)이 스스로 배우게 함. 같은 필터를 전체에 재사용해 위치와 무관하게 무늬를 인식.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 데이터·계산력 부족. 판을 뒤집은 두 조건 = 대규모 라벨 데이터셋(+ILSVRC)과 GPU 병렬 계산.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 ReLU·dropout·GPU(2장). 과적합 = 훈련 데이터를 이해 대신 외워 연습은 다 맞고 새 문제에서 무너지는 현상.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 어느 선 이상 깊으면 훈련에서마저 성적이 나빠짐(학습 자체 불가). 원인 = 되짚는 신호가 층마다 1보다 작은 기울기에 곱해져 0에 수렴.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 ① 지름길은 기울기 1이라 신호가 안 깎이는 고속도로 ② 필요 없는 층은 F(x)=0으로 항등 변환이 쉬움 → 마구 쌓아도 안 나빠짐.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 연도·이름이 아니라 문제의 모양(긴 사슬→신호 소실→지름길 돌파). 언어의 닮은 벽 = 단어를 순서대로 처리하다 앞 단어 기억이 흐려지는 것.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— 언어의 순차의 벽, 그리고 어텐션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2026-07-30T12:14:14Z</dcterms:created>
  <dcterms:modified xsi:type="dcterms:W3CDTF">2026-07-30T12:14:14Z</dcterms:modified>
</cp:coreProperties>
</file>