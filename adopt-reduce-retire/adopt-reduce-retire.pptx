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멀티에이전트 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채택·축소·폐기 판정과 과제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익혀야 할 것은 일을 많이 나누는 방법이 아닙니다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고정한 범위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안에서만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· 모델 별칭 · 저장소 준비 · 채점 조건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고정한 범위에서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정한 방식과 결과가 어떻게 연결됐는지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턴 예산이 A·B·C에서 다르므로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결과만으로 구조 일반의 우열을 말할 수는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과제의 목표 세 가지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· 근거 · 범위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판정과 과제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비교할 조건을 분리합니다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고정할 조건 · 바꿀 조율 방식 · 측정할 값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파일에서 근거를 읽습니다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result.json의 실행 결과와 grading.jsonl의 판정 근거, results-table.md의 비교 행을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결론의 범위를 정합니다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실험 조건에서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채택·축소·폐기 가운데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고르고,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확인할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밝힙니다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제출물에서 확인될 때 충족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고정·조작·측정이 분리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인스턴스·모델·저장소 준비·채점 조건과 A·B·C의 조율 방식을 구분했고 — 해결 여부·비용·턴·경과 시간·행동 판정을 측정값으로 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결과 파일의 근거가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result.json · grading.jsonl · results-table.md에서 확인한 행 또는 인용을 판정문과 연결했고 — evidence_quote는 원래 전사로 다시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결론의 적용 조건이 분명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턴 예산 차이와 경량 평가라는 한계를 밝히고 — 이 조건에서만 채택·축소·폐기 결론을 말했음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결과표를 읽고 판정합니다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그대로 믿지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판정과 과제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각 행을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거슬러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한 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results-table.md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거슬러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result.json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거슬러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grading.jsonl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그대로 믿지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표의 각 행을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파일로 거슬러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실행한 결과가 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나란히 놓고 비교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판정문은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조건에서는 [채택·축소·폐기]합니다.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[결과 파일의 근거]가 있고,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[비용·시간·턴 또는 판정 기록]이라는 한계가 있기 때문입니다.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재실행한다면 고정할 조건과 바꿀 조건을 함께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93255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3255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93255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 양식은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중단원 ①의 도입·보류·거절 판정문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같은 구조입니다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사실 · 한계 · 재검토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 문서에 둡니다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· 축소 ·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실험에서 뜻하는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조건에서 분리가 확인 가능성을 높이고 조정 비용을 넘었다는 근거가 결과 파일에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일부만 나누거나 워커 수·턴 예산을 줄여 다시 볼 이유가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조건에서는 나누지 않는 편이 낫다 — 소단원 ①대로 나누지 않기로 한 판단도 비교 실험의 중요한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과제의 세 목표는?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비교할 조건 분리(실행 전) · 결과 파일에서 근거 읽기 · 결론의 범위 정하기.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루브릭 ③을 충족하려면 무엇을 밝혀야 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예산 차이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평가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한계. 그리고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조건에서만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결론을 말했다는 점.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중단원에서 익혀야 할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일을 많이 나누는 방법이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에이전트 구성에서 얻은 이득과 치른 비용을, 같은 조건에서 남은 기록으로 판정하는 방법.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얻은 이득과 치른 비용 🧾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⑩ — 여기까지 (중단원 ③ 완결)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2026-09-03T08:00:51Z</dcterms:created>
  <dcterms:modified xsi:type="dcterms:W3CDTF">2026-09-03T08:00:51Z</dcterms:modified>
</cp:coreProperties>
</file>