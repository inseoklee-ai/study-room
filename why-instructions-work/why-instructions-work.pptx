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지시 설계 ·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지시가 통하는가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학습의 계보 — 지시 따르기는 형성된 행동이다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형성된 행동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학습의 계보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형식·긴장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판단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따르기는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있던 기능이 아니라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학습된 행동이다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LM → SFT → 선호 학습 → 대화 템플릿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계보를 따라간다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few-shot·인컨텍스트 러닝·chat template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형식도 학습된 인터페이스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Bitter Lesson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남기는 긴장과 설계자에게 남는 세 판단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학습된 성질 위에서 작동한다면,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 조립하는 방법도 배울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 이해한다는 말의 범위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지시를 "따른다"는 것은 무엇인가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형성된 행동 · 능력 ≠ 의도 준수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🧬 지시 따르기는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형성된 행동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문장이라도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세대·대화 형식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따라 결과가 다르다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따르기는 모델에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있는 기능이 아니라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데이터와 피드백으로 형성된 행동이다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LM</a:t>
            </a:r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사전학습된 모델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텍스트에서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단어 예측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학습. 문장을 잇는 능력은 있어도 의도·안전한 거절·형식을 자동으로 우선하지 않는다.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5945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5945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25945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"지시를 안 따른다"를 고집이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행동이 학습되었는가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문제로 읽는다.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능력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의도 준수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과업 수행 능력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문제를 풀어내는 힘. 커졌다는 관찰은 사실이다.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준수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요청의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경계·형식·금지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안정적으로 따르는 성질. 능력과 구별된다.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 기술 보고서는 능력이 커졌다는 관찰을 "사용자 의도를 자동으로 따른다"는 보장으로 바꾸지 않는다.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44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오해를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멈춰 세운다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"더 큰 모델이니 지시는 짧아도 된다"와 "지시를 길게 쓰면 능력 부족도 해결된다".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학습의 계보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지시-응답 관계와 선호는 어떻게 배우는가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4700" y="5486400"/>
            <a:ext cx="55595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4700" y="5486400"/>
            <a:ext cx="5559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SFT · instruction tuning · 선호 학습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지시가 형성되는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LM  다음 토큰 예측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SFT · 지시 미세조정  지시-응답 관계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학습  RLHF·DPO·GRPO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템플릿  역할·순서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2729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2729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2615184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SFT(지도 미세조정)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사람이 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지시-응답 쌍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조정. 질문 뒤에 어떤 답이 이어져야 하는지 직접 배운다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33604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" y="33604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5568" y="324612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instruction tuning(지시 미세조정)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자연어 지시로 표현한 여러 과업 묶음으로 학습. 한 문장 명령이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과업에서 지시-산출물 관계를 반복해서 본 이력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InstructGPT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시연과 판단을 나눈다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SFT  시연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모델 학습  후보 순위 자료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 강화학습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6151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분포에서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1.3B InstructGPT가 175B GPT-3보다 선호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모든 과업·모델에서의 우월성이 아니다 — 모델 크기만으로 지시 준수 품질을 예측하지 말 것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9121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121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9121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 지시엔 이런 답'(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)과 '여러 답 중 이런 답을 선호'(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)를 구별한다.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FLAN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지시로 배운 일반화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60개 넘는 NLP 과업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자연어 지시 템플릿으로 학습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25개 중 20개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zero-shot GPT-3보다 높음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지시-응답 관계를 배운 모델이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본 과업에도 어느 정도 일반화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25개 중 20개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과업에서 zero-shot GPT-3 상회단, 학습 분포 밖 낯선 규칙·희귀 언어·모순 조건까지 보장하진 않는다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87210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7210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87210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지시가 실패하면 문장만이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모델이 본 과업 분포와의 거리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의심한다.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🛤️ 선호를 반영하는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51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51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RLHF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사람 피드백 선호를 쓰는 강화학습(보상 모델+PPO). 유용하지만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모델·강화학습 운영의 복잡성·안정성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문제. 친절한 답을 보장하는 마법이 아니라 특정 데이터·기준 아래 선택된 학습 경로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34616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3149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3149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34616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DPO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선호 쌍으로 별도 보상 모델·강화학습 없이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정책 최적화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DPO의 존재는 모든 후속 모델이 같은 절차를 쓴다는 뜻이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반영 구현이 하나가 아니라는 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97632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0779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779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897632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GRPO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문제에서 여러 답을 뽑아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내 상대적 보상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학습하는 PPO 변형(DeepSeekMath·DeepSeek-R1). RLHF의 동의어 아님 — 어떤 보상·검증을 넣었는지가 행동을 좌우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155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155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7155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학습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후보 응답 중 무엇을 더 낫다고 볼지의 신호로 행동을 조정하는 계열.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계보를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판단으로 압축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1596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계보 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신호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바뀌는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오해하면 안 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토큰 예측(대규모 텍스트)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규칙·넓은 지식 패턴 이어쓰기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절차·안전 경계가 자동 보장 안 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SFT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만든 지시-모범 응답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형식·과업 수행 기본 습관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예시에 없던 경계 입력까지 정확해진 증거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선호 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응답 중 나은 쪽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말투·거절·유용성 경향 조정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선호가 제품 정책·법적 판단 대신 못함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템플릿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토큰·메시지 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system·developer·user 구획 읽는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문장을 다른 위치에 넣어도 항상 같은 효과는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95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6195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6195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스냅샷·템플릿을 바꾸면 성공 문의만 재실행하는 걸로는 부족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판정표로 전후 비교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형식과 긴장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형식도 학습된 인터페이스다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 · 인컨텍스트 러닝 · chat template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대화 형식도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인터페이스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입력에 입출력 예시 몇 개로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 경계·형식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보인다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인컨텍스트 러닝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가중치를 이 호출 중 업데이트하지 않은 채 예시·문맥으로 응답 패턴을 맞추는 능력. 예시는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능력을 호출하는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이지, 데이터 부족·모순 과업을 해결하는 증거가 아니다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template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system·user·assistant 역할을 특수 토큰·순서로 직렬화하는 대화 형식(모델마다 역할명·제어 토큰이 다를 수 있음)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9453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9453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자연어라도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올바른 템플릿 안의 user 지시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평문에 섞인 문자열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인지에 따라 다르게 작동 — 지시 따르기가 학습된 형식임을 보여 주는 실무 증거.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🪨 The Bitter Lesson과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설계자의 긴장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Sutton(2019): 체스·바둑·음성·비전 역사에서 사람이 손으로 설계한 지식보다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규모를 활용한 탐색·학습이 장기적으로 이겼다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역사적 주장(실험 결과 아님).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맡길 수 있는 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규모가 커질수록 사람의 조정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일부는 모델 안으로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들어갈 수 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 남는 것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실제 정책·이번 문서 원문·확인 기준 같은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 고유 맥락과 검증.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44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설계는 인간 규칙을 다시 심는 일일까, 이번 과업의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목표·자료 경계를 전달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일일까 — 어디까지 학습에 맡길지는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측정할 설계 선택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설계자에게 남는 세 판단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계보를 알고 나면 무엇을 하는가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82796" y="54864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796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 · 오진단 방지 · 독립 검증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설계자에게 남는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판단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지시는 모델 독립적 마법 문장이 아니다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모델·스냅샷·언어·대화 형식을 바꾸면 대표 평가셋에서 다시 측정. 성공 사례 한 개는 이식성의 증거가 아니다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원인을 지시문 한 줄로 환원하지 말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형식을 놓쳤다면 과업 모호성·chat template·디코딩 설정·SFT 데이터 분포가 함께 후보. 변경/고정 조건을 기록해 오진단 방지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안전·권한은 지시 준수 학습에만 맡길 수 없다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거절을 잘해 보여도 도구 호출 권한·주문 변경·개인정보 접근은 애플리케이션이 독립 검사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9453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9453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행동을 조정하는 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검증·권한 부여는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기대가 빗나가도 남아야 하는 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따르기는 처음부터 있던 기능이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피드백으로 형성된 행동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LM → SFT → 선호 학습(RLHF·DPO·GRPO) → 대화 템플릿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이어진다.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InstructGPT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(1.3B가 175B보다 선호)·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(25개 중 20개)은 지시 학습의 힘과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보인다.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성질 위에서 작동한다면,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 조립하는 방법도 배울 수 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읽기 — InstructGPT · FLAN(Wei 외) · Language Models are Few-Shot Learners · DPO · DeepSeekMath·DeepSeek-R1(GRPO) · Hugging Face Chat templates · Sutton, The Bitter Lesson.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"능력이 커졌다"는 관찰과 "의도 준수"를 왜 구별해야 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지시가 형성되는 계보의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InstructGPT에서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1.3B가 175B보다 선호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됐다는 결과를 어떻게 읽어야 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자연어 문장이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template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위치에 따라 다르게 작동하는 이유는?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안전·권한을 지시 준수 학습에만 맡기면 안 되는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넓은 과업 수행 능력과, 이번 요청의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경계·형식·금지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안정적으로 따르는 성질은 별개다. 능력 증가가 의도 자동 준수를 보장하지 않는다.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LM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(다음 토큰 예측)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SFT·지시 미세조정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학습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(RLHF·DPO·GRPO)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템플릿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특정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분포에서의 선호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 모든 과업·모델의 우월성이 아니다. 모델 크기만으로 지시 준수 품질을 예측하지 않는다.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올바른 템플릿 안의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지시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평문에 섞인 문자열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인지에 따라 작동이 갈린다 — 지시 따르기가 학습된 형식이기 때문.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거절을 잘해 보여도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권한·주문 변경·개인정보 접근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애플리케이션이 독립 검사해야 한다. 검증·권한은 기대가 빗나가도 남아야 하는 층.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배울 수 있는 성질 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지시가 통하는가 — 여기까지 · 다음: 출처와 우선권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2026-08-25T00:58:56Z</dcterms:created>
  <dcterms:modified xsi:type="dcterms:W3CDTF">2026-08-25T00:58:56Z</dcterms:modified>
</cp:coreProperties>
</file>