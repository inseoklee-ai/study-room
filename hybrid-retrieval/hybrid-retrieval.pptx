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청크를 고릅니다 — 하이브리드 검색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검색의 품질은 답변의 상한선입니다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방향이 비슷한지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 정규화된 질문 벡터와 문서 벡터의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내적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코사인 유사도로 해석할 수 있습니다. 문장 길이보다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표현의 관계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중심으로 후보를 정렬합니다.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참가 절차를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표현으로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묻더라도, 문서가 다른 낱말로 설명했다면 벡터 검색은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문장의 의미적 근접성을 포착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가능성이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하나를 진실의 확률처럼 읽어서는 안 됩니다.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모델·현재 청크·현재 질문 사이의 상대적 근접성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문서가 답을 실제로 뒷받침하는지는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프롬프트의 근거 원칙과 출처 표시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다시 제한해야 합니다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발표 신청처럼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고유명사와 절차가 결합된 질문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상위 청크가 의미로만 닿고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표기를 담지 않았다면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답변 생성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멈춰 검토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BM25가 정확한 표기를 보충합니다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실패 방식을 가진 두 관찰 장치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하이브리드 검색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상위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미중복 BM25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검색은 표현이 달라도 가까운 문장을 찾는 데 유용하지만,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행사명·고유명사·정확한 ID·코드처럼 글자 자체가 중요한 질문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필요한 청크를 충분히 높게 올리지 못할 수 있습니다.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152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잡는가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놓치는가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vector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표현이 달라도 가까운 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고유명사와 정확한 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코사인 상위 10개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질문과 문서의 낱말 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표현의 같은 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미중복 상위 5개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8556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38556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38556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두 검색기를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경쟁시키기보다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실패 방식을 가진 두 관찰 장치로 배치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것이 하이브리드 검색의 핵심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점수의 단위는 맞추되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근거의 강도와 혼동하지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원점수는 문서 집합과 질문에 따라 크기가 달라지므로,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검색에서 가장 큰 BM25 점수로 나누어 0~1 범위로 정규화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값은 벡터 점수와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같은 의미가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UI에서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검색 방법의 상대 강도를 읽기 쉽게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만드는 표기입니다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객체에는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또는 bm25 방법과 점수를 함께 보존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하여, 사용자가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근거 청크가 어떤 경로로 들어왔는지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확인할 수 있어야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중복을 제거하지 않으면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사실이 여러 번 반복되어 모델이 특정 청크를 과대평가할 수 있고,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후보를 전부 버리면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고유명사와 코드성 표기에 약한 검색기로 되돌아갑니다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30974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30974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30974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정규화와 방법 표시는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보장하는 장치가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판단을 검토 가능한 기록으로 바꾸는 장치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0.55는 문을 닫는 수치가 아닙니다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말투를 바꾸는 신호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하이브리드 검색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차단도 아니고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평소의 자신감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결과를 차단하면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어떻게 실패했는지 알 수 없습니다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평소처럼 생성하면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연관을 사실처럼 말할 위험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커집니다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48945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48945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386584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버리지 않고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보수적으로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바꿉니다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9466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09753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309753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299466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근거 경고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표시합니다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0273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70560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37056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15568" y="360273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안의 내용만 짧게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답하고 자료에 없는 부분은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말해야 합니다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21081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31368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431368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" y="421081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검색된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청크의 수와 방식, 점수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열어 판단할 수 있어야 합니다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737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737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48737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0.55는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보편적 정답이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코퍼스와 모델 조합에서 불확실성을 드러내는 운영 규칙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기대와 다를 때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역순으로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점검합니다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top-1이 기대와 다를 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조정으로 덮지 않고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목록을 역순으로 점검합니다.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임베딩 경로를  지났는가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청크가 사실 경계를  온전히 담았는가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낱말을  BM25가 보충했는가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방법의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칩과 점수를 함께 남겨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판단의 경로를 화면에 보이게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BM25는 벡터 점수를 더 높은 점수로 바꾸는 마법이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질문에 들어 있던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낱말을 다른 기준으로 찾은 결과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임을 구분해야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표기가 들어 있는 청크가 들어왔더라도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청크의 URL과 section을 열어 질문에 답할 사실이 실제로 있는지 확인한 뒤에만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답변 근거로 넘깁니다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 — 검색 합성을 계약으로 요구합니다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"관련 문서를 찾아 달라"로는 부족합니다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하이브리드 검색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타입에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포함시킵니다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모두콘 벡터스토어 검색 함수를 구현합니다. 질문 임베딩과 문서 벡터의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코사인 유사도로 상위 10개를 고른 뒤, 중복되지 않은 BM25 상위 5개를 추가합니다.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 점수는 해당 검색의 최고 점수로 나누어 0~1로 정규화합니다.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반환값마다 chunk, score, method("vector" 또는 "bm25")를 보존하고,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최고 유사도가 0.55보다 낮으면 결과를 버리지 말고 약한 근거 상태를 반환합니다.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575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결과만 반환하거나 BM25 결과를 덮어써도 화면은 그럴듯하게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보일 수 있으므로, 반환 타입에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chunk, score, method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요구합니다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소개·참가 방법 질문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vector와 BM25 칩이 어떻게 섞이는지 확인하고,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밖 질문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약한 근거 경고와 보수화된 프롬프트가 함께 작동하는지 읽습니다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99707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99707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99707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검색 결과는 모델에게 넘길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 배열이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출발점을 검토할 수 있게 해야 하는 관찰 기록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깊이 갈 사람을 위한 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top-k를 5, 10, 20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바꿔 같은 질문의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근거와 답변 길이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어떻게 달라지는지 기록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근거 임계 0.55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낮추거나 높여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답변의 보수성이 함께 움직이는지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검색의 순위를 하나로 합치는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Reciprocal Rank Fusion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융합 방법을 조사해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정규화 방식과 비교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검색의 품질은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답변의 상한선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벡터 검색과 BM25를 함께 쓰는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벡터는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표현이 달라도 가까운 의미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잡지만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고유명사·정확한 표기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놓친다. 둘은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실패 방식을 가진 두 관찰 장치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BM25 점수를 0~1로 정규화하는 이유와 한계는?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원점수 크기가 질문·문서 집합에 따라 달라져서. 다만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점수와 같은 의미가 아니며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UI에서 상대 강도를 읽기 쉽게 하는 표기일 뿐이다.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최고 유사도 0.55 미만에서 하는 일은?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결과를 버리지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보수화 + UI에 약한 근거 경고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모델은 근거 안의 내용만 짧게 답하고 없는 것은 없다고 말한다.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top-1이 기대와 다를 때 순서는?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같은 임베딩 경로인지 ② 청크의 사실 경계 ③ BM25가 표기를 보충했는지.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조정은 마지막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· 표기 · 경계 🎯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2026-08-27T23:02:35Z</dcterms:created>
  <dcterms:modified xsi:type="dcterms:W3CDTF">2026-08-27T23:02:35Z</dcterms:modified>
</cp:coreProperties>
</file>