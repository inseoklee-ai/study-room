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코드의 약점 3가지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금방 사는데, 왜 거기서 막힐까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입력 검증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비밀은 코드 밖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vs 인가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보안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 코드의 최대 약점, "입력을 그대로 믿는" 실수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환경변수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API 키·비밀번호는 코드에 적지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인증 vs 인가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표 검사원과 VIP 바운서, 해시와 세션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문법을 외울 필요 없이 AI에게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되묻는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법을 배운다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AI는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명시적으로 요구하지 않으면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보안을 알아서 챙기지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😵 화면은 금방 사는데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그다음 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 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"우와, 하루 만에 화면이 다 만들어졌어!"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"로그인이 자꾸 풀려… 저장한 게 사라져… 클라우드 요금이 왜 이렇게?"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"돌아가는 코드"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잘 만들지만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"안전하고 튼튼한 코드"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놓친다. 문법은 좋아졌지만 안전은 그대로다.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— AI 코드의 최대 약점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흔한 구멍은 "입력을 그대로 믿는" 실수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4700" y="5486400"/>
            <a:ext cx="55595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4700" y="5486400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Veracode 45% · 입력 검증 · 유출 사고의 역사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AI 코드의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45%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보안 결함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Veracode가 100개 넘는 AI 모델로 실험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코드의 약 45%에 보안 결함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더 똑똑해져도 이 비율은 거의 줄지 않았다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문법은 좋아졌지만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안전은 그대로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더 똑똑한 모델을 기다린다고 저절로 해결되지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🚪 가장 흔한 구멍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그대로 믿기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사용자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 "김민준"을 친다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사람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명령어처럼 생긴  문자열을 넣는다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그걸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믿고 실행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데이터베이스가 통째로 털리거나 지워질 수 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규칙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"사용자가 보낸 값은 일단 의심하고 검사한다."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프롬프트로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 입력을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비밀번호는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해시로 저장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모든 통신은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해줘. 흔한 보안 취약점(입력값 주입, XSS)을 막아줘."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6692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6692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06692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문법을 외울 필요 없다 — AI에게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요구할지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알면 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💥 역사에 남은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유출 사고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에퀴팩스 (2017)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1억 4,300만 명 주민번호·생일·주소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알려진 취약점을 방치하지 말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소니 PSN (2011)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7,700만 명, 서비스 장기 중단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보안의 중요성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야후 보이스 (2012)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비밀번호를 평문으로 저장했다 유출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비밀번호는 반드시 해시로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마이스페이스 (2008)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3억 6천만 계정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사이트마다 다른 비밀번호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MOVEit (2023)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2,700개 이상 기관, 9천만 명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전송 허점도 방치 금물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함부로 믿지 않기 · 비밀번호는 해시로 · 알려진 취약점 방치 금지.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큰 회사도 기본을 놓쳐 뚫린다.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 — 비밀은 코드에 안 적는다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 적은 비밀키는 몇 분 만에 봇이 훔쳐 간다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8708" y="5486400"/>
            <a:ext cx="54315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8708" y="5486400"/>
            <a:ext cx="5431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GitGuardian · .env · .gitignore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몇 분 만에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봇이 훔쳐 간다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개발자가 API 키를 코드에 그대로 적어 GitHub에 올렸다. 몇 분 만에 봇이 발견해 훔쳐 가, 클라우드에서 비싼 작업을 잔뜩 돌려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원 요금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청구됐다.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유출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2,865만 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 대비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+34%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서비스 키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+81%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GitGuardian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집계 — 과거 유출된 키의 상당수가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살아 있어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지금도 악용된다.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해결책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바깥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따로 두고, 실행할 때만 꺼내 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나쁜 예: apiKey = "sk-a1b2c3d4e5f6..."   ← 이대로 올라가면 순식간에 유출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좋은 예: apiKey = 환경변수에서 불러오기    ← 실제 값은 코드 밖 .env 파일에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(.env는 .gitignore로 깃에 안 올라가게)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6778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6778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86778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정리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= 공개해도 되는 것 / 환경변수 = 절대 공개하면 안 되는 것.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vs 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검사원과 VIP 바운서 — 로그인엔 두 단계가 숨어 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6764" y="5486400"/>
            <a:ext cx="453542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6764" y="5486400"/>
            <a:ext cx="4535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 · 403 · 토큰 · 해시 · 세션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🎫 두 단계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비유 (콘서트장)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Authentication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입구의 표 검사원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"표 주인 맞아요?" (로그인 확인)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401 "누구세요?"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인가 Authorization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VIP 구역의 바운서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"이 방에 들어갈 권한 있어요?"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403 "안 돼요"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267004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267004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🖐 로그인 성공 시 서버가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준다 = 클럽 입구의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손목 밴드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브라우저는 요청마다 이 밴드를 함께 보낸다.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🍳 비밀번호는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— 되돌릴 수 없는 지문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비밀번호를 '되돌릴 수 없는 지문'으로. 달걀→프라이는 되지만 프라이→달걀은 안 되듯, 원문으로 되돌릴 수 없다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솔트(salt)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흔한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123456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지문도 뻔하니, 사람마다 다른 무작위 값을 섞는다. 같은 비번이라도 지문이 달라진다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bcrypt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일부러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느리게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계산되는 방식. 느린 게 장점 — 도둑이 수억 개를 대입해 보기 어려워진다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원문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지문만 저장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로그인 때 지문끼리 비교 → 데이터가 새어도 원문은 안전.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🍪 쿠키와 세션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웹은 건망증이 심하다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초창기 HTTP는 요청 하나하나를 매번 처음 보는 손님처럼 대했다(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무상태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이 건망증을 고치려고 나온 것이 쿠키와 세션.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🪪 쿠키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지갑 속 작은 카드. 사이트가 번호를 적어 주면 브라우저가 보관했다 방문 때마다 보여준다.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🗄️ 세션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금고 속 내 서류철. 카드 번호를 보고 "아, 이 사람!" 하며 정보를 꺼낸다.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3527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3183255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3475863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생성  ID 발급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47238" y="307352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412998" y="3073527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7862" y="3183255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86150" y="3475863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번호를  쿠키로 전달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11596" y="307352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77356" y="3073527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2220" y="3183255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50508" y="3475863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요청마다  쿠키 동봉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75954" y="3073527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41714" y="3073527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96578" y="3183255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214866" y="3475863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번호로  나를 인식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1711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31711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" y="431711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정보는 브라우저(쿠키)에 두면 안 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이름=관리자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조작 가능. 브라우저엔 의미 없는 번호만, 진짜 정보는 서버 금고에.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🧐 이 습관,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안전할까?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키를 코드에 적어 GitHub에 올린다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유출! 환경변수로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입력을 그대로 믿고 처리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주입 공격의 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비밀번호를 솔트 섞어 해시로 저장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사이트에 같은 비밀번호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 털리면 다 위험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뒤 권한(인가)까지 확인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+ 인가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3문장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사용자가 보낸 값은 일단 의심하고 검사한다(AI 코드 약 45%에 보안 결함).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비밀은 환경변수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API 키는 코드 밖 .env에. 코드=공개 OK / 환경변수=공개 절대 금지.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확인 + 해시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인가(403)까지 확인하고, 비밀번호는 솔트+bcrypt로 해시해 저장한다.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 빠른 신입 개발자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속도는 놀랍지만 보안·비밀·권한은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감독이 필요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가지를 프롬프트로 요구하고 결과를 한 번 더 되묻기 — 비전공자의 가장 강력한 품질 관리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코드의 최대 약점은 무엇이고, Veracode 실험에서 결함 비율은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%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였나?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API 키 같은 비밀값을 코드에 적으면 안 되는 이유와, 대신 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무엇을 확인하고, 실패 시 코드는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비밀번호를 안전하게 저장하려면 어떻게 해야 하나? (세 단어)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로그인 정보를 브라우저(쿠키)에 진짜로 담으면 안 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(특히 입력을 그대로 믿는 실수). AI 생성 코드의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45%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보안 결함, 모델이 똑똑해져도 거의 안 줄었다.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공개 저장소에 올리면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봇이 몇 분 만에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훔쳐 간다.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코드 밖 .env에 두고 .gitignore로 제외한다.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=본인 맞는지(로그인 확인, 실패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=권한 있는지(실패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403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솔트 + bcrypt + 해시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되돌릴 수 없는 지문으로 저장하면 데이터가 새어도 원문은 안전.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사용자가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있기 때문(이름=일반사용자 → 관리자). 브라우저엔 의미 없는 번호만, 진짜 정보는 서버 금고에.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요구하고 되묻기 🛡️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코드의 약점 3가지 — 여기까지 · 다음: 세상에 내보내기 — 배포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2026-08-27T08:19:49Z</dcterms:created>
  <dcterms:modified xsi:type="dcterms:W3CDTF">2026-08-27T08:19:49Z</dcterms:modified>
</cp:coreProperties>
</file>