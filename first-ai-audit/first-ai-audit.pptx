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코딩 0줄로 여는 첫날 ⑤ · 실습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ChatGPT에게 내 분야를 들켜보기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없습니다 — 평가가 곧 실습입니다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실습의 진짜 목적은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채점하는 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쓰는 사람은 많지만,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답을 의심하며 쓰는 사람은 의외로 적습니다.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대부분은 답이 매끄러우면 그대로 받아 씁니다. 그런데 소단원 ②에서 봤듯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매끄러움과 정확함은 다릅니다.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실습의 목적은 'AI에게 질문하는 법'이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'AI의 답을 채점하는 법'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몸에 들이는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채점 능력이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전문가의 두 번째 무기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 달 내내 가장 많이 쓰게 될 동작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내일(Day 2)부터는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코딩(Vibe Coding)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사람이 의도를 말로 설명하면 AI가 코드를 짜는 방식 — 으로 진짜 결과물을 만들기 시작합니다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내 분야를 AI는 어떻게 보고 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빈칸을 자기 분야로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첫 AI 대화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그대로 물어보세요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[____ 분야]에서 [____ 년]째 일하고 있는 전문가입니다.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분야에서 매일 반복되는 업무 중, AI가 도와줄 수 있을 만한 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5가지를 후보로 꼽고, 각각이 왜 후보인지 한 줄씩 설명해 주세요.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094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4094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답이 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믿지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도메인 전문가의 눈으로 채점합니다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답을 받는 것이 실습이 아니라, 그 답을 판단하는 것이 실습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내 도메인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워크북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제안한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맞나? (O/△/X)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보기에 틀리거나 빠진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💎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'X'나 '△'가 하나라도 나왔다면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방금 여러분은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 무기(판단)를 실제로 쓴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AI는 매끄러운 답을 냈지만, 그게 맞는지 아닌지는 여러분만 알았습니다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517136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'O'만 나왔다면 한 번 더 의심해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보세요 — AI의 답이 정말 자기 분야의 실제 우선순위와 일치하는지, 아니면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그럴듯해서 넘어간 것은 아닌지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기록 — 같은 사람의 세 번의 질문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농산물 유통 · AI Agent 컨설팅 · 블로그 운영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첫 AI 대화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농산물 유통 온라인 판매 10년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제안한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맞나?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보기에 틀리거나 빠진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상품 상세페이지 및 판매 문구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상세페이지 작성보다는 수정할 일이 더 많음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고객 문의(CS) 답변 초안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판매 데이터 분석 및 재고 예측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SNS·블로그·뉴스레터 콘텐츠 제작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거래처 및 내부 문서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내부문서 작성은 그렇게 많은 업무는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두 개가 바로 판단의 증거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AI는 "문서 작성"을 일반적 후보로 넣었지만,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비중은 그 분야 사람만 압니다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②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AI Agent 도입 컨설팅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도메인(예비 전문 분야)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다시 물었습니다.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제안한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맞나?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고객 문의 응대(전화·카카오톡·이메일)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견적서·제안서 초안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회의록 작성 및 업무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문서 검색 및 사내 지식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마케팅 콘텐츠 제작(블로그·SNS·뉴스레터)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80535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"거의 모든 중소기업에서 반복되는 업무"를 제시했지만,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두 개는 실제 현장 비중이 다르다는 판단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③ — 질문을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'블로그 운영'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좁혔더니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제안한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맞나?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블로그 주제(키워드) 발굴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블로그 초안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SEO(검색엔진 최적화)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콘텐츠를 다양한 형식으로 재가공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댓글·문의 분석 및 콘텐츠 기획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396849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— 블로그 주제(키워드) 발굴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9808" y="429768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"목적이 분명하고 메시지를 전달할 수 있으려면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주제가 명확해야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하기 때문"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77356" y="3822192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8524" y="396849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— 댓글·문의 분석 및 콘텐츠 기획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78524" y="4297680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"고객들의 반응을 알아야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의도한 메시지나 정보를 수정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 성취를 점점 더 이룰 수 있기 때문"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기록이 함께 보여주는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분야  △ 2개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분야  △ 2개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좁힌 질문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'블로그 운영'  O 5개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분야 전체"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때 AI는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후보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채워 넣습니다 — 그래서 △가 나옵니다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"블로그 운영"처럼 좁히면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답이 실제와 가까워집니다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쪽이든 O/△/X를 매길 수 있는 사람은 그 분야 사람뿐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좁게 묻고, 받은 답을 채점한다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두 동작이 넉 달 내내 반복됩니다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— 결과물의 방향 정하기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 결합 패턴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첫 AI 대화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패턴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 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자연어로 묻고 답하기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 응대, 1차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작업 대신하기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작성,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데이터에서 패턴 찾기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트렌드·이상치 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톤에 맞춰 만들기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카피, 교육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단계 자율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리서치, 작업 진행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다섯 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분야에 가장 끌리는 두 가지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직감으로 고르고, 옆에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이유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적어두세요 — 소단원 ②에서 떠올린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분야의 아픈 문제"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연결되면 더 좋습니다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51713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1순위: ____ — 왜냐하면 ____ · 2순위: ____ — 왜냐하면 ____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없습니다. 바뀌어도 됩니다.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중요한 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방향을 가진 채 출발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한다는 것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실습에서 '실습'에 해당하는 부분은?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AI의 답을 받는 것이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답을 채점하는 것.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목적은 'AI의 답을 채점하는 법'을 몸에 들이는 것이다.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워크북에서 모두 'O'가 나왔다면?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더 의심해 본다.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우선순위와 일치한 건지, 그냥 그럴듯해서 넘어간 건 아닌지.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기록에서 질문 범위와 답의 정확도는 어떤 관계였나?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 전체를 물으면 일반적 후보가 섞여 △가 나오고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'블로그 운영'처럼 좁히면 답이 실제와 가까워졌다.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묻고 · 채점하고 · 방향 잡기 ✍️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0줄로 여는 첫날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2026-08-27T22:43:41Z</dcterms:created>
  <dcterms:modified xsi:type="dcterms:W3CDTF">2026-08-27T22:43:41Z</dcterms:modified>
</cp:coreProperties>
</file>