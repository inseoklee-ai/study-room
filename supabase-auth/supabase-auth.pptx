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로그인까지 — Supabase로 회원가입·로그인 붙이기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스케이트보드 다음의 자전거 — 미뤄 둔 다음 탈것을 올린다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밑바닥부터 만들면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무겁습니다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'누구나 이름만 넣고 신청'에서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'로그인한 사람이 신청하고 자기 내역만 보는'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서비스로 넓힙니다. 이걸 직접 만들면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저장·세션·보안을 다 신경 써야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그래서 요즘은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같은 백엔드 서비스(BaaS)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맡깁니다 — 무료로 시작하는 백엔드에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DB·회원가입·로그인·권한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딸려 오고, 우리가 짠 서버 로직을 돌리는 기능(Edge Functions, DB 함수)까지 있습니다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586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4에서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"로그인은 직접 만들지 말고 검증된 서비스에 맡기라"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했죠 — Supabase가 그 자리를 채웁니다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해시·세션·토큰은 Supabase가 알아서 하고, 우리는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'무엇을'만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이번 확장은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오늘의 MVP(정원 신청)가 이미 굴러가면 그대로도 충분합니다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 순서 — 세 걸음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→ 인증 → 신청을 '내 것'으로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로그인까지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Supabase 무료 프로젝트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supabase.com에서 무료 프로젝트를 하나 만들면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DB와 인증이 함께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생깁니다. 설정 화면에서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URL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키(publishable/anon key)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받아 .env에 넣습니다.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박지 말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DB 강의의 비밀값 규칙 그대로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2062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2062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873502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앱에 Supabase를 붙여 줘. Project URL과 공개 키는 내가 .env에 넣을게.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연결만 잡아 줘."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9587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Code를 쓴다면 공식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플러그인(MCP)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붙이면 AI가 내 Supabase에 직접 접속해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표·인증·정책까지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/plugin marketplace add anthropics/claude-plugins-official 로 등록해 supabase 플러그인을 켜거나, 소단원 ③처럼 claude mcp add로 붙입니다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회원가입·로그인 · 3. 신청을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 것'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"이메일·비밀번호로 회원가입하고 로그인하는 화면을 Supabase 인증으로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붙여 줘. 로그인하면 신청 화면이 보이고 로그아웃 버튼도 있게."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"신청을 로그인한 사용자와 연결하고, 각자 자기 신청만 보거나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취소할 수 있게 해 줘. 다른 사람 신청은 못 건드리게 행 수준 보안을 켜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정원 초과 방지는 그대로 지켜야 해."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Supabase는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RLS를 켜지 않으면 로그인한 아무나 남의 데이터를 볼 수 있어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켜야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8831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883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77647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로그인해 신청하면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신청 내역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뜨는가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9216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498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498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439216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로그인하면 앞 사람 신청이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보이는가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0786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51145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5114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500786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만든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초과 방지가 여전히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지켜지는가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막힙니다 — 미리 알면 안 당하는 함정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붙여 보며 걸린 지점들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로그인까지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관련 함정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887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887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이메일은 거부됩니다.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test@example.com 같은 주소로 가입하면 Supabase가 email_address_invalid로 막습니다(존재하지 않는 도메인 거부).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받을 수 있는 이메일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쓰거나, 개발 중엔 이메일 확인을 끄세요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08276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254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254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08276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가입하자마자 로그인하면 실패합니다.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설정은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요구해, 확인 링크를 누르기 전에는 로그인이 안 됩니다(Email not confirmed). 무료 티어의 확인 메일은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시간당 몇 통으로 제한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 → 수업 중 빠른 테스트는 대시보드 Authentication에서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'Confirm email'을 잠시 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두기(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전엔 다시 켜기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621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2621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044952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사용자에게 메일을 보내려면 커스텀 SMTP.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내장 메일은 테스트용이라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팀 멤버 주소로만, 시간당 두어 통만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나갑니다(그 이상은 over_email_send_rate_limit). Resend·SendGrid·Amazon SES·Postmark 등의 SMTP 접속 정보를 대시보드에 넣으면 발송 한도도 직접 정할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보안 함정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메일 링크가 localhost로 돌아가면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Site URL 설정 탓입니다. 대시보드 Authentication의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 URL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 URLs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배포한 주소로 바꾸면 정상 복귀합니다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RLS를 안 켜면 남의 데이터가 다 보입니다.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Supabase 표는 행 수준 보안을 켜기 전엔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누구나 전체를 읽습니다.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3단계에서 꼭 켜세요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두 개를 구분하세요.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키(publishable/anon)는 화면에 쓰여도 되지만(그래도 .env로),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키(secret/service_role)는 절대 코드나 git·채팅에 올리지 마세요.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노출되면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RLS를 우회해 DB 전체가 열립니다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실수로 올렸다면 즉시 대시보드에서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폐기(재발급)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이 여섯 함정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5·6번은 보안 사고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이어집니다 — 나머지는 시간만 잡아먹습니다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멈춰 정리 — 무엇을 손에 익혔나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아니라 절차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로그인까지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익힌 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'클래스 신청 앱'이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바퀴+배포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탈것으로 로그인(Supabase)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얹어 봤고, 에이전트와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스펙부터 대화해 배포·관리자까지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가는 실전 흐름도 봤습니다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이 절차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서비스를 만들든 그대로 통합니다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다음 소단원에서는 이 절차를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도메인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옮깁니다 — 처음엔 틀(빈칸)을 주고, 점점 그 틀을 걷어 가며,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혼자서 한 바퀴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돌게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로그인을 직접 만들지 않고 Supabase에 맡기는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비밀번호 해시·세션·토큰 등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부담이 크다.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BaaS에 맡기고 우리는 '무엇을'만 정한다.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Supabase에서 RLS를 켜지 않으면?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누구나 표 전체를 읽을 수 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남의 신청이 다 보인다. 반드시 켜야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키와 비밀 키의 차이와, 비밀 키가 노출되면?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키는 화면에 쓰여도 되지만(그래도 .env),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키(service_role)는 RLS를 우회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DB 전체를 열 수 있다. 노출되면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재발급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로그인을 얹은 뒤에도 다시 확인해야 하는 것은?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앞서 만든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초과 방지가 여전히 지켜지는지.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기능을 얹다가 앞의 규칙이 깨지는 일이 흔하다.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맡기기 · RLS · 절차 🚲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2026-08-27T14:19:45Z</dcterms:created>
  <dcterms:modified xsi:type="dcterms:W3CDTF">2026-08-27T14:19:45Z</dcterms:modified>
</cp:coreProperties>
</file>