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8 · AI가 새로 연 곳들 (②③)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표를 읽는다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시계열·표 기반 모델 · 그리고 스무 줄로 붙어 보기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숫자열·표를  문장처럼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예측·분류하고  표를 줄여 본다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자료를 미리 넓게 배워 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자료는 학습 없이 그냥 보여 주면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즉석에서 답 — 기반 모델 · 제로샷 · 맥락 내 학습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값어치 있는 시간은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줄여 갈 때 옛 방법이 무너지는 지점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찾는 자리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기준선을 나란히 놓지 않으면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나온 숫자가 좋은지 나쁜지 알 수 없다. 새 도구를 재는 것만이 아니라 옛 도구가 일을 하는지도 드러난다.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표를 읽는 모델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숫자열을 문장처럼 · 표를 통째로 · 크다고 낫지 않다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예전에는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하나마다 모델 하나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모양 대신 컵·병을 가르려면 다시 시작해야 했던 그 조건이, 업무 자료에서는 이런 모습입니다. 이 방식이 막히는 대목은 정해져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짧다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신제품은 출시 넉 달이라 계절 흐름을 볼 근거가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대상이 많다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품목이 3천 개인데 3천 개를 각각 손볼 사람이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고르고 값 맞추는 일 자체가 기술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아는 사람이 팀에 없으면 시작조차 안 된다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335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0335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3월 아마존 논문이 방향을 틀었다 — 제목이 그대로 발상: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「시계열의 언어를 배우기」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🔤 숫자열을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문장처럼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다룬다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모델은 문장을 조각으로 잘라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조각을 맞히는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훈련을 받는다. 숫자열도 조각으로 자를 수 있다 — 값의 범위를 눈금으로 나누고 각 값이 몇 번째 눈금인지 적으면 조각의 나열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연속값을 정해진 눈금 중 하나로 반올림하는 것이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(온도계를 0.5도 단위로 읽기). 눈금 개수가 곧 글자 목록 =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어휘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전환은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학습시켰는가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매장 자료가 아니라 전력·교통·환율·웹 접속 등 온갖 분야 숫자열을 대규모로 (+ 가짜 숫자열)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080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080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080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업종이 달라도 닮은 무늬가 있다 — 주말에 내려갔다 월요일에 오르는 이레 주기, 여름·겨울 봉우리, 추세, 급락 후 회복.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지하철 승객과 카페 매출은 크기만 다를 뿐 이레 무늬가 닮았다.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처음 보는 표에서 이미 아는 무늬를 찾아 이어 그린다.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표 한 장을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맥락에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밀어 넣기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줄짜리 표(열 30·행 20)를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모델 입력에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넣는다 — 훈련용 스무 줄과 답 맞힐 새 줄을 한 덩어리로.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학습이라는 단계가 아예 없다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문장 앞부분 보여 주고 뒤를 잇는 것과 같아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내 학습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(in-context learning)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배웠나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수백만 개의 가짜 표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통계 규칙을 무작위로 만들어 표를 찍어 내고 "다음 줄 답은?"을 맞히게.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업무가 아니라 표에서 규칙을 찾는 일 자체를 배운다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쓸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TabICL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(이름의 ICL이 맥락 내 학습).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지금인가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자료가 쌓여서가 아니다(표는 예전부터 넘쳤다). ①문장용 구조가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정해지지 않은 입력을 통째로 받는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 능함이 드러났고 ②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자료를 지어낼 수 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발상으로 문제 수가 무한해졌다.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크다고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나은 게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항공 승객 144개월치, 앞 132개월로 남은 12개월 맞히기. 무료 코랩 CPU. 재는 자는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평균절대오차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(작을수록 좋고 단위가 원래 값과 같다). 기준선은 "작년 같은 달과 똑같을 것".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2304288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매개변수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평균절대오차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계절 나이브 (기준선)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chronos-bolt-tiny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chronos-bolt-small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4,770만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182MB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18.9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chronos-bolt-base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2억 530만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783MB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chronos-2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1억 1,950만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456MB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3771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3771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53771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33MB짜리 가장 작은 모델도 기준선을 이긴다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(학습 한 번 안 하고). ② small(4,770만)과 base(2억 530만)만 짝지어 보라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배 넘게 큰 쪽이 오차가 더 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(132개월짜리 짧은 계열이라).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자료로 두세 개를 나란히 재는 게 남의 순위표보다 빠르다.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📏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 기준선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자료 유출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 기준선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지난주 같은 요일 값을 다음 주에 옮겨 적기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 두 줄). 분류면 랜덤 포레스트·그래디언트 부스팅.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"오차 34"는 그 자체로 못 읽는다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기준선이 47이면 잘한 것, 20이면 쓸 이유 없음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유출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모델은 공개 자료를 잔뜩 학습했고, 비교표 시험 문제도 대개 거기서 나온다.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학습에서 본 걸 시험에서 다시 만나면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성적이 실제보다 좋게 나온다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437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8437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8437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비교표 숫자를 내 업무 기대치로 삼지 말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표는 모델이 학습에서 봤을 리 없으니, 내 자료로 직접 잰 숫자만 정직하다. 네 번째 발상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보상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뿌리가 같다 — 사람 대신 기계가 점수 낼 자를 먼저 세운다.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낱말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예측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(time series forecasting)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기반모델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(tabular foundation model)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제로샷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내 학습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 기준선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말들을 쓰면 에이전트가 바로 붙는다.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CSV로 시계열 예측을 해 주세요. 학습 없이 쓰는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제로샷 기반 모델을 쓰고, 순진한 기준선과 같은 지표로 비교해 주세요.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0093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0093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90093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"AI로 매출 예측 좀"이라고 하면 에이전트는 대개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선형회귀부터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짜기 시작한다. 위 문장은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계열을 쓸지와 무엇과 비교할지를 이미 정해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스무 줄짜리 표로 붙어 보기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예측하고 대조 · 분류하고 줄여 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22876" y="5486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22876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실습 · CPU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실습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걸음, 네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예측하고 대조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Chronos-2 대 순진한 기준선. 예측 자체는 1초 미만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분류를 열린 대안으로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TabICL로 표를 통째로. 정확도·AUC를 랜덤 포레스트·부스팅과 나란히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표를 줄여 가며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20·50·100·200행, 씨앗 셋씩. 세 방법이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갈리는지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표로 옮긴다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 반출 규정 먼저, 빈칸을 무엇으로 채웠는지 물을 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아는 시험지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만든다 — 모르는 자료에 모르는 도구를 붙이면 결과가 맞는지 판단할 근거가 없다.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예측시키고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기준선과 나란히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787652"/>
          </a:xfrm>
          <a:prstGeom prst="roundRect">
            <a:avLst>
              <a:gd name="adj" fmla="val 255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78765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6047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방금 만든 자료로 다음 28일을 예측해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마지막 28일은 떼어 두고 앞부분만. 떼어 둔 28일이 채점용 정답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모델은 Chronos-2, 장치는 CPU 고정. 설치는 판을 못 박아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pip install "chronos-forecasting&gt;=2.0" (이름만 적으면 옛 꾸러미가 깔림)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불러올 때 BaseChronosPipeline.from_pretrained("amazon/chronos-2")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같은 구간에 순진한 기준선도(마지막 7일을 반복해 28일 채우기)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둘의 오차를 평균절대오차로, 불러오기·예측 시간·최대 메모리도 찍기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05556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(무료 코랩 CPU)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28일 예측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0.4초 · 최대 메모리 1.02GB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Chronos-2 / 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34.2 / 47.4 (평균절대오차)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60400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60400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60400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34.2라는 값 자체가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47.4와 나란히 놓았을 때 벌어진 간격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읽을 거리. 잡음이 크고 자료가 짧으면 기준선이 이기기도 한다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그것도 결과다.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열린 대안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TabICL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분류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가장 알려진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TabPFN은 오늘 안 쓴다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가중치를 받으려면 가입·라이선스 동의·API 키를 환경변수에 넣어야 해, 코랩처럼 사람이 답 못 넣는 환경은 그 앞에서 멈춘다.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열린 것과 파일을 받아 쓸 수 있는 것이 다르다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조건도 판마다 갈린다 — TabPFN-2는 아파치+출처표시, 2.5·2.6·3은 비상업. pip show tabpfn으로 판을 확인해 조건 표와 대 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87146"/>
          </a:xfrm>
          <a:prstGeom prst="roundRect">
            <a:avLst>
              <a:gd name="adj" fmla="val 10455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657475"/>
            <a:ext cx="10689336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분류 모델은 0~1 점수를 내고, 자를 선이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정확도는 문턱 0.5로 개수를 세 양성이 드물면 전부 음성이라 찍어도 높게 나온다. AUC는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문턱과 무관하게 "양성 하나·음성 하나를 무작위로 집었을 때 양성에 더 높은 점수를 줄 확률"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1.0 완벽, 0.5 동전.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순위를 얼마나 잘 매기나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봐 치우친 자료에 정직하다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44621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444621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444621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대안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TabICL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(코드 BSD 3조항, 가중치는 토큰 없이 자동으로) — 유방암 자료에서 정확도 0.959 /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0.9966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여기까진 랜덤 포레스트도 비슷하다.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표를 줄여 가며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갈리는 지점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행을 20·50·100·200으로 줄이며 씨앗 0·1·2 세 번 평균. 씨앗을 바꾸는 이유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스무 줄을 뽑느냐로 크게 흔들려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세 번 평균을 내야 방법 탓인지 운 탓인지 갈린다.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920240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훈련 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TabICL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랜덤 포레스트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그래디언트 부스팅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0.9845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0.9826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0.9261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0.9919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0.9862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0.9853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0.9943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0.9898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5366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15366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15366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부스팅의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0.500은 헷갈린 게 아니라 아무 판단도 안 한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잎 하나에 자료 최소 20개(우연 외우기 방지)라, 딱 20줄이면 어디를 잘라도 조건을 못 맞춰 나무가 한 번도 안 갈라지고 모든 줄에 같은 점수.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오류도 경고도 없이 숫자만 나온다.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갈리는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기반모델은 학습 한 번 없이 스무 줄로 랜덤 포레스트급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(0.9847 vs 0.9813, 200행까지 반 포인트 안쪽) — 값어치는 더 잘 맞히는 데가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그만큼을 낸다는 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기준선을 나란히 놓지 않았다면 부스팅의 0.500을 못 봤을 것이고, TabICL의 0.9847만 들고 "잘 나왔다" 적었을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기준선이 옛 도구가 일을 하는지도 드러낸다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7873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더 잘 맞히나가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손이 덜 드나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200줄 넘으면 세 방법이 같아진다 → 손에 익은 것을 쓰면 된다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481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481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481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나오는 곳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몇십 줄뿐이라 모델 고르기·값 맞추기 자체가 부담이던 자리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(신제품 초기 불량, 시범 운영 2주치, 사고 20건). 학습·조정 없이 한 번 넣고 기준선과 나란히 놓으면 더 손댈 값어치가 그 자리에서 갈린다.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4️⃣ 이제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표로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옮긴다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옮기기 전에 먼저 정할 것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자료를 밖으로 내보낼 수 있는가.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무료 코랩은 남의 기계이고 에이전트에 넘긴 파일은 그 회사 서버를 지나간다. 이름·연락처·사번·계약 금액 열은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올리기 전에 지우거나 바꿔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둔다(회사 반출 규정이 먼저).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87118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178558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제 자료 &lt;파일 이름&gt;으로 앞과 같은 것을. 답 열은 &lt;열 이름&gt;.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범주형 열과 빠진 값이 있으면 어떻게 처리했는지 알려 주세요.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임의로 채웠다면 무엇으로 채웠는지도.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랜덤 포레스트와 나란히, 행 수를 절반·4분의 1로 줄여 가며 반복.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줄일 때마다 씨앗 0,1,2로 세 번 평균.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57301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57301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57301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빈칸을 어떻게 처리했는지 물으라는 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실제 자료에서 결과를 바꾼다 — 업무 표엔 빈칸이 반드시 있고, 에이전트는 묻지 않으면 알아서 채운다(평균? 0?).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모델이 졌다면 그것도 결과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이미 기존 방법이 도는 크기라는 뜻, 자료를 부서·제품별로 쪼갤 때 꺼낼 것.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🩹 안 될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내려받기가 안 끝난다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CPU로 두고 기다린다. 처음 한 번만 받고 그다음은 캐시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기준선이 모델을 이긴다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잘못이 아니다. 값이 적거나 규칙이 자주 바뀌는 자료에서 흔하고, 그 사실을 아는 것이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부스팅이 0.5가 안 나온다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표는 무너지는 지점이 20줄이 아니라 10줄일 수도 — 행을 더 줄여 찾는다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텐서 모양이 틀렸다는 오류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계열 하나도 (1, 1, 길이) 3차원으로 맞춘다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한글 깨짐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나눔고딕을 설치·지정하게 시킨다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문장처럼 다루기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숫자열·표를 조각으로 잘라 다음을 맞히게 — 옮겨 온 건 구조, 전환은 무엇으로 배웠나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제로샷·맥락 내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자료를 학습 없이 통째로 보여 주면 즉석에서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크다고 낫지 않다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짧은 자료에선 작은 게 이기기도 — 자기 자료로 두세 개를 재라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나란히 놓아야 오차가 읽히고, 옛 도구가 일하는지도 드러난다(부스팅 0.500)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값어치의 자리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잘 맞히는 게 아니라 자료 몇십 줄에서 학습 없이 그만큼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시계열·표 기반 모델에서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전환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구조가 아니라 무엇이었나?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"맥락 내 학습"으로 스무 줄 표를 다룬다는 게 무슨 뜻인가?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그래디언트 부스팅이 20줄에서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낸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 기반 모델의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값어치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어디에 있나? (더 잘 맞히는 것?)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남의 비교표 숫자를 내 기대치로 삼으면 안 되는 이유는?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학습시켰는가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내 자료가 아니라 온갖 분야 숫자열(+가짜)을 대규모로. 업종이 달라도 닮은 무늬의 사전을 갖게 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훈련용 스무 줄과 답 맞힐 새 줄을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덩어리로 통째로 입력에 넣어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번 계산으로 답 — 학습 단계가 아예 없다.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잎 하나에 최소 20개 조건 때문에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딱 20줄이면 나무가 한 번도 안 갈라져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모든 줄에 같은 점수 → 순위를 안 매기니 정확히 0.5. 헷갈린 게 아니라 아무 판단도 안 한 것.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잘 맞히는 게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학습·조정 없이 스무 줄로 기존 방법급을 낸다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 — 손이 덜 드는 자리에 값이 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유출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기반 모델이 그 공개 자료를 학습에서 봤을 수 있어 성적이 부풀려진다. 내 표로 직접 잰 값만 정직하다.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없이, 스무 줄로 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없이 표를 읽는다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2026-08-13T14:59:10Z</dcterms:created>
  <dcterms:modified xsi:type="dcterms:W3CDTF">2026-08-13T14:59:10Z</dcterms:modified>
</cp:coreProperties>
</file>