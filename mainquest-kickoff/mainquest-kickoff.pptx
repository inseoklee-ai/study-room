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메인 퀘스트 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메인퀘스트 착수 — 배운 조각을 모아 내 서비스로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목표는 '완성'이 아니라 굴러가는 첫 조각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어젯밤 지민의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지민은 "할 일 관리 앱에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로그인, 알림, 통계, 친구 초대까지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넣어 달라"고 AI에게 한꺼번에 요청했습니다.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생긴 것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만든 것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일을 하나 등록하고 끝내는 흐름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어디부터 고칠지 모르는 상태로 노트북을 덮었다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449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8449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8449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오늘은 바로 그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'한 흐름이 굴러가는 첫 조각'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만듭니다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 재료는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가지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이미 다 배웠습니다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정하는 한 장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만들지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정하는 작업대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그리는 세 겹(HTML·CSS·JavaScript)과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목업 데이터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붙이는 곳(서버+DB, 또는 Supabase 같은 백엔드 서비스)과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비밀값 관리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걸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바퀴 돌려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확인하고, 세상에 내보내는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4439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단계를 오늘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예시로 처음부터 끝까지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돌려 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같은 다섯 단계를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각자의 도메인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옮깁니다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 — '완성'이 아니라 '굴러가는 첫 조각'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흔한 실패부터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메인퀘스트 착수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원인은 기능이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많아서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흔한 실패는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다 만들려다 지쳐서 멈추는 것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놀랍게도 초보 프로젝트가 실패하는 이유는 기능이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적어서가 아니라 너무 많아서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9943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목표는 "완성"이 아닙니다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핵심 한 가지를 처음부터 끝까지 할 수 있는  가장 작은 작동 버전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 첫 조각까지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한 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범위를 좁히고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단계로  한 걸음씩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  되돌리며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다 만들려 하지 말고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굴러가는 첫 조각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만듭니다.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완성은 이 모듈이 끝날 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가져옵니다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31012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조각이 각각 소단원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②(범위)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④(다섯 단계)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⑦(막혔을 때)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대응합니다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마인드셋 — 부끄러운 첫 버전의 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완벽주의라는 함정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메인퀘스트 착수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"남한테 보여줄 정도는 돼야지"의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다듬다가 정작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아무것도 세상에 내놓지 못합니다.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링크트인을 만든 리드 호프먼의 유명한 말이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994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"당신 제품의 첫 버전이 부끄럽지 않다면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늦게 출시한 것이다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89064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인스타그램·슬랙도 처음엔 초라하거나 엉뚱했지만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일단 내놓고 → 사용자에게 배우며 → 고쳐 나갔습니다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머릿속 완벽한 설계보다, 손에 잡히는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어설픈 실물 하나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언제나 더 많은 걸 가르쳐 줍니다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75399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75399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75399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중요한 건 "완벽"이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"실제로 한 바퀴 도는 것"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부끄러운 첫 조각이 훌륭한 두 번째 버전의 가장 확실한 출발점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계속 쓸 말, 미리 한 줄로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단어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메인퀘스트 착수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단어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정의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45643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무엇을·왜 만들지 정리한 기획서 한 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MVP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사용자가 핵심 결과 하나를 끝까지 얻을 수 있는 최소 작동 버전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목업 데이터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진짜처럼 보이는 가짜 데이터 (저장 없이 화면부터 채우는 용도)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CRUD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만들기·읽기·고치기·지우기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하네스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코딩 작업을 실행·검토하는 작업 환경 (브라우저형·편집기형·터미널형)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환경변수(.env)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비밀값을 코드 밖에 보관하는 자리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작동하는 상태에 이름을 붙여 복구 지점을 만드는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컴퓨터에서만 보이던 것을 인터넷 주소로 내보내기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퀘스트 01 — 제출물과 평가 루브릭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 순간부터 제출 기준을 본다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메인퀘스트 착수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모듈의 마지막 날 마감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제출물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가능한 웹 서비스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GitHub 저장소 또는 배포 URL (브라우저에서 동작 확인)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 문서 1장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마크다운/PDF — 서비스 개요·타겟 사용자·해결 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회고록 1장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마크다운 — AI와 협업하며 배운 점·어려웠던 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시연 영상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3분 이내 — 직접 서비스를 시연하며 설명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3814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하루의 결과가 이 네 가지의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루브릭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남길 증거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남겨 둘 증거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연결성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"내 전문 분야의 이 불편을" 으로 시작하는 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완성도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다섯 단계 중 도달한 지점 (어디까지 굴러가나)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활용도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AI와 주고받은 대화 (지우지 말고 그대로 남기기)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회고 깊이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결정한 것·참은 것을 적어 둔 회고 노트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발표/시연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가치 30초로 말해 보는 연습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다섯 항목의 증거가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활동에서 자연스럽게 나옵니다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따로 챙기려 애쓰지 말고,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문장·대화·결정을 그날 기록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남기면 됩니다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초보 프로젝트가 실패하는 흔한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기능이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적어서가 아니라 너무 많아서.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번에 다 만들려다 지쳐서 멈춘다.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오늘의 목표를 한 문장으로?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범위를 좁히고 → 다섯 단계로 한 걸음씩 → 막히면 되돌리며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굴러가는 첫 조각을 만든다. 완성은 모듈 끝에.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루브릭에서 오늘 반드시 남겨야 하는(나중에 복원 불가능한) 증거는?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주고받은 대화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(20%). 지우면 되살릴 수 없다.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조립 · 첫 조각 · 증거 🚀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퀘스트 ①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2026-08-27T14:09:36Z</dcterms:created>
  <dcterms:modified xsi:type="dcterms:W3CDTF">2026-08-27T14:09:36Z</dcterms:modified>
</cp:coreProperties>
</file>