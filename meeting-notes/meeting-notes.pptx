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6 · 멀티모달 (7~8)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 자동으로 정리해 봅니다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 → 회의록 → 노션, 그리고 강의 마무리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회의록 실습의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바퀴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파일  30초 손으로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47436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12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499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1327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  시각 남김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65853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31613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6477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한 칸씩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04765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나오면  되돌아간다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57339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099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7963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6251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정리  의심은 그대로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4882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714586" y="1371600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69450" y="1481328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787738" y="1773936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노션에  되짚을 수 있게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코드를 직접 안 쓴다 — 에이전트에게 시키고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나온 것을 판단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데 시간을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잘 안 나온다.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그게 정상이고, 제일 값어치 있는 시간이 거기서 나온다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손보는 게 모델 바꾸기보다 먼저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요약이 오류를 세탁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하니 의심스러운 곳은 원문 그대로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자동 정리 실습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 → 전처리 → 회의록 → 노션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 · ntn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🎤 준비물 — 음성 파일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둘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사람이 또박또박 읽는 건 너무 쉬운 시험지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3~10분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너무 짧으면 차이가 안 보이고, 너무 길면 한 번 돌리기 지친다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분야의 약어·고유명사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여기가 제일 먼저 무너진다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앞쪽 30초는 손으로 받아 적어 두라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(정답). 뒤에서 설정을 바꿔 가며 좋아졌는지 재야 하는데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기준이 없으면 잴 수가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"아까보다 나은 것 같다"로는 판단이 안 선다.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받아쓰기부터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다 시키지 말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준비한 음성 파일을 한국어로 받아쓰는 스크립트를 만들어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도구는 faster-whisper, 모델은 small 크기로 시작.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별도 프로그램을 따로 설치해야 하는 방법은 쓰지 마세요.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각 조각의 시작·끝 시각을 결과에 함께 남기세요(원본 되짚기용).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결과를 화면에 보여 주고 파일로도 저장(파일명에 어느 모델인지 드러나게).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다시 실행하면 앞 결과를 덮어쓰지 말고 새 파일로.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08152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08152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두 줄이 중요 — 뒤에서 설정을 바꿔 여러 번 돌릴 텐데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서로 덮어써지면 무엇과 무엇을 비교하는지 알 수 없다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 처음엔 잘 안 나온다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소리부터 손본다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뭉개지고 약어가 엉뚱해지고 겹쳐 말한 곳이 빠진다.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정상이다.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모델·회의도 헤드셋 37% vs 회의실 마이크 68%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바꾸기 전에 소리부터 손볼 자리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쪽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16kHz 단일 채널 · 소리 크기 고르게 · 긴 무음 잘라내기 · 잡음 억제(과하면 목소리도 깎임)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쪽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언어를 한국어로 못 박기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나오는 고유명사 미리 알려 주기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모델 크기 한 단계(가장 확실하나 가장 느림)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352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7352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7352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바꿔 돌리고, 손으로 적은 정답과 대조해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단위 오류율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계산(띄어쓰기·문장부호 빼고,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바꾸기는 한 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세는지 확인 — 이것만으로 숫자가 두 배). 결과가 기대와 달라도 그대로 적을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알아낸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(잡음 억제를 걸었더니 나빠지기도).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크기를 바꾸면 — 그리고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하나로 안 적는 이유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추론 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조각 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 오류율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small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8~11개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0.7~4.1% (대개 2%대)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medium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6~9개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0.0~1.4% (대개 0%)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배 느린 대신 정확 — 33초라 작아 보여도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시간 회의면 큰 차이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녹음·설정인데 오류율이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0.7~4.1%를 오간다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"정확도 몇 %"를 들으면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 잰 값인지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묻는다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53339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3339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3339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여기 small이 2%대인데 앞에선 17.5%였다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녹음이 세상에서 가장 쉬운 시험지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(잡음 없고 안 겹치고 마이크 일정)라서.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숫자를 실제 업무 기대치로 삼으면 안 된다.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 수 있는 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사이 상대 차이와 어떤 말이 틀리는지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뿐.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3️⃣ 회의록으로 정리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요구할지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전부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235708"/>
          </a:xfrm>
          <a:prstGeom prst="roundRect">
            <a:avLst>
              <a:gd name="adj" fmla="val 204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23570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0528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아래는 회의 녹음을 받아쓴 것입니다. 다음 형식으로 정리해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결정된 것: 확정된 것만. 논의 중인 건 넣지 마세요.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할 일: 담당자와 기한을 함께. 둘 중 하나라도 없으면 "미정".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결론이 안 난 것: 이견이 있었지만 정리되지 않은 것.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받아쓰기가 의심스러운 곳: 말이 안 되거나 잘못 들린 것 같은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부분을 원문 그대로 인용해 표시. 다듬지 마세요.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원본 위치: 각 항목마다 근거가 되는 녹취 시각을 그대로.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화자 정보가 없으니 담당자를 발언 내용으로 추정하지 마세요.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녹취에 없는 내용을 추측해서 채우지 마세요.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536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7536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7536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잘 나온 판본을 쓰지 말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오류가 조금 남은 쪽을 넘겨야 다음 실험이 된다. 앞의 세 항목은 짐작하겠지만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번째가 이 실습에서 제일 중요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🧺 마지막 관문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요약이 오류를 세탁한다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받아쓰기가 제안을 제한으로 바꿈 — "출시일을 2주 미루자는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입니다"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066925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번째 항목을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빼고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그냥 "정리해 주세요"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제한도 기회의도 흔적 없이 사라지고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매끄러운 회의록, 경고 한 줄 없음.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게다가 없는 개최일까지 지어냄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번째 항목을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넣으니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모델이 두 오류를 원문 그대로 인용해 표시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프롬프트가 제 몫을 한다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930271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30271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그럴듯한 출력이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위험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하다받아쓰기 오류는 눈에 띄지만, 요약을 거친 오류는 안 띈다 — 매끄러워지며 알아채기 어려워진다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99097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99097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99097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결과에서도 찾아라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원문에선 이상했는데 회의록에선 말이 되어 버린 문장.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하나는 반드시 있다.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의심은 다듬지 말고 원문 그대로 + 녹취 시각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4️⃣ 노션에 남긴다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되짚을 수 있게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https://ntn.dev | bash    # 설치 (윈도우: winget install Notion.ntn)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ntn login                             # 터미널 코드와 브라우저 코드가 같은지 확인 후 승인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공식 CLI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ntn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터미널에서 노션 API를 부를 수 있어 에이전트에게 잘 맞는다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넣을 페이지를 만들고 링크의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아이디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복사 → 에이전트에게: 제목 형식·본문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한 번에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·할 일은 [ ] 체크박스·맨 아래에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파일명과 받아쓰기 설정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·의심에 녹취 시각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24987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24987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324987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아래 줄을 빼지 말 것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 뒤 필요한 건 매끄러운 요약이 아니라 어디를 다시 들어야 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열어서 확인할 것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회의록만 보고 원본의 어느 지점을 들어야 할지 알 수 있는가?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중간을 남겨야 되짚을 수 있습니다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다음은 어디로, 그리고 강의 6 정리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· 핵심 · 회고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🔭 이 다음은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영상·소리·그림·글을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좌표계에 함께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올리는 쪽 — 검색·추천·유사 사례 탐색·아카이브에서도 모달리티 통합이 중요해진다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검색의 단위가 키워드에서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단서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확장된다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9021"/>
          </a:xfrm>
          <a:prstGeom prst="roundRect">
            <a:avLst>
              <a:gd name="adj" fmla="val 1499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10689336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"이 회의 녹음과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결론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난 과거 문서는?" · "이 제품 사진과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불량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상담 녹취는?" · "이 교육 영상에서 학생이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순간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비슷한 풀이 노트는?"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3027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93027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93027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산출물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노션 회의록 페이지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(의심에 녹취 시각 + 어느 설정으로 만들었는지)와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 실습 기록표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남아 있으면 다음 실습으로 넘어갈 준비가 된 것.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강의 6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8696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배운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 + 실무 판단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소리와 글자의 어긋남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소리는 흐르고 글자는 끊어진다 — 정렬을 누가 맞추느냐가 역사. 스텝을 어떻게 자르나 보면 화자 분리가 붙을지 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한국어와 모델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크기보다 그 언어를 봤느냐가 먼저. 영어 예제의 크기를 그대로 쓰지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지표의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글자냐 단어냐로 네 배 차이. 정확도 숫자는 무엇을 몇 번 재서 나온 값인지 묻는다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합성과 복제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고르기 ≠ 복제. 복제는 GPU·라이선스·목소리 주인의 동의를 먼저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모델도 무엇으로 돌리느냐로 입력·속도가 다르다. 내 환경에서 되는지 따로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99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요약의 세탁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받아쓰기 오류는 띄지만 요약을 거친 오류는 안 띈다. 의심은 원문 그대로 표시하게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🤔 오늘의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네 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글자로 옮기는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소리째로 넘기는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내 업무엔 어느 쪽이 맞나?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업무에서 가장 중요한 입력은 무엇이고,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텍스트로 옮기면 무엇이 사라지나?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 수 있는 것과 맡기면 안 되는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무엇으로 갈리나?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합성한 목소리를 쓸 자리가 있나? 있다면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목소리는 누구의 것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 하나?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출처 — CTC(ICML 2006)·wav2vec 2.0(2006.11477)·Whisper(2212.04356)·CLIP(2103.00020) · faster-whisper·supertonic·Open ASR Leaderboard.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값·라이선스·지원 언어는 바뀌니 확인한 날짜를 남길 것.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받아쓰기가 잘 안 나올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바꾸기 전에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할 일은?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왜 오류율을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 재서 믿으면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 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회의록 프롬프트의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번째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왜 제일 중요한가?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"요약이 오류를 세탁한다"는 무슨 뜻이며, 어떻게 막나?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노션에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녹취 시각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꼭 남기는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손본다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(16kHz·크기 정규화·무음 제거·잡음 억제)와 설정(언어·고유명사). 같은 회의도 헤드셋 37% vs 회의실 68%.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녹음·설정인데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0.7~4.1%를 오간다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한 번 값을 그대로 믿으면 안 되고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 잰 값인지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봐야.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의심스러운 곳을 다듬지 말고 원문 그대로 표시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— 안 넣으면 오류가 매끄럽게 사라지고 없는 것까지 지어낸다.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받아쓰기 오류가 요약을 거치며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말이 되는 문장으로 바뀌어 안 보이게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됨.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의심을 원문 그대로 표시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시켜 막는다.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달 뒤 필요한 건 요약이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어디를 다시 들어야 하는지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되짚을 수 있어야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중간을 남겨야 되짚는다 🎙️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회의록을 자동으로 정리해 봅니다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2026-08-12T23:16:07Z</dcterms:created>
  <dcterms:modified xsi:type="dcterms:W3CDTF">2026-08-12T23:16:07Z</dcterms:modified>
</cp:coreProperties>
</file>