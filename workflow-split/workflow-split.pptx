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멀티에이전트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정하는 흐름 — 워크플로로 나누기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구조조사팀의 보고서를 받아 시공팀이 보수에 들어갑니다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순서와 인계 내용을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코드가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고정합니다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locator · 12턴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읽기와 검색만  구조화된 보고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fixer · 18턴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세션에서  수정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locator는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읽기와 검색만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경로 · 함수나 클래스 이름 · 진단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구조화된 보고로 남깁니다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보고를 받은 fixer가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세션에서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수정합니다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단계가 먼저 실행되고 다음에 무엇을 받을지는 파이썬 코드가 정합니다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분리는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이름을 늘리는 일이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비교 대상 세 가지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결과가 locate_report로 다음 단계에 전달되는지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담당이 파일을 고치지 않는지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담당이 그 근거를 이용하는지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arms.py의 워크플로 실행(B)은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locator에 12턴, fixer에 18턴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줍니다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보고서가 다음 프롬프트로 건너갑니다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호출이 대화를 공유하지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코드가 정하는 흐름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부분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027932"/>
          </a:xfrm>
          <a:prstGeom prst="roundRect">
            <a:avLst>
              <a:gd name="adj" fmla="val 113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02793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8450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loc, err_loc = await asyncio.wait_for(_run_once(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f"Bug report:\n\n{problem}\n\nLocate the likely cause.",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ClaudeAgentOptions(cwd=str(repo), model=MODEL, max_turns=12,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system_prompt=SYS_B_LOCATE,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permission_mode="bypassPermissions",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allowed_tools=["Read","Grep","Glob"])), 900)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locate_report = (getattr(loc, "result", "") or "").strip()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extra["locate_report"] = locate_report[:2000]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msg, err = await asyncio.wait_for(_run_once(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f"Bug report:\n\n{problem}\n\n"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f"Locator report from a previous agent:\n{locate_report}\n\n"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"Apply the minimal fix.",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ClaudeAgentOptions(cwd=str(repo), model=MODEL, max_turns=18,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system_prompt=SYS_B_FIX,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permission_mode="bypassPermissions")), 1200)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아니라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건너갑니다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호출의 loc에서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보고서를 꺼내 변수에 저장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두번째 호출은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변수의 내용을 프롬프트로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받습니다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8833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세션이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대화를 공유하는 것이 아니라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코드가 정한 보고서만 다음 단계로 건너갑니다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7490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7490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그래서 extra["locate_report"]에 남은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2,000자까지의 보고 내용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인계가 실제로 일어났는지 확인하는 기록이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실행하고 A와 나란히 엽니다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짧고 긴 것만으로 판단하지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코드가 정하는 흐름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.venv/bin/python arms.py B sympy__sympy-24909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runs/B-sympy__sympy-24909/result.json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runs/B-sympy__sympy-24909/changes.diff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 것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locator의 진단이 수정 위치와 이어지는지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뒤 검증을 시도했는지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실패했다면 어느 단계의 기록이 끊겼는지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 예산이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턴 예산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 실행(A)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25턴 (한 세션)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워크플로 실행(B)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locator 12턴 + fixer 18턴 (두 호출)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워크플로 실행(B)의 숫자는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호출의 기록이 합쳐진 값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A의 25턴과 B의 12+18턴을 같은 예산이라고 읽으면 안 됩니다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36499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비교할 수 있는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흐름을 나눴을 때 남는 근거와 실패의 모습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예산이 다른 실행의 숫자 하나만으로 우열을 정할 수 없습니다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locator와 fixer는 무엇을 공유하나?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대화를 공유하지 않는다.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코드가 변수에 담은 locate_report만 다음 프롬프트로 건너간다.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B에서 관찰할 세 가지는?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보고가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 전달됐는지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탐색 담당이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고치지 않았는지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수정 담당이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근거를 이용했는지.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A와 B의 턴 수를 나란히 비교할 수 있나?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없다. A는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25턴 한 세션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B는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12+18턴 두 호출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예산이 다르다. 비교할 수 있는 것은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근거와 실패의 모습.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순서를 정합니다 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2026-09-03T08:00:51Z</dcterms:created>
  <dcterms:modified xsi:type="dcterms:W3CDTF">2026-09-03T08:00:51Z</dcterms:modified>
</cp:coreProperties>
</file>