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— 내 업무의 어느 부분을 어디까지 맡길까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인상이 아니라 관찰한 사실에서 선택을 시작합니다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맡길지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어디까지 맡길지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조립해 보고, 에이전트에 일을 위임해 본 기록은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인상이 아니라 관찰한 사실에서 선택을 시작하게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이때 중요한 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맡길지뿐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맡기고 무엇을 계속 확인할지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정하는 일입니다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결과를 대조하고 판정 기준을 적용한 경험이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출발점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보류 · 거절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선택이든 근거와 다시 살필 조건을 함께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판정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결론의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고르는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기능과 책임 범위, 확인 절차가 업무 조건 안에서 확인됐을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쓸모가 보이지만 안전성 · 권한 · 운영 조건처럼 아직 확인하지 못한 사실이 남았을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확인한 위험이나 비용이 업무의 목적과 맞지 않아 — 현재 조건에서는 맡기지 않겠다고 정했을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어느 선택이든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다시 살필 조건을 함께 남기면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논의도 같은 기록에서 이어집니다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쪽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양식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검토할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확인한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판정: 도입 / 보류 / 거절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재검토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2219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검토할 업무는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확인한 사실과 미확인 사실은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재검토 조건에는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사실이 확인되면 선택을 바꿀 수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예시로 채워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API를 읽고 내부 메모를 만드는 업무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판정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검토할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API를 읽고 내부 메모를 만듭니다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확인한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기록에 상태코드와 원 응답이 남는다 → 도입을 검토할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보관 위치와 쓰기 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재검토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환경과 보관 위치 확인을 한 줄로 적습니다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권한의 범위까지 확인되면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기록을 바탕으로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여부를 다시 검토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다르게 갈립니다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기록이 충분한 근거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위치나 권한 범위가 더 먼저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확인돼야 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좋아하는 정도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 무엇을 관찰했고 무엇이 아직 비어 있는지에서 생깁니다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44728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판정문은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결론만 적는 문서가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근거의 차이를 비교하는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업무에서도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꺼냅니다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조립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 일을 위임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요약을 대조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기준으로 다시 살폈습니다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이 기록을 들고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심화(소단원 ⑦)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n8n을 직접 띄워 보며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흐름을 어디까지 연결할지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구체적으로 살펴볼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보류는 언제 고르나?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쓸모는 보이지만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안전성·권한·운영 조건처럼 아직 확인하지 못한 사실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남았을 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판정문에서 '재검토 조건'이 하는 일은?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사실이 확인되면 선택을 바꿀 수 있는지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적어, 다음 논의가 같은 기록에서 이어지게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업무에 대한 판정이 사람마다 다를 수 있는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취향이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관찰했고 무엇이 아직 비어 있는지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다르기 때문. 그래서 판정문은 근거 비교 기록이다.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맡길지 적습니다 ⚖️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2026-09-02T13:29:05Z</dcterms:created>
  <dcterms:modified xsi:type="dcterms:W3CDTF">2026-09-02T13:29:05Z</dcterms:modified>
</cp:coreProperties>
</file>