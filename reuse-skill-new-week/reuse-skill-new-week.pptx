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도구 연결 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업무 기록에서 Skill 재사용하기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재사용할 것은 지난주 답이 아니라 판단 기준입니다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여는가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대화에는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설명한 팀 규칙과 완성한 첫 주 보고서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들어 있습니다 — 이 상태에서 요청하면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Skill을 읽지 않고도 앞 대화의 내용으로 잘 작성할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좋더라도 Skill이 준비한 지식을 실제로 사용했는지 알기 어렵습니다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주고받은 메시지의 영향을 줄이는 방법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설치한 Skill이나 프로젝트 파일까지 지우는 기능은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지침에 팀 규칙을 따로 써 두었다면 새 대화에서도 전달될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있으므로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자료가 함께 제공되는지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해석할 때 기억해 둡니다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91637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191637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283077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둘째 주 업무 기록을 우리 팀 주간 보고서로 정리해 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9514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79514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79514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이번 요청에는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이름이나 업무별 정답을 넣지 않았습니다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위치를 안내하는 것과 완료·위험의 판정을 대신해 주는 것은 다른 도움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MCP를 썼다면 get_weekly_records의 입력이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{"week":"week-two"}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인지, 파일을 읽었다면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data/week-two.json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반환된 자료의 report_date는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보고서는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기준일의 현황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담아야 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실습하는 날의 실제 날짜로 바꾸면 같은 기록도 다른 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결과는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주 파일을 덮어쓰지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second-week-report.md로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보고서가 있으면 같은 업무의 상태가 어떻게 바뀌었는지 나중에 다시 살펴볼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결과까지 이어지는 네 가지 확인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합격·실패를 결정하지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Skill 재사용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보면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부분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찾기 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부분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실제로 살펴볼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기록에서 team-weekly-report가 불러와지거나 적용된 흔적이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접근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 본문과 필요한 references/team-rules.md가 읽히거나 호스트를 통해 제공되었는지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주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둘째 주 기록과 그 안의 보고 기준일을 사용했는지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품질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업무의 분류와 근거, 누락 정보 처리, 합계가 팀 규칙과 맞는지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38144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앱마다 Skill을 제공하는 모습이 다릅니다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읽기나 도구 호출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보이기도 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본문을 대화에 제공한 기록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나타나기도 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문구 하나를 찾기보다 어떤 내용이 실제로 전달되었는지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없는 부분은 미확인으로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참고 파일을 구분 — 본문이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"팀 규칙은 이 파일을 참고한다"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고만 안내한다면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본문을 불러온 것만으로 세부 분류 규칙까지 전달된 것은 아닐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반대로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이미 제공했다면 별도 파일 읽기 명령이 없어도 이용할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횟수를 세는 것이 목적이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지식이 실제 작업에 들어갔는지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확인하는 것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결과를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지정 시 OK, 자연스러운 요청에서 실패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Skill의 사용 시점을 설명하는 부분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이나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호스트의 인식 상태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살펴볼 근거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지정해도 규칙과 다름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이후의 자료 접근과 판단 과정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살펴봐야 합니다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결과를 나누어 두면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"Skill이 안 된다"라는 넓은 말 대신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어디를 고쳐야 할지 이야기할 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하나씩 근거 읽기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평가는 인상에 점수를 붙이는 일이 아닙니다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Skill 재사용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지난주와 달라진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TASK-102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"배포 완료",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"due_date": "2026-09-07",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"deployed_at": "2026-09-07",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"verification": "통과",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"blocker": null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0555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주에는 없었던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날짜와 운영 확인 결과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들어왔습니다 — 위험 조건을 먼저 살피고 완료 조건을 확인하면 이번에는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9/7이 기준일 9/11보다 이전이라는 이유만으로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위험으로 분류하지도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완료되지 않은 업무가 기한을 넘겼는지를 확인하는 규칙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완료 조건을 충족한 업무에는 그대로 적용할 수 없습니다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4451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4451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4451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첫 주와 둘째 주의 분류가 달라지는 것이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 부족일까요?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근거에 같은 규칙을 적용했기 때문에 분류가 달라져야 합니다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재사용할 것은 지난주 답이 아니라 판단 기준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업무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직접 판정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1584525"/>
                <a:gridCol w="1584525"/>
                <a:gridCol w="1584525"/>
                <a:gridCol w="1584525"/>
                <a:gridCol w="1584525"/>
                <a:gridCol w="1584525"/>
                <a:gridCol w="1584525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due_date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deployed_at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verification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TASK-201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개발은 끝났지만 아직 배포하지 않았다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TASK-202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배포했으며 운영 환경 확인 결과는 아직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TASK-204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미실시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원인은 기록되어 있지 않다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9816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업무의 보고 기준일은 모두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2026-09-11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null은 기록된 값이 없다는 뜻이며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사정을 추측해서 채우지는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문구만 보지 말고 배포일과 운영 확인, 기한을 함께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살펴봅니다.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기준일의 하루가 아직 끝나지 않았다는 약속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적용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합계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12801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782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근거와 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782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TASK-201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완료로 쓰면 개발 완료와 보고상 완료를 섞은 것. 날짜가 오늘까지라는 이유로 지연이라 쓰면 기한의 경계를 잘못 적용. 기한과 기준일이 같으면 아직 지연이 아니고 다른 위험 조건도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2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TASK-202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상태에는 '배포 완료'지만 확인 결과는 대기 — 이 팀은 배포 후 운영 확인이 통과하지 않은 업무를 위험으로. 위험이라고 실제 장애가 발생했다고 단정하는 것은 아니며, 기록에 없는 장애나 실패 원인을 만들어 덧붙이지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200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TASK-204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기준일 기준으로 기한을 넘김. 그런데 지연 원인이 기록되어 있지 않음 — "다른 업무가 많아서"처럼 그럴듯한 이야기를 채우면 독자가 확인된 사실로 받아들일 수 있습니다. 원인 미기록이라 쓰고 "지연 원인 확인 필요"를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4591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64591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4건 · 완료 1 · 진행 1 ·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2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570661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570661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570661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합계만 맞추고 검토를 끝내지 마세요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TASK-201과 TASK-202의 분류를 서로 뒤바꿔도 건수는 같습니다.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업무별 근거와 전체 합계를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확인해야 이런 오류를 찾습니다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말, 다른 작업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near-miss 사례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Skill 재사용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요청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둘째 주 업무 제목만 알려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팀 보고서 양식을 영어로 번역해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09444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요청에는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업무나 보고서라는 익숙한 단어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들어 있습니다. 하지만 첫 번째는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조회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두 번째는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네 개를 부탁했는데 완료·진행·위험으로 나눈 보고서 전체를 만들었다면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요청보다 작업 범위를 넓힌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다른 요청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영어로는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near-miss 사례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부릅니다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적절한 요청에서 Skill을 쓰는지만 보면 Skill이 너무 넓게 적용되는 현상을 놓칠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있어 함께 살펴봅니다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과정에서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용어를 확인하려고 규칙 파일을 읽었다면 그것만으로 실패는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확인할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"파일을 읽었는가" 자체보다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요청한 일을 유지했는가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관찰에 맞춰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관찰한 현상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확인할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가능한 개선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Skill을 찾지 못함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위치, 호스트의 인식, description의 사용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업무 요청에서 쓰는 표현으로 사용 시점을 명확히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본문만 보고 팀 규칙을 읽지 못함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참조 경로와 파일 존재 여부, 본문의 안내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경로를 바로잡거나 언제 그 규칙을 읽는지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주 기록이나 실제 오늘 날짜를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선택 과정과 기준일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지정한 주의 기록과 그 안의 report_date를 사용하도록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상태만으로 완료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조건과 위험 조건의 우선순위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혼동하는 조건을 구분하고 일반화 가능한 사례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분류는 맞고 합계가 틀림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업무의 중복·누락과 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분류한 항목을 기준으로 수를 다시 확인하도록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제목 조회를 보고서 작성으로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Skill의 적용 범위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작성과 단순 조회를 구분하도록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파일의 경로를 잘못 써서 읽지 못한 상황이라면 완료 조건을 더 강하게 반복해도 해결되지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TASK-202는 위험이다처럼 이번 정답을 넣기보다 "배포했더라도 운영 확인이 통과하지 않았으면 위험"이라는 재사용 가능한 기준을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분명하게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비교에서 알 수 있는 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주는 입력 자체가 다릅니다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⑪ Skill 재사용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나눕니다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 싶은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비교할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지식을 제공하면 어떤 차이가 생기는지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기록에 팀 규칙을 제공하지 않은 결과와 제공한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지식을 Skill로 묶으면 어떤 가치가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기록·규칙을 일반 요청으로 전달한 결과와 Skill로 제공한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Skill 수정이 도움이 되었는지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입력에 수정 전과 수정 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194995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비교에서는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양쪽이 모두 정확할 수도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그때도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대화마다 무엇을 다시 설명해야 했는지, 자료를 어느 위치에서 유지할 수 있었는지, 다른 사람이 같은 업무를 요청하기 쉬워졌는지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관찰할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Skill의 가치를 보여 주기 위해 일반 요청이 반드시 실패해야 하는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출발점으로 남겨 둔 결과를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합격해야 하는 점수선을 뜻하지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비교한다면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입력·모델·사용할 수 있는 자료를 가능한 한 같게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두고 대화를 분리.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"Skill을 쓰지 않는 조건"이라 이름 붙였더라도 설치된 Skill이 자동 적용되었다면 그 비교는 다시 해석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작업에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남길 기록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요청과 입력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문장으로 요청했고 어느 주의 자료를 썼는지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적용된 지식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Skill과 참고 규칙의 사용을 어떤 기록에서 확인했는지,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미확인인 부분은 무엇인지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결과의 근거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어떤 업무를 왜 그렇게 분류했고 합계는 맞았는지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개선과 재확인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무엇을 바꿨고 같은 입력에서 어떻게 달라졌는지, 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수정이 필요 없었던 이유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사용한 입력과 조건을 남겨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사람이 같은 확인을 다시 해 볼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있게 하는 것을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매번 글자 하나까지 똑같은 보고서를 써야 한다는 뜻은 아닙니다.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표현이 달라도 같은 자료에서 팀 기준에 맞게 판정하고 그 근거를 다시 확인할 수 있으면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과업에서 중요한 부분을 재현한 것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TASK-102의 분류가 주마다 달라지는 것은 일관성 부족인가?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근거에 같은 규칙을 적용했기 때문에 달라져야 한다.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재사용할 것은 답이 아니라 기준.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near-miss 사례를 확인하는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적절한 요청만 보면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Skill이 너무 넓게 적용되는 현상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놓칠 수 있어서. 확인할 것은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요청한 일을 유지했는가.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기준선이란?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출발점으로 남겨 둔 결과.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합격 점수선이 아니며, 수정 전 결과를 기준선으로 두면 무엇이 나아지고 무엇이 그대로인지 읽을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기준, 새 기록 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에이전트와 도구 연결 ⑪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2026-09-07T05:55:13Z</dcterms:created>
  <dcterms:modified xsi:type="dcterms:W3CDTF">2026-09-07T05:55:13Z</dcterms:modified>
</cp:coreProperties>
</file>