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(⑧⑨)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몸을 얻은 모델과 채점되는 보상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 로봇 · 검증 가능한 보상과 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대상이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바깥세상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자신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몸을 얻은 모델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화면과 사람 말을 넣으면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관절을 얼마나 움직일지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낸다(VLA). 네 발상이 한자리에 겹친다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채점되는 보상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대신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정답 여부를 확인할 수 있는 문제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 보상. 마지막 발상이 제자리에서 풀린다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⑧은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모델·확산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겹치고, ⑨는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심장. 채점이 자동이면 그 고리를 무한히 돌릴 수 있고, 안 되면 걸 수 없다 — 그것이 경계.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몸을 얻은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 · 200달러 팔 · 세계 모델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98948" y="5486400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8948" y="54864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🦾 좌표를 적는 대신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말을 넣는다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방식은 좌표 적기 — "여기서 저기로 몇 도씩". 카메라를 붙여도 "빨간 물체 중심을 찾아 그 좌표로"처럼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규칙을 다 적었다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(물체·조명이 바뀌면 다시)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방식은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화면과 사람 말을 함께 넣고 곧바로 관절을 얼마나 움직일지를 낸다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규칙 적는 단계가 없다 — 조종기로 시범을 여러 번 보이면 그 기록으로 학습. 시각·언어·행동의 앞글자를 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발상들이 겹친다 — 이미지·문장 이해는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잘 학습된 모델을 그대로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(기반 모델), 그 뒤에 관절 각도를 내는 머리를 붙이고, 이어지는 동작을 부드럽게 만드는 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행동도 시간에 따라 이어지는 좌표의 나열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그림 만들듯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한 묶음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한꺼번에 내놓나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동작 하나씩만 내놓으면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갈림길에서 흔들린다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컵을 왼쪽으로 돌아 잡아도 오른쪽으로 잡아도 되는데, 순간마다 하나씩 고르면 왼·오를 오가다 가운데로 가 컵을 친다(시범에 두 방식이 섞여 평균 내면 그렇게)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순간 새로 정하면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동작이 떨린다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몇십 단계를 한 묶음으로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한꺼번에여기서 확산 — 시간축을 따라 늘어선 관절 각도 전체를 한꺼번에 걷어 낸다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묶음 안에서 앞뒤가 자연스럽게 이어지고, 왼쪽·오른쪽도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단위로 하나가 정해져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평균으로 안 뭉개진다. 만든 묶음을 다 쓰지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앞부분만 실행하고 새 묶음을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계획은 길게, 실행은 조금씩 하며 바뀐 상황을 반영.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이백 달러대의 팔,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없이 시작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 공개(하드웨어 아파치 2.0). 부품표 기준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하나 ~122달러, 조종용까지 두 팔 ~230달러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조립형 기본, 완성품·국내 판매처도 등재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팔이 없어도 시작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시뮬레이터 위에서 수집·학습·평가가 전부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돈다. 공식 문서가 로컬에 GPU 없으면 코랩을 쓰라고 안내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장비값이 내려가면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학습 자료가 다시 는다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가격이 갈래 전체를 바꿨다 — 연구실 밖 사람이 실물을 만진다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758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6758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코랩(SmolVLA 학습)은 T4에서 시작까지 된다. 노트북 자체는 A100·2만 스텝 5시간을 권하지만,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볼 것은 손실이 내려가기 시작하는 것까지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(손실 = 낸 답과 정답이 벌어진 정도, 내려가면 자료를 붙들기 시작한 것).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지시문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라이선스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셀 둘은 건너뛴다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(wandb login·hf auth login은 사람이 키를 쳐 넣어야 해 전체 실행이 멈춤. 학습 셀에 -wandb.enable=false가 이미 있음)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lerobot/svla_so101_pickplace로 바꾼다(자리표시자 그대로 두면 못 찾고 멈춤).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-policy.repo_id는 지우지 말고 -policy.push_to_hub=false로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그냥 지우면 "repo_id 없음"으로 자료 받기도 전에 멈춘다.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올릴 곳을 지우는 게 아니라 안 올리겠다고 말해 줘야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조심 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SmolVLA는 모델 카드에 라이선스 항목이 아예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(바탕이 아파치라 정황상 자유롭지만 확인 필요).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OpenVLA는 페이지 태그가 MIT인데 저장소 설명은 특정 대형 모델 약관을 물려받는다고 못 박는다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태그와 실제가 어긋난다.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🌍 곁들여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모델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노트북이 낫다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로봇을 학습시키려면 시행착오시킬 환경이 필요한데,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환경 자체를 모델이 만들어 낸다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지금 화면과 누른 키를 넣으면 다음 화면을 그린다. 계속 이으면 게임 엔진 없이 게임이 돈다(다음 화면에 확산, 같은 뼈대)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잡히는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DIAMOND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(MIT)는 아타리용이 매개변수 441만·가중치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54MB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 가장 작다(세포 1.15GB·단백질 3.47GB와 자릿수가 다르다)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카드가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화면(창)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코랩에 없고 노트북엔 있다 — 카드 없는 노트북 초당 22장 vs 코랩 T4 16장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화면 뒤에 게임이 없다 — 공이 튀는 각도도 벽돌 판정도 그때그때 모델이 그린다.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때 안 본 조작을 넣으면 흐물거리는데, 그 경계를 찾는 게 가장 빨리 이해하는 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큰 것은 담장 밖(슈팅판 1.5GB, Genie 비공개, Cosmos 26GB↑).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채점이 되는 곳에 걸리는 보상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 · GRPO · Lean 정리 증명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98948" y="5486400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8948" y="54864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사람이 채점하던 자리를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하나로 못 정하는 일엔 정답표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낸 답에 점수만 매기고 점수 높은 답이 더 자주 나오게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숫자를 옮긴다(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 점수가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병목은 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누가 매기느냐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취향 맞추기는 사람이 병목이었다 — 답 하나 채점에 사람 시간, 취향은 제각각, 정답 분명한 영역도 일일이 봐야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정답 여부를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수 있는 문제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 보상수학 답이 맞았나, 코드가 통과했나, 증명이 검사기를 통과했나 — 사람이 필요 없어 몇백만 번이든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080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080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080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규칙 채점 자체는 그전부터 쓰였고 이 이름을 붙인 게 2024년 11월. 몇 달 앞선 2024년 2월엔 이 학습을 훨씬 가볍게 돌리는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나왔다.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♟️ GRPO의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요령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별도 모델을 없앤다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하나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수학·코드  증명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여러 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8개를  뽑는다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안 비교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평균보다 나은 답  더 나오게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방식은 "이 답이 평균 어느 정도 받을까"를 예측하는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모델을 하나 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둬야 했다(모델 둘, 메모리 두 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GRPO는 그 모델을 없앤다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문제에 답을 여러 개 뽑아 그 안에서 서로 비교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기준을 예측하는 대신 그때그때 만들어 쓴다. 별도 모델이 사라져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코랩에서도 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75475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5475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5475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경계이기도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잘 쓴 보고서인지, 친절한 상담인지는 기계가 채점 못 한다. 그래서 폭발한 곳이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수학·코드·논리처럼 답이 자동 확인되는 영역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몰려 있다. 회사 업무에 붙이려면 먼저 물을 것: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문제에 자동 채점기를 만들 수 있는가.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이 갈래는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걸린다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닫혀서가 아니다 — 작은 모델용 GRPO 노트북에서 이름에 A100이 안 붙은 걸 고르면 무료 T4에서 시작은 된다.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건 조건이 아니라 시간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보상이 오르는 걸 보려면 최소 300스텝, 쓸 만한 결과는 12시간 이상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적었다 — 수업 안에서는 곡선이 올라가는 것조차 보기 어렵다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이름은 값어치가 있다 — 시간 되는 날 켜 두고 다른 일을 하면 되고, 그때 검색어가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대신 이 고리의 심장인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채점기 쪽은 손에 잡힌다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(설치가 아예 없다).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087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29717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조건도 볼 거리 — 핵심 꾸러미는 아파치 2.0인데 지원 라이브러리와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모음 저장소가 LGPL 3.0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LGPL은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가져다 쓰는 건 자유, 고쳐서 배포하면 고친 부분을 내놔야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조건. 학습엔 걸릴 것 없고 제품에 넣을 때 무엇을 고쳤는지가 기준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채점기가 가장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엄격한 곳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Lean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증명은 원래 사람이 읽고 판단한다. 그런데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검사할 수 있는 언어로 쓰면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달라진다 — Lean 같은 언어로 정의·논리를 엄격한 문법으로 적으면 검사기가 한 줄씩 확인해 통과 여부를 알려 준다.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판단이 개입할 여지가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틀릴 일이 없는 채점기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생긴다 — 모델이 증명을 쓰고, 검사기가 통과 여부를 알려 주고, 통과한 걸 더 나오게 민다. 사람이 한 명도 필요 없다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검사기는 오래됐고, 바뀐 건 셋: 사람이 손으로 형식화한 수학 라이브러리가 수십만 줄로 쌓였고, 검증 가능한 보상이 자리 잡았고,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증명을 검사기에 넣어 실패 메시지를 받아 고쳐 쓰는 고리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갖췄다(마지막이 특히 크다 — 어디가 왜 틀렸는지 알려 주니까).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넣으면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돌아오나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설치 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live.lean-lang.org에 들어가면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증명을 쓰고 검사받는다(편집기만 브라우저, 검사는 서버). 짧은 파일이면 1초 미만.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넣은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검사기가 한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참인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 말 없이 끝 — 침묵이 곧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귀납법 증명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통과. 단계마다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증명을 비워 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구멍이 있다고 경고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거짓 명제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거부. omega 전술을 쓰면 반례가 만족할 조건까지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명제가 이 절을 요약 — 자연수에서 a - b + b = a가 참이라 주장하고 omega로 확인하면, 검사기가 거부하며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 조건으로 b가 a보다 크다는 것을 집어낸다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(자연수 뺄셈은 0에서 잘려 실제로 거짓).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"기계가 채점한다"가 추상이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1초도 안 돼 참·거짓이 갈리고 어디가 왜 틀렸는지까지.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증명 모델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 쓰는 모델도 공개돼 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Goedel-Prover-V2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(80억·320억 아파치 2.0) 등. 다만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라이선스 파일이 없는데 가중치만 조건이 붙거나, 저장소는 자체 라이선스인데 모델 카드에 태그가 없는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경우가 섞여 하나씩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채점하려면 Lean까지 함께 돌려 한 노트북에 두 세계를 얹는다 — 오늘은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쓰고 기계가 채점받는 데까지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목표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1171"/>
          <a:ext cx="11091672" cy="151485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문제집 원 저장소가 2023 보관 상태 → 지금은 포크(miniF2F 등). 옛 주소 그대로 걸면 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올림피아드 금메달 시스템은 가중치가 안 나와 있다. 대신 표준 문제집 상위권 증명 모델이 아파치로 이미 받아 쓸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7233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17233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17233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큰 쪽이 열려 있는 쪽은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가중치가 어디에 어떤 조건으로 올라가 있는지로 갈라 봐야. 낱말: 검증 가능한 보상·GRPO·형식 정리 증명·Lean 4·전술·자동 형식화.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 적기 대신 화면+말→관절. 기반 모델+확산이 겹친다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 묶음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걸음씩이면 흔들리고 떨려 — 몇십 단계를 한꺼번에(확산), 앞부분만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200달러 팔이 갈래를 바꿨다 — 싸지면 공개 자료가 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자체를 그린다 — 작은 건 노트북이 낫다(필요한 건 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가능한 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기계가 채점되는 문제에만 — 채점이 자동이면 무한히, 안 되면 못 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GRPO·Lean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모델 없이 그룹 비교 / 틀릴 일 없는 채점기(1초에 참·거짓)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VLA가 전통 방식과 다른 점, 그리고 어느 발상들이 겹치나?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다음 동작 하나가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묶음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한꺼번에 내놓나?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GRPO가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없앤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무엇이고, 그래서 무엇이 가능해졌나?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 가능한 보상의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 회사 업무에 붙이려면 먼저 물을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Lean 검사기가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명제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대해 하는 일은?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좌표·규칙을 사람이 적는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말을 넣으면 관절 움직임을 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(시범으로 학습).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(이미지·말 이해)과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(부드러운 동작)이 겹친다.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하나씩이면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갈림길에서 왼·오를 오가다 뭉개지고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동작이 떨린다. 묶음으로 내면 앞뒤가 이어지고 방향이 하나로 정해진다 — 앞부분만 실행하고 새 묶음.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"평균 점수를 예측하는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"을 없애고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문제에 답 여러 개를 뽑아 그 안에서 비교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메모리가 줄어 무료 코랩에서도 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채점 못 하는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(잘 쓴 보고서·친절한 상담)엔 못 건다 — 수학·코드·논리에 몰린 이유. 먼저 물을 것: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문제에 자동 채점기를 만들 수 있는가.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거부하고, omega 전술을 쓰면 반례가 만족할 조건까지 집어낸다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a-b+b=a는 b가 a보다 클 때 거짓). 어디가 왜 틀렸는지를 1초 안에.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몸을 얻고, 스스로 고친다 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몸을 얻은 모델과 채점되는 보상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