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톺아보기 ⑪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가설을 내 개선 실험으로 바꾸기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 수치는 정답이 아니라 조건이 붙은 가설입니다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이어집니다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불편을  떠올린다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가설과 근거로  바꾼다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항목만  조작해 설계한다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보고서로  제출한다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논문 수치는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아니라 조건이 붙은 가설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환경에서 재현하거나 반박할 근거로만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— 지금 쓰는 도구의 불편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넓게 적지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개선 실험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행동과 결과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적습니다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넓은 서술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불편합니다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구체적 장면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과업에서 어떤 입력 뒤에 무엇이 지연되거나 잘못되었는지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장면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요청이 너무 자주 나왔는지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파일을 놓쳤는지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길어져 중요한 조건을 잃었는지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검토하기 어려웠는지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90969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90969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90969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 불편이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하네스 기능에서 온 것인지도 함께 의심합니다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 선택, 과업 난이도, 저장소 상태, 네트워크,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요청 문장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원인일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반증 가능한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개선 가설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불편을 줄일 수 있는 하네스 기능 하나를 골라 가설로 씁니다.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반대로 나오면 틀렸다고 말할 수 있어야 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대기로  과업이 멈췄다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규칙의 범위를 조정하면  완료 시간이 줄어든다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07352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가설 카드는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가설의 출발점이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얻는 재료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비슷한 조건의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원문 인용 · 측정 수치 · 검증하지 않은 것 · 근거 등급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등급을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숨기지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보고서에 남길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[학술]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학회·학술 논문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 조건과 일반화하지 않는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[벤더]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만든 쪽의 자체 보고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독립 비교가 아니라는 점을 명시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[공식 문서]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문서·설정 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 확인용이며 정량 실험이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 중단원에서 본 예 — SWE-agent 18.0%는 [학술], Aider 46%와 mini-swe-agent 74%는 [벤더], Claude Code 권한 모드는 [공식 문서]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— 한 항목만 조작하는 설계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· 조작 · 이중 측정 · 사전 판정식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개선 실험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· 조작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측정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· 과업셋 · 토큰 또는 시간 예산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 개수 N · 편집 포맷 · 권한 정책 · 메모리 표현 가운데 하나만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해결률만 적지 않고 토큰 · 승인 횟수 · 시간도 함께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반론을 하나 이상 적고, 그 반론과 가설을 구분할 통제 조건을 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조작 항목 네 가지는 각각 이 중단원의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컨텍스트 · ③ 행동 포맷 · ⑧ 권한 · ⑤ 경험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왔습니다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 전에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판정식을 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결과면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가설을 지지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 어떤 결과면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가설을 버릴지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수치와 함께 정합니다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조건 · 조작 항목 · 이중 측정 · 사전 판정식이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분리되어야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불편의 원인을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조건과 구별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본 뒤에 기준을 정하면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결과든 지지로 읽히게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보고서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제출합니다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저장소의 README.md에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· 실험 설계 · 결과 · 다시 검토할 조건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차례로 적습니다.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실행했다면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before와 after trace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또는 그에 해당하는 기록을 함께 링크하거나 넣습니다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⏸️ 실행하지 못했다면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실행하지 못한 이유와 사전 판정식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남깁니다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4492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보고서에는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불편의 진짜 원인이 선택한 하네스 기능이었는지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돌아보는 문단을 넣습니다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가설과 다른 결과가 나왔다면 실패로 감추지 않고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무엇이 원인 설명을 약하게 만들었는지와 다음에 고정하거나 바꿀 조건을 적습니다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진행 예시 — 컴파운드 엔지니어링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Code에서 경험 축적이 실제로 효과가 있는가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개선 실험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테스크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과업을 다시 풀 때 첫 시도의 기록을 notes/에 남기고 다음 요청에서 참조하게 하면,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없이 시작할 때보다 두 번째 시도가 빠르고 정확해집니다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6654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173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173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06654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parse-log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fixture 로그 sample.log에서 오류만 골라 표로 정리하는 parse.py 작성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8224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27889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788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68224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refactor-util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fixture util.py의 함수 3개에 타입 힌트와 독스트링 추가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9793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4046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404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29793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fix-failing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fixture test_me.py의 실패 2건을 통과하도록 수정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968496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테스크의 입력 파일은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만들어 두고 내용을 바꾸지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이렇게 고정해야 조건 차이가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테스크 난이도 탓이 아니라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경험 기록 탓이라고 말할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159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· 같은 모델 · 같은 세 테스크 · 같은 작업 폴더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시도 후 notes/에 접근법·주의점을 남기고 다음 요청에서 참조(경험 기록 조건) vs 기록 없이 새로 시작(대조 조건)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번째 시도의 소요 시간 · 수정 횟수 · 테스트 통과까지의 시도 수 · 토큰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판정식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경험 기록 조건이 세 테스크 중 두 개 이상에서 시간·시도 수 모두 적으면 지지, 그 외에는 기각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폴더에서 세 테스크를 한 번씩 풀고 각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시간·시도 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기록합니다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폴더에는 notes/를 만들어 각 테스크의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접근법·만났던 오류·해결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 이내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적고 다음 요청에서 참조하라고 지시합니다.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폴더는 기록 없이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폴더를 새로 만들지 않은 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테스크를 다시 풀게 하고 같은 지표를 기록합니다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조건의 기록을 나란히 두고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판정식에 대입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보고와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테스크의 두 조건 기록을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남기고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판정식 결과(지지 또는 기각)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적습니다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기각되어도 실험은 실패가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테스크에서 기록이 도움되지 않았는지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다음 실험의 재료입니다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파일은 GitHub 저장소의 experiment-01.md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75179"/>
          <a:ext cx="11091672" cy="768096"/>
        </p:xfrm>
        <a:graphic>
          <a:graphicData uri="http://schemas.openxmlformats.org/drawingml/2006/table">
            <a:tbl>
              <a:tblPr/>
              <a:tblGrid>
                <a:gridCol w="110916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보고서에 차례로 적을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 → 배경 근거(등급 표기와 함께) → 설계 표 → 실행 기록 → 결과 표 → 판정 결과 → 다음 실험 계획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4895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4895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4895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자기 도구의 불편에서 출발할 때도 흐름은 같습니다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테스크를 fixture로 고정하고, 조작을 한 가지로 좁히고, 결과가 나오기 전에 판정식을 쓴다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항목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학습목표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소단원에서 대응하는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가설의 근거를 명확하게 파악할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근거자료를 적절하게 조사하고 근거 수준을 표기하였는가?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 — [학술]·[벤더]·[공식 문서] 등급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공정한 비교를 설계할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실험의 범위가 적절한가?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 — 고정·조작 하나·이중 측정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나의 불편을 가설로 바꿀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반증 가능한 가설인가?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1~2단계와 사전 판정식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05409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완벽하지 않아도 괜찮으니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고민해서 가설을 설계하고 실험해 보세요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환경의 실행 기록으로 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하네스 톺아보기 ⑪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2026-09-02T03:38:37Z</dcterms:created>
  <dcterms:modified xsi:type="dcterms:W3CDTF">2026-09-02T03:38:37Z</dcterms:modified>
</cp:coreProperties>
</file>