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1 · 아이펠 적용하기 · 코딩 0줄로 여는 첫날 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전문가만 가진 세 가지 비대칭 우위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위로가 아니라 구조로 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공통점은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비대칭(asymmetry)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비대칭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이란 한쪽이 가지면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쪽이 돈이나 시간으로 따라잡기 어려운 격차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말합니다. 코딩 실력은 학원 몇 달이면 따라붙을 수 있지만, 아래 셋은 그렇지 않습니다.</a:t>
            </a:r>
            <a:endParaRPr lang="en-US" sz="13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개발자의 출발점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전문가의 출발점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 진짜 문제를 알아본다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"어떤 AI 기능이 멋질까?"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"내 분야에서 가장 아픈 문제가 뭐였지?"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 결과의 옳고 그름을 판단한다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그럴듯하면 통과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그럴듯해도 어디가 틀렸는지 보인다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 사용자의 신뢰를 얻는다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"개발자가 만든 도구"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"같은 분야 사람이 만든 도구"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무기 — 진짜 문제를 알아본다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멋진 아이디어 ≠ 진짜 아픈 문제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세 가지 비대칭 우위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데모의 박수와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현장의 매일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다릅니다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멋진 아이디어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데모에서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받는다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진짜 문제를 푼 도구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쓰인다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분야에서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30분씩 잡아먹는데 아무도 손대지 않는 잡무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신입이 꼭 한 번씩 사고를 내는 지점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베테랑만 아는 '이건 이렇게 하면 안 된다'는 감각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것은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분야 안에 오래 있어야 보입니다.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외부 개발자는 이 목록을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만들 수 없습니다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그들에게는 '무엇이 아픈지'를 알려줄 사람이 따로 필요합니다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여러분은 그 목록을 이미 머릿속에 들고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"회의록 요약"인데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출발점이 다릅니다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개발자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"회의 녹음을 텍스트로 바꾸고 핵심을 요약하면 멋지겠다." 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요약기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만든다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분야 전문가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 회의에서 진짜 중요한 건 요약이 아니라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무엇을 언제까지 하기로 했는가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 요약은 그걸 자주 흘린다." 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결정·담당·기한만 뽑는 도구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만든다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두 번째가 현장에서 살아남습니다 — 차이를 만든 것은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실력이 아니라 무엇이 진짜 문제인지 아는 눈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무기가 왜 가장 강한가 — 판단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넉 달 내내 가장 자주 쓰게 될 무기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세 가지 비대칭 우위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그럴듯함과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정확함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다릅니다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AI의 답변은 대체로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그럴듯하게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나옵니다. 문법은 매끄럽고 어조에는 자신감이 넘칩니다. 문제는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그럴듯함과 정확함이 다르다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데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🌀 AI가 사실이 아닌 내용을 사실처럼 지어내는 현상을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환각(Hallucination)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이라고 부릅니다 — 이 환각을 잡아내려면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분야를 아는 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필요합니다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24887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쓰는 사람은 많지만,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답을 의심하며 쓰는 사람은 의외로 적습니다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🔍 판단해보세요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정책 안내문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신입이 AI에게 "고객 환불 정책 안내문을 써줘"라고 요청해 받은 답입니다.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"고객님께서는 구매일로부터 30일 이내 언제든 전액 환불이 가능하며,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별도의 사유 없이 즉시 처리됩니다. 추가 문의는 고객센터로 연락 주세요."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4375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64375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64375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문장은 매끄럽습니다. 그런데 실제 그 업무를 안다면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내보내면 안 되는 이유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한 가지 이상 보일 것입니다. 무엇일까요?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적어 보세요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검토 포인트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지뢰 세 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실제 정책과 다를 수 있음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"30일", "전액", "사유 없이"는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일반적인 값으로 채운 추측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실제 규정이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이거나,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개봉 시 환불 불가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수 있습니다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예외가 통째로 빠짐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변심 vs 제품 하자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상품 vs 실물 상품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도메인 전문가라면 곧바로 떠오르는 분기가 하나도 없습니다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표현의 무게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"즉시 처리됩니다"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단정은 분쟁이 생겼을 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회사를 묶습니다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73552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개발자는 이 답이 매끄러워서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통과시킵니다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도메인 전문가는 같은 답에서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지뢰를 봅니다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이 차이가 비대칭 우위입니다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번째 무기 — 신뢰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언어를 쓰는 사람에게 간다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세 가지 비대칭 우위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더 믿습니다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기능을 가진 도구가 두 개 있다고 합시다. 하나는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개발팀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만들었고, 하나는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분야에서 10년 일한 사람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만들었습니다.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후자는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용어를 정확히 쓰고, 예외 상황을 알고, "이건 이래서 위험하다"는 단서를 달아줍니다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아무리 정확해도 현장 사람이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"이게 우리 사정을 모르고 만든 것 같다"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느끼면 쓰지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반대로 같은 분야 사람이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"나도 이게 필요했다"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며 만든 도구는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약간 거칠어도 일단 써봅니다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 한 번의 사용 기회가 모든 차이를 만듭니다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3352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03352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303352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신뢰는 기능 명세서에 적히지 않습니다.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분야의 언어와 맥락을 공유하는 데서 나옵니다 — 이것 역시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코딩으로 살 수 없는 자산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자리가 사라질 것 같다"에 대하여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솔직하게 짚습니다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세 가지 비대칭 우위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대체하는 일은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분명히 있습니다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반복 작업, 정형화된 문서 작성, 규칙이 명확한 분류 — 이런 일은 줄어듭니다.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이걸 "괜찮아질 거예요"라고 덮지 않겠습니다.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줄어드는 일 (AI가 가져감)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남는 일 (사람이 결정)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초안 작성, 정형 문서 채우기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초안이 맞는지 판단하기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규칙이 명확한 분류·정리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규칙을 적용할지, 예외를 어떻게 둘지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검색·1차 요약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중요한 자료인지 고르기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51243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51243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51243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변하는 것은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"무엇을 직접 손으로 하느냐"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변하지 않는 것은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"무엇이 옳은지 결정하는 사람이 누구냐"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207383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열은 전부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지식이 있어야 할 수 있는 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AI가 왼쪽을 가져갈수록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오른쪽의 가치는 오히려 올라갑니다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'비대칭 우위'란 무슨 뜻인가?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한쪽이 가지면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쪽이 돈이나 시간으로 따라잡기 어려운 격차.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코딩은 몇 달이면 따라붙지만 세 무기는 그렇지 않다.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환불 안내문 사례에서 개발자와 도메인 전문가의 차이는?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개발자는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매끄러워서 통과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시키고, 도메인 전문가는 같은 답에서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(추측된 수치·빠진 예외·법적 단정)를 본다.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도구의 가장 큰 적은?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성능이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불신.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"우리 사정을 모르고 만든 것 같다"고 느끼면 쓰지 않는다.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AI가 초안을 가져갈수록 가치가 올라가는 일은?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초안이 맞는지 판단하기 · 어떤 규칙과 예외를 적용할지 정하기 · 무엇이 중요한 자료인지 고르기.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· 판단 · 신뢰 🛡️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0줄로 여는 첫날 ②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2026-08-27T22:40:34Z</dcterms:created>
  <dcterms:modified xsi:type="dcterms:W3CDTF">2026-08-27T22:40:34Z</dcterms:modified>
</cp:coreProperties>
</file>