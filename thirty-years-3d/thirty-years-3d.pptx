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강의 7 · 공간을 다루는 AI (⑥)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 해 동안 난 길들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10.6초가 나오기까지 · 공간을 다루는 일곱 갈래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갈래마다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물을 것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 막혔나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 풀었나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대신  내줬나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셋째가 제일 중요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공짜로 풀린 건 하나도 없어서, 무엇을 내주고 얻었는지를 알아야 그 길이 내 조건에 맞는지가 갈린다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일곱 갈래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SfM · MVS · SLAM · 복셀 · NeRF · 가우시안 스플래팅 · 피드포워드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갈래마다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어디서 돌아가고 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함께 짚는다 — 이름과 원리만 쥐면 막상 쓸 데를 만났을 때 그 이름이 안 떠오른다.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📷 SfM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카메라가 어디 있었는지부터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시차를 거리로 바꾸려면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사진이 각각 어디서 찍혔는지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필요한데, 카메라 위치도 사진에 안 적혀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사진마다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특징점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(모서리 등)을 뽑아 두 장씩 짝짓고, 짝이 모이면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연립방정식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계산이 낸 자리와 실제 찍힌 자리가 맞아떨어지도록 카메라·점 위치를 정한다(어긋남 합이 최소가 되게)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내준 것 = 시간.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200장으로 세 걸음 차례로 돌리면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나오는 점은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8천 개 남짓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(오늘은 24장에 10.6초, 320만 개). GPU가 붙어도 널리 쓰는 COLMAP 실행 파일은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CPU로만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되풀이 무늬는 틀린 짝이 그럴듯해 검사를 통과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안 나오는 것보다 잘못 나오는 게 알아채기 어렵다.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MVS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8천 개로는 방을 못 보여 준다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8천 개는 사진 한 장 화소 수에도 못 미친다(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짝이 확실한 곳에만 점이 선다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카메라 위치를 이제 아니, 한 화소를 골라 "2미터 앞이라 치면 옆 사진 어디?"를 계산해 가서 닮았나 확인. 후보 거리를 훑어 가장 잘 맞는 걸 깊이로 채택하고 모든 화소에 반복 →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해진다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내준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계산량이 화소×후보거리×이웃사진으로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곱으로 불어난다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닮았는지를 보는 방식이라 볼 게 없으면 무너진다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(흰 벽·유리·금속). 각도 따라 색이 변하는 표면은 두 사진에서 다른 색이라 닮았다 판정 불가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구면 조화로 담으려던 그 성질이 여기선 걸림돌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SLAM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찍고 푸는 걸로는 안 되는 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2694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위 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다 모아 놓고 한꺼번에 푼다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그런데 로봇 청소기는 다음 바퀴 전에, 머리에 쓰는 기기는 고개 돌리는 그 순간에 위치를 알아야 한다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당장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들어오는 장면마다 위치를 갱신하며 지도도 함께 키운다(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simultaneous localization and mapping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). 지도가 있어야 위치를 알고 위치를 알아야 지도를 그리는데, 둘 다 없이 시작해 서로를 밀어 올린다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7396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787396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787396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열쇠말 둘 — 대표 장면만 남기는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키프레임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한 바퀴 돌아 어긋남을 한 번에 당겨 맞추는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클로저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내준 것 = 지도가 성기다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(실시간 예산). 부딪히지 않기엔 충분해도 남에게 보여 줄 화면은 못 된다.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🧹 SLAM은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그리고 자주 틀리는 것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가까운 곳이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 청소기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SLAM이 없으면 방 안을 무작위로 돌아 바닥을 다 못 청소한다. 창고 로봇·배송 드론·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증강현실 기기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(폰이 특징점으로 제 위치를 아는 inside-out tracking)도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레이저로 직접 재는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라이다 SLAM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(정확)과 카메라 그림만 쓰는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시각적 SLAM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(싸고 색·무늬까지)으로 갈린다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11171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자율주행차는 SLAM의 예로 흔히 잘못 든다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양산 자율주행은 정밀지도(HD map)를 미리 만들어 넣고, 차는 그 위에서 위치만 찾는다 — SLAM의 M이 차 안에선 안 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80809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80809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80809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갈라 놓은 값어치 — 미리 만드는 지도는 시간 들여 다듬고 사람이 확인할 수 있고, 그러면 차 안엔 가벼운 계산만 남는다.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해야 하는 일인지를 먼저 묻는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여기서 가져갈 판단.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🧊 복셀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점을 격자에 담아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합성곱을 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점에는 이웃이 안 적혀 있다.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사진은 격자라 합성곱이 도는데, 점 무더기는 순서도 없고 개수도 제각각이고 옆이 누군지도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공간을 같은 크기 칸으로 잘라 점을 나눠 담는다. 칸이 되면 이웃이 정해져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3차원 합성곱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그대로 건다.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계산을 발명하지 않고 이미 잘 도는 계산을 걸 형태로 바꾼 것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1171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문제를 다르게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VoxelNet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칸의 점들을 특징으로 바꾸는 층 — 처음부터 끝까지 학습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SECOND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표면에만 얇게 붙어 대부분 빈 칸 → 빈 칸 건너뛰기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PointPillars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 하나를 접어 세로 기둥으로 눌러 2차원처럼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CenterPoint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상자 대신 중심점 하나로 — 방향 맞히는 골칫거리 제거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577715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577715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577715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내준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변 2배면 칸이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게다가 대부분 빈 칸. 요즘은 상자 대신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칸마다 무엇이 찼는지 채우는 점유 예측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(Occ3D·TPVFormer) — 종류를 몰라도 "저기가 비어 있지 않다"는 말할 수 있어서.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NeRF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표면이 있다는 전제가 안 통하는 것들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지금까지 갈래는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경계가 있다고 본다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(화소마다 거리 하나, 점을 삼각형으로, 칸이 찼나 비었나). 유리·머리카락·연기·커튼엔 그 면이 없어 한 화소에 앞뒤가 섞인다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장면을 작은 신경망에 외우게 하고, 광선을 따라 색·불투명도를 쌓아 화소를 만든다.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면을 정하는 일 자체를 안 하니 반투명이 자연스럽다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1171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11171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11171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내준 것 = 시간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그리고 시간표에 안 적히는 것 하나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방식도 카메라 위치는 스스로 못 푼다.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원 논문도 실제 장면은 COLMAP으로 얻는다 →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12분이 그대로 앞에 붙는다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🪄 가우시안 스플래팅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실시간이 됐고 조건 하나는 남았다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화소마다  신경망 호출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알갱이를  눌러 찍어 바르기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내준 것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  248바이트×수백만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615184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" y="2615184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" y="2615184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남은 조건이 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①장면마다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학습을 처음부터 다시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돌린다(방 하나 더 = 다시 몇십 분) ②이 방식도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앞단에 SfM이 있어야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한다(사진에서 얻은 점을 알갱이 출발점으로 삼는 게 논문의 첫째 장치, 그 점이 곧 SfM의 희소 점 무더기).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53110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53110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여러분이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217.5MB를 15.3MB로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줄이느라 한 걸음을 통째로 쓴 이유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피드포워드 복원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아예 학습시켜 버린 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앞의 남은 둘. 특히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흰 벽에서 SfM이 무너지면 뒤가 통째로 안 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첫 단추가 사진의 성질에 걸려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풀이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장면마다 새로 풀지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사진을 넣으면 곧바로 점이 나오게 미리 학습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되풀이 다듬는 고리가 없어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피드포워드</a:t>
            </a:r>
            <a:endParaRPr lang="en-US" sz="14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34946"/>
          <a:ext cx="11091672" cy="192024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DUSt3R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두 장 → 같은 좌표계 점 지도 두 장. 보정값·자세 입력 안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MASt3R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짝 맞추기를 2차원 아닌 3차원에서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VGGT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장을 한 번에 → 자세·깊이·점·추적을 함께(H100에 스무 장 0.31초)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MapAnything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여러분이 방금 쓴 것 — 사진만도, 아는 값과 함께도. 미터 단위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0149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30149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430149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내준 것 셋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①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적 있는 것에 기댄다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(계산이 아니라 기억이라, 흰 벽 깊이는 재서가 아니라 채운 값.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되찾은 것과 채워 넣은 것이 겉으론 구별 안 됨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②덩치(194초·4.91GB, 사진 늘리면 메모리에 먼저 걸림) ③조건이 저마다 다름(-apache 이야기).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🔭 두 길을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겹쳐 놓으면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오래 쓰인 길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→ 특징점 뽑기 → 짝 맞추기 → 자리 풀기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성긴 점 8천 개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조밀하게 → 장면마다 학습  200장에 12분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걸은 길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→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미리 학습해 둔 모델을 한 번 통과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조밀한 점 320만 개  24장에 10.6초 · 최대 메모리 6.74GB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6151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151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걸음이 줄어든 것이지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계산이 없어진 게 아니다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위쪽 세 상자가 아래쪽 상자 하나 안으로 접혀 들어갔다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7588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67588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67588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 것은 배수가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상자의 개수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찍은 것도 달라 두 시간을 배수로 말할 수 없다.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상자가 줄면 막힐 곳도 함께 준다.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📋 일곱 갈래를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072384"/>
        </p:xfrm>
        <a:graphic>
          <a:graphicData uri="http://schemas.openxmlformats.org/drawingml/2006/table">
            <a:tbl>
              <a:tblPr/>
              <a:tblGrid>
                <a:gridCol w="2772918"/>
                <a:gridCol w="2772918"/>
                <a:gridCol w="2772918"/>
                <a:gridCol w="2772918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갈래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푼 문제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치른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SfM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카메라가 어디 있었나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매끈한 면·되풀이 무늬에 무너짐. 200장 12분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사진측량, 아래 둘의 앞단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MVS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성긴 점을 조밀하게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계산량 곱으로. 볼 무늬·색 변화에 약함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사진측량의 형태 얻기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움직이며 그 순간에 위치+지도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예산에 지도가 성김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로봇청소기·창고·드론·AR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점을 격자에 담아 3D 합성곱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변 2배면 8배, 대부분 빈 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자율주행 라이다·의료 영상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NeRF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표면 없는 것·반투명·새 각도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느림, 카메라 위치는 SfM에서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공간 통째로 돌려 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가우시안 스플래팅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그리기를 GPU가 잘하는 일로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큼, 장면마다 학습, 앞단 SfM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매물·상품, 폰 스캔 기본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피드포워드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미리 배워 한 번 통과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것에 기댐, 가중치 무거움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걸음들을 한 모델로. 오늘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새 이름을 만나면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물을 것 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막혀서 나온 것인가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앞엣것이 못 하던 일을 찾으면 어디에 강한지가 저절로 나온다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내주고 풀었나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새것이 모든 면에서 이기는 경우는 드물다. 이 값을 못 치르는 조건이면 옛길이 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속도는 어느 기계에서 잰 값인가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대목에서만 A6000·H100·T4 셋이 나왔다. 조건 안 밝힌 속도는 자기 계획에 못 넣는다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7355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계속 바뀌고,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남는 것은 표를 읽는 방법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가져갈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물을 것 셋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막힘 · 풀이 · 내준 것 — 셋째가 그 길이 내 조건에 맞는지를 가른다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SfM·MVS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카메라 위치 되찾기 + 조밀하게. 매끈한 면·되풀이 무늬에 무너진다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동시에 해야 하나를 먼저 묻는다 — 자율주행은 지도를 미리 만든다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점을 격자에 담아 이미 잘 도는 계산을 건다. 속을 물을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NeRF→스플랫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반투명이 자연스럽다 → 실시간. 둘 다 앞단 SfM이 필요했다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피드포워드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상자를 하나로 접었다 — 대신 본 것에 기대고 무겁다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새 방식을 만날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물을 것 셋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 왜 셋째가 제일 중요한가?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SfM과 MVS는 각각 무엇을 하며,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공통으로 무너지는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조건은?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자율주행차가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SLAM의 예로 잘못 드는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피드포워드 복원이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내준 것 셋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중, "되찾은 것과 채운 것이 구별 안 된다"는 무슨 뜻인가?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속도 주장을 볼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확인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것은? (A6000·H100·T4)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막혔나 · 어떻게 풀었나 · 무엇을 대신 내줬나.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공짜로 풀린 건 없어서, 내준 것을 알아야 그 길이 내 조건에 맞는지가 갈린다.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SfM은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위치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되찾고, MVS는 성긴 점을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조밀하게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만든다. 둘 다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매끈한 단색 면·되풀이 무늬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(볼 무늬가 없는 곳)에서 무너진다.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양산 자율주행은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정밀지도(HD map)를 미리 만들어 넣고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차는 그 위에서 위치만 찾는다 — 지도 만들기(M)가 차 안에선 안 돈다.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 맞히는 게 계산이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이라, 흰 벽 깊이는 재서가 아니라 "이런 장면은 대개 이렇더라"로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채운 값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겉으론 되찾은 값과 구별이 안 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기계에서 잰 값인가.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A6000·H100은 노트북에 없는 카드라, 조건을 안 밝힌 속도는 자기 계획에 넣을 수 없다.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 해가 한 상자로 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서른 해 동안 난 길들 — 일곱 갈래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2026-08-13T12:31:33Z</dcterms:created>
  <dcterms:modified xsi:type="dcterms:W3CDTF">2026-08-13T12:31:33Z</dcterms:modified>
</cp:coreProperties>
</file>