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(5)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트랜스포머가 세상을 먹다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 · 스케일링 · 정렬, 그리고 언어 밖으로의 정복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안  세 번의 도약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 (SFT·RLHF·DPO)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밖  정복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(BERT·GPT)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(멱법칙·인컨텍스트 러닝) 세 도약의 첫 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똑똑하지만 말귀 못 알아듣던 모델을 사람 곁으로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 언어를 떠나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이미지·소리·로봇·단백질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정복한 이야기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활용가인 우리에게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반가운 소식인지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자를 수 있으면 무엇이든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트랜스포머가 삼킨다. 구조 하나를 알면 나머지가 읽힌다.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⏪ 30초 복습 — 2017의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어텐션만으로 문장을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바라보고, 그 덕에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학습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가능한 구조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그때는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번역기 한 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지나지 않았다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몇 해 만에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챗봇·코드·에이전트의 뼈대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됐다 — 그 사이 무슨 일이?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언어 안에서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번의 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인터넷을 삼킨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키웠더니 능력이 솟은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사람 곁으로 데려온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안, 세 번의 도약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사전학습으로 삼키고, 스케일로 창발하고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BERT·GPT · 스케일링 · 인컨텍스트 러닝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🍴 사전학습의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BERT (2018) · 인코더만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문장의 단어 일부를 가리고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앞뒤 문맥을 모두 보고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빈칸 맞히기 =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마스크 LM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의미를 깊이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분류·검색에 강함.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GPT 계열 · 디코더만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오직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 하나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예측. 앞 문맥 → 다음 단어 확률 → 뽑아 이어 붙이고 반복. 글을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자연스러움.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규모 텍스트로 언어 통계를 크게 익혀 두고(사전학습)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과제마다 적은 데이터로 손보는(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흐름을 공유했다 — 곧 이 당연함이 무너진다.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키웠더니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법칙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계열은 구조를 바꾸는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더 키웠다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GPT-2(2019)는 15억 개, 파인튜닝 없이도 그럴듯한 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"얼마나 키우면 얼마나 좋아지나?" → 모델·데이터·계산량을 키우며 재 보니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(틀린 정도)이 뚝 떨어지는 게 아니라, 자원을 몇 배 할 때마다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비율로 매끈하게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감소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멱법칙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GPT-2 · 2019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15억 · 손실 높음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GPT-3 · 2020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1,750억 · 손실 낮음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향상이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요행이 아니라, 자원을 부으면 예측 가능하게 따라오는 공학의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보인 것. (Scaling Laws, arXiv:2001.08361)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멱법칙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식으로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∝ N−α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L=손실 · N=파라미터 수 · ∝=비례 · α=감소 기울기(작은 양수)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8828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앞의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마이너스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N이 커질수록 손실이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내려간다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양·계산량에도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모양의 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성립 — 일부 추세는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자릿수 범위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에서도 안 흐트러짐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관찰: 큰 모델일수록 같은 데이터에서 더 많이 뽑아낸다 → 예산이 정해지면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 오래보다 큰 모델을 비교적 적은 데이터로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49186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9186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9186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요컨대 규모↑ → 손실↓가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자로 잰 듯 예측된다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것이 스케일링 법칙의 핵심입니다.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GPT-3와 솟아난 능력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2020년 GPT-3는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1,750억 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놀라운 건 낮은 손실이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안 가르친 능력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솟은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가중치를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하나도 안 바꾸고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입력 창에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몇 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적어 새 과제 수행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"영어→프랑스어" 예시 두세 쌍을 보여 준 뒤 새 문장을 던지면,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 패턴을 흉내 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 (= 퓨샷)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 이제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훈련의 대상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적어 넣는 지시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되었다다시 학습시키는 대신 말로 시키는 시대 — 지금 우리가 프롬프트를 쓰는 방식의 뿌리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똑똑하지만 말귀를 못 알아듣던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 잇기 ≠ 사람이 원하는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· SFT · RLHF · DPO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🙉 "다음에 올 법한" ≠ "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원하는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사전학습만 마친 모델에게 프랑스의 수도를 알려 줘 → 답을 아는데도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"이탈리아의 수도도 알려 줘"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질문을 이어 쓴다.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인터넷엔 질문 뒤 질문이 이어지는 텍스트가 널려, 그것이 통계적으로 그럴듯한 다음 토큰이었으니까.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0505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따르도록·정직하게·해로운 요청을 거절하도록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만들어진 적이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= 트랜스포머가 매 순간 내놓는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 확률 분포를 원하는 쪽으로 미는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68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68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168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등장 — 정답을 알려 주는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행동에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보상을 좇는 주체(정책)가 바로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 언어 모델 자신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구조를 아는 지금이라야 "무엇을 어디로 미는지"가 말이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첫 손질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지시학습(SFT)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 + 모범 답안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쌍을 여럿 써 두고, 그 답안이 나올 확률이 커지도록 미세조정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— 이 단계는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지식을 심지 않는다.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"파리가 프랑스 수도"는 이미 사전학습에 들어 있음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SFT가 바꾸는 건 지식을 꺼내는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행동의 양식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질문에 질문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오면 수행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하라는 대화의 매너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SFT만으로도 눈에 띄게 쓸 만해진다.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모범 답안은 양이 한정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적이고, "무엇이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답인가"는 답 하나를 베껴선 전해지지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사람 선호로 다듬다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RLHF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질문에 모델이 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답을 사람에게 보여 주고 어느 쪽이 나은지 고르게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점수는 어려워도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나은 쪽 고르기는 쉽다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사람 판단의 결을 이용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모은 비교로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(심판)을 학습 → 그 점수가 높아지는 쪽으로 토큰 분포를 이동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KL 제약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손질 전 모델에서 멀어진 만큼 벌점, 심판 허점 파고드는 폭주 방지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1541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GPT-3에 적용한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InstructGPT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130배 작은 13억 모델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답을  1,750억 원본보다 사람들이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선호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100배를 정렬 하나가 뒤집었다 — ChatGPT의 바탕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SFT·RLHF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목적함수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πθ = 우리가 훈련하는 모델(정책) · σ = 실수를 0~1로 누름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SFT : L = − E [ log πθ(y | x) ] ← 모범답안 확률 최대(최대우도)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88286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보상모델 : L = − E [ log σ( r(x,yw) − r(x,yl) ) 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46629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: max E[ r(x,y) ] − β·KL( πθ ‖ πref 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04972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보상모델 — 이긴 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yw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점수가 진 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클수록 손실↓ (사람이 고른 쪽에 높은 점수)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— 앞항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높이기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뒷항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πref에서 멀어진 만큼 벌점(KL 고삐)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β가 고삐 세기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조금씩만 움직여 학습이 안 무너지게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보상 모델을 지우고 곧장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(2023)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RLHF는 강력하지만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무겁다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보상 모델 따로 학습 + 불안정한 RL + 훈련 내내 답 생성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DPO의 질문: 목표가 선호에 맞는 정책이라면,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모델·RL을 건너뛰고 선호 쌍에서 곧장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KL 고삐 걸린 보상 최대화를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위에서 풀어 뒤집으면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보상이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자신의 확률 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바뀐다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보상 모델이 통째로 사라지고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이긴 답 확률↑ 진 답 확률↓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분류 손실 하나만 남는다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RLHF와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목표를 지도학습 한 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겨냥 → 단순·안정. 이후 여러 오픈 모델이 채택. (DPO, arXiv:2305.18290)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보상 모델이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KL 제약 보상 최대화는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형태의 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(종이 위 수식 하나로 딱 떨어짐)로 적힌다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해를 뒤집으면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= 정렬 정책과 기준 정책의 확률 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즉 r = β·log( πθ / πref 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선호 비교 식에 대입하면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 r이 통째로 소거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 다음만 남는다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75179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LDPO = − E [ log σ( β·log πθ(yw)/πref(yw) − β·log πθ(yl)/πref(yl) ) 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일은 직관적 — 고른 답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yw 확률은 기준 대비 올리고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진 답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yl 확률은 내린다.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β·πref가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KL 고삐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그대로 이어받아 원래 능력에서 못 벗어나게 잡아 준다.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정렬의 정체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태도를 조각한다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파라미터의 무엇이 바뀌나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텍스트의 다음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 지식 + 언어의 통계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막대한 계산량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지시학습(SFT)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쓴 모범 답안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지식을 꺼내는 행동 양식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모범 답안 작성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강화학습(RLHF)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답들 사이 사람 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선호하는 쪽으로 분포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모델·불안정 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최적화(DPO)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답들 사이 사람 선호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RLHF와 같으나 절차만 단순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데이터 품질 의존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354787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384048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지식을 쌓다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02024" y="343814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7784" y="343814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22648" y="354787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지시학습 SFT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40936" y="384048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가르치다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21168" y="3438144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186928" y="3438144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41792" y="3547872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 정렬 RLHF·DPO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60080" y="3840480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가치를 입히다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6817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46817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46817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대체로 사전학습에서 정해지고, 정렬은 그 아는 것을 어떻게 말하고 행동할지를 바꾼다.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울타리를 넘다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자를 수 있으면 무엇이든 삼킨다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 · Whisper · DiT · AlphaFold · RT-2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넘어간 이유는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허무할 만큼 단순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어텐션은 애초에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언어에 대한 계산이 아니었다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 = 여러 조각이 서로를 둘러보며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얼마나 참고할지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정하는 것뿐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조각이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단어여야 한다는 조건은 어디에도 없었다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조각으로 잘라 한 줄로 세울 수만 있다면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픽셀이든 소리든 로봇의 관절 각도든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똑같이 삼킨다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줄이 열쇠였고, 열쇠를 쥔 사람들이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분야마다 문을 열고 들어갔다.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🏴 정복의 현장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구조를 걷어내다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오래된 왕좌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트랜스포머로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 — 필터로 국소 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 — 이미지를 16×16 패치로 잘라 단어처럼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음향모델+발음사전+LM 조립품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— 스펙트로그램 조각을 토큰 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 함수 기반 정책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 Transformer — 궤적을 시퀀스로, 다음 행동=다음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확산 모델의 U-Net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DiT — 잠재 패치를 토큰으로, 스케일링 성질까지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생물학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서열→구조 예측 난제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AlphaFold — 아미노산을 어텐션으로 참고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제어 이론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RT-2 — 로봇 동작을 글자 토큰으로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875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3875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3875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소리는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스펙트로그램 조각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이, 행동 기록은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궤적 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깊이 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왜 데이터를 그렇게 먹었나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— 공짜 전제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구조 자체에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"가까운 픽셀은 관련 있다"·"같은 무늬는 어디 있든 같다"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이미 박혀 있음. 학습이 아니라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설계로 얻은 지식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 — 전제 없음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패치가 모든 패치를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평등하게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둘러봄.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이웃이 특별하다는 사실마저 데이터에서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배워야 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데이터가 적을 땐 CNN에 밀렸고,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3억 장 규모로 사전학습한 뒤에야 앞섰다.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공짜 전제를 버린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전제에 갇히지 않는 자유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얻은 거래 — 데이터 흔한 시대엔 남는 장사.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공식은 어디서나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같았다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구조를  걷어내고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대상을 조각으로  자르고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조각들이 서로를  참고하게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활용가인 우리에게 반가운 소식 — 분야마다 따로 있던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입장권이 하나로 합쳐졌다.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 하나를 제대로 알면 나머지가 대체로 읽힌다.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모델이 뉴스에 뜨면 두 질문으로 자리 잡기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토큰으로 잘랐나"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무엇을 참고하나"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비용도 같은 잣대 — 어텐션은 조각 비교 계산이라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"조각이 몇 개인가"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어디서든 속도·요금·한계를 가른다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여기까지의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사전학습은 무엇을 남기나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토큰 예측만으로 세계 지식·언어 통계를 파라미터에 쌓는다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스케일은 무엇을 바꿨나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멱법칙으로 성능↑, 파인튜닝 대신 프롬프트로 시키는 인컨텍스트 러닝 창발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정렬은 무엇을 바꾸나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지식이 아니라 행동·선호. SFT가 매너를, RLHF·DPO가 가치를 입힌다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언어 밖으로 번졌나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어텐션은 조각들이 서로를 참고하는 계산 — 토큰으로 자를 수 있으면 무엇이든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활용가에게 무엇이 남나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하나를 알면 시각·음성·생성 모델까지 같은 눈으로 읽고 같은 잣대로 비용을 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다음 토큰 예측만으로 지식·언어 통계를 쌓는다. BERT=이해, GPT=생성.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법칙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(멱법칙)으로 성능이 예측 가능하게 오르고, GPT-3에서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창발 → 프롬프트 시대.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지식이 아니라 태도 — SFT(매너) → RLHF/DPO(선호). "아는 건 사전학습, 태도는 정렬."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조각들이 서로를 참고하는 계산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→ ViT·Whisper·DiT·AlphaFold·RT-2로 언어 밖 정복.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활용가는 두 질문으로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토큰으로 잘랐나 · 무엇이 무엇을 참고하나"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비용은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BERT와 GPT는 트랜스포머의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떼어 냈고, 각각 무엇에 강한가?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법칙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GPT-3에서 창발한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인컨텍스트 러닝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바꾼 워크플로는?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사전학습만 한 모델이 지시를 안 따르는 이유와,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바꾸는 것은?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RLHF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DPO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차이는? DPO는 무엇을 지웠나?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밖으로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번질 수 있었던 이유를 한 문장으로.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=인코더만(양방향 마스크 LM)→이해·분류·검색.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=디코더만(다음 토큰 예측)→생성.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규모↑→손실↓가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멱법칙으로 예측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인컨텍스트 러닝으로 과제가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대상 → 프롬프트 지시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바뀜(다시 학습 대신 말로 시키기).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목표가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"다음에 올 법한 토큰"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뿐이라 지시·정직·거절을 배운 적 없음. 정렬은 지식이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행동·선호(태도)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바꾼다.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RLHF=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모델+불안정한 RL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선호 반영. DPO=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모델·RL을 지우고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선호 쌍에서 곧장 최적화(지도학습 1회). 단순·안정.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조각들이 서로를 참고하는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뿐, 조각이 단어일 필요가 없어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자를 수 있으면 무엇이든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삼킨다.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구조가 세상을 먹다 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트랜스포머가 세상을 먹다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2026-08-01T10:51:32Z</dcterms:created>
  <dcterms:modified xsi:type="dcterms:W3CDTF">2026-08-01T10:51:32Z</dcterms:modified>
</cp:coreProperties>
</file>