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컨텍스트 엔지니어링 · ⑧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캐싱과 비용의 경제학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판정 뒤에 남는 반복 — 적중률은 품질 점수가 아니다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캐싱과 단가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앞부분과 세 블록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적중률 ≠ 품질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캐싱·프리픽스 캐싱의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cache read·write·일반 입력의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단가 구분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앞부분만 재사용된다는 원리에서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공통·가변·개별 세 블록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배치를 세운다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적중률은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지표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맥락 품질은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지표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둘은 서로를 증명하지 않는다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판정은 도장이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절차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비교는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작게 시작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기록으로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읽힐지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싸게 반복할지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같은 질문이 아니다.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캐싱이란 무엇이고, 값은 어떻게 매겨지나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"입력이 길다" 한 문장으로는 실제 비용을 설명할 수 없다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78708" y="5486400"/>
            <a:ext cx="543153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78708" y="5486400"/>
            <a:ext cx="5431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캐싱 · 프리픽스 캐싱 · cache read/write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💾 캐싱과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프리픽스 캐싱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캐싱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처리한 내용을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계산하지 않고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저장한 결과로 재사용하는 기술.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프리픽스 캐싱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7143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요청의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앞부분(prefix)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이전 요청과 충분히 같을 때 이미 처리한 입력을 재사용. 긴 시스템 지침·도구 정의·공통 정책 문서를 매번 처음부터 처리하지 않아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지연·비용↓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캐시는 모델이 문맥을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잘 이해하게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만드는 기능이 아니다 — 같은 텍스트를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싸고 빠르게 다시 읽게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할 뿐이다.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💰 단가는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입력과 같지 않다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무엇인가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단가 감각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cache read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 만들어진 캐시를 읽는 비용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입력 단가의 ≈10% 수준 — 훨씬 낮음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cache write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캐시를 처음 만드는 비용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입력보다 약간 비쌀 수 있음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입력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캐시 없이 매번 처리하는 토큰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단가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수치는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모델·리전·계약·TTL(캐시 유효 시간)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따라 달라지는 예시(2026-08 Anthropic 공식 가격 문서 기준). 운영비 계산 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API 문서 재확인.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📈 캐시 친화 배치의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손익계산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8A83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호출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고정부 </a:t>
            </a:r>
            <a:pPr algn="ctr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cache write</a:t>
            </a:r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(비용 발생)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2220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이어지는 호출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50508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앞부분 </a:t>
            </a:r>
            <a:pPr algn="ctr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cache read</a:t>
            </a:r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낮은 단가 누적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고정부를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앞에 안정적으로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두고 질문별 자료를 뒤에 붙이는 배치는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 횟수가 늘수록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비용 감각을 바꾼다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번만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하는 대화라면 읽을 호출이 안 따라와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 비용만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남는다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문서를 길게 둔다는 사실만으로 절감이라 판단 말고,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호출 수와 실제 적중률을 함께 계산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앞부분이 같아야 재사용된다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부분과 새로 검증할 부분을 섞지 않는다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54780" y="5486400"/>
            <a:ext cx="427939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54780" y="5486400"/>
            <a:ext cx="4279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프리픽스 · 세 블록 · 배치 vs 캐시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🧵 프리픽스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 재사용이 끊기나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요청이 같은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지침·도구 정의·검증된 정책집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시작하고 뒤에 서로 다른 질문을 붙이면, 제공자가 정한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길이·유효 시간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안에서 앞부분 처리를 재사용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날짜·주문번호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달라지는 값을 끼워 넣으면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지점 뒤 토큰열은 더 이상 같은 프리픽스가 아니다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뒤쪽까지 재사용된다고 기대 못 함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2344674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지침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637282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같음 → 재사용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02024" y="2234946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67784" y="2234946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22648" y="2344674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가변 값 삽입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40936" y="2637282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끊김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821168" y="2234946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86928" y="2234946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8A83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1792" y="2344674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토큰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60080" y="2637282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 기대 X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🧱 입력을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블록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공통(고정)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버전·소유자가 분명하고 갱신 절차가 있는 공통 지침·제한된 도구 정의·검토 마친 정책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가변(근거)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해당 요청에서만 필요한 검색 발췌·최신 예외처럼 가변적이지만 답의 근거가 되는 자료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개별(요청)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사용자의 질문·주문 번호처럼 개별 요청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제공자의 내부 구현을 보장하는 공식이 아니라,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부분과 새로 검증할 부분을 섞지 않기 위한 설계 가설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🎧 고객 지원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배치와 캐시가 충돌할 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152144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어느 블록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반품 기본 규칙·답변 형식·도구 사용 제한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공통(고정)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검토·버전 확인 뒤 앞 블록에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주문별 배송 기록·오늘 철회된 예외·방금 올린 첨부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가변/개별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 호출 새로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67004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267004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267004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질문에 필요한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예외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질문 가까이 두는 편이 근거 활용엔 낫지만, 그 예외가 매번 달라지면 긴 공통 문서와 함께 캐시될 거라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금지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적중률은 품질 점수가 아니다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판정은 도장이 아니라 반복하는 절차다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90772" y="5486400"/>
            <a:ext cx="440740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90772" y="5486400"/>
            <a:ext cx="4407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지표 vs 판단 지표 · VIP 반례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📐 두 지표를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가른다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적중률</a:t>
            </a:r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비용 지표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앞부분이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얼마나 자주 반복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되었는지 보여 준다.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 품질</a:t>
            </a:r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판단 지표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앞부분이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질문에 관련 있는지·최신인지·출처와 권한이 적절한지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보여 준다.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386584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높은 적중률과 좋은 답은 함께 나타날 수 있지만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한쪽이 다른 쪽을 증명하지 않는다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친화 배치 = 신뢰된 고정 맥락을 반복 재사용하도록 배열하는 일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반례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VIP 목록을 고정하면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적중률을 높이려 지난 분기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VIP 고객 목록·담당자 연락처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공통 프리픽스에 넣어 모든 상담에 상시 로드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목록은 길고 거의 안 변해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캐시는 잘 맞음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그러나 퇴사한 담당자 번호·등급 바뀐 고객이 남아 있음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현재 주문과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무관한 개인정보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계속 읽음 → 비용은 줄어도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최신성↓ · 노출 범위↑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심하면 오래된 VIP 예외를 근거로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할인·우선 처리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잘못 안내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적중을 위해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오래됐거나 민감한 정보를 고정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최적화는 맥락 품질과 보안을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동시에 해친다.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🔁 신뢰 판정은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반복하는 절차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자료에도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버전·출처·갱신 시점·소유자·폐기 조건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권한이 만료됐거나 출처를 재확인 못 하면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효율이 좋아도 고정 블록에서 뺀다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잦은 정보는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이득과 최신성 손실을 함께 비교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75179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판정은 캐시 생성 전 한 번 찍고 끝나는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도장이 아니다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자료가 바뀌거나 유효 시간이 지나면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수행하는 절차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🧪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작게 시작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비용과 신뢰를 함께 검증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정책 블록 하나 + 두세 대표 질문으로 세 조건을 비교한다.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936623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936623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1829943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45639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552319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552319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445639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예외를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블록에 섞음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061335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316801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316801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3061335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예외를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가변 블록에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31895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731895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3731895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조건에서 캐시 사용량뿐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답이 최신 예외를 인용했는지·필요 없는 고객 정보를 언급했는지·정책 버전이 맞았는지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대조한다.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4문장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캐시는 이해력이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텍스트를 더 싸고 빠르게 다시 읽는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기능이다.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cache read(≈10%)·cache write·일반 입력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구분해야 비용을 설명할 수 있고, 절감은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 횟수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정한다.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앞부분만 재사용되므로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공통·가변·개별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 블록으로 나눠 배치한다.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적중률(비용) ≠ 맥락 품질(판단)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신뢰 판정은 반복 절차이고, 비교는 작게 시작해 기록으로.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프리픽스 캐싱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무엇을 재사용하며, 캐시는 모델의 무엇을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바꾸지 못하는가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cache read·cache write·일반 입력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단가 감각은 각각 어떠한가?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입력을 나누는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블록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무엇이며, 왜 나누는가?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적중률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 품질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각각 어떤 종류의 지표인가?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VIP 목록 반례에서 캐시 적중을 높이려는 최적화가 무엇을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해쳤는가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요청의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앞부분(prefix)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이전과 충분히 같을 때 이미 처리한 입력을 재사용. 캐시는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이해력을 높이지 못하고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같은 텍스트를 더 싸고 빠르게 다시 읽게 할 뿐.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cache read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≈ 일반 입력의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10% 수준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cache write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일반 입력보다 약간 비쌀 수 있음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입력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기준 단가(모델·리전·계약·TTL에 따라 달라지는 예시).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공통(검토된 고정 지침·정책)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가변(요청별 근거 자료)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개별(질문·주문번호)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공통과 새로 검증할 부분을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섞지 않기 위해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적중률 = 비용 지표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(앞부분이 얼마나 반복됐나)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 품질 = 판단 지표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(관련·최신·출처·권한). 한쪽이 다른 쪽을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증명하지 않는다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비용은 줄었으나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최신성↓·노출 범위↑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오래됐거나 민감한 정보를 고정해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 품질과 보안을 동시에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해쳤다.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싸게 반복하기 전에, 신뢰부터 💾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캐싱과 비용의 경제학 — 여기까지 · 다음: 컨텍스트 엔지니어링의 원칙과 마무리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2026-08-26T08:14:44Z</dcterms:created>
  <dcterms:modified xsi:type="dcterms:W3CDTF">2026-08-26T08:14:44Z</dcterms:modified>
</cp:coreProperties>
</file>