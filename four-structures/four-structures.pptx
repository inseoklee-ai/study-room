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구조와 맞는 과업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인원수가 아니라 연결된 책임입니다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"여러 명"이라는 말이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 주지 않는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일을 나누고 누가 다음 행동을 정하는지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말해 주지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수의 워커도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방식에 따라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조사 · 대기 · 잘못된 인계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다른 실패를 만듭니다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구조를 고를 때 먼저 확인할 두 가지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어디로 모이는지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결과를 누가 되돌리는지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경로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허브형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소통이 리드를 경유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오케스트레이터-워커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팬아웃·합성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여기 속하며, 리드가 일을 나누고 결과를 받거나 합성합니다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🟣 직접형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에이전트끼리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제어권을 바로 주고받습니다.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비평-수정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 속하며, 비평자는 초안 작성자에게 의견을 돌려주고 앞 담당은 다음 담당에게 맥락을 넘깁니다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도식에서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화살표는 제어권 또는 위임의 방향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화살표는 탐색 결과나 검토 결과가 모이는 방향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허브형 두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오케스트레이터-워커 · 팬아웃·합성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가지 구조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오케스트레이터-워커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나누고 합칩니다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전략을 세우고 과업을 위임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워커는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병렬로 탐색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리드는 결과를 받아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Anthropic은 이 구조를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orchestrator-worker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과업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조사 질문이 여럿인 열린 과업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위임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워커가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범위를 찾거나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결과만 전달하고 근거를 남기지 않을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의존성이 큰 과업에서 워커를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늦게 끝나는 워커 때문에 전체가 기다립니다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위험을 낮추는 방법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출력 포맷 · 도구·출처 지침 · 과업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적습니다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팬아웃·합성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결과를 모아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출발점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여러 워커가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조사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 리드가 결과를 비교해 합칩니다. 팬아웃은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여러 갈래로 펼친다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과업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수집과 관점 비교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결과를 기다리지 않고 시작할 수 있는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독립성만 믿고 결과를 그대로 이어 붙이는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서로 다른 결과가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근거를 반복하거나 중요한 관점 하나를 빠뜨릴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있습니다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328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9328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리드가 확인할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수보다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얼마나 겹치는지, 어떤 관점이 비어 있는지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직접형 두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비평-수정 · 인계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가지 구조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비평-수정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비평을 되돌립니다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비평이 문제를 찾아  작성자에게 돌려줌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과업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 점검이나 설계안 검토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결과의 약점을 찾아야 하는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답을 많이 만드는 역할이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초안의 근거, 누락, 과도한 일반화를 점검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역할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비평과 수정이 끝없이 반복되는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항목과 되돌릴 횟수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정하지 않으면 결론을 늦출 수 있습니다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 결과가 초안보다 항상 더 정확하다고 해석해서도 안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제어권을 넘깁니다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담당이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담당에게 제어권을 넘깁니다.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문의의 성격에 따라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전문 역할로 대화를 이어 가야 하는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과업에 맞습니다.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담당은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확인한 사실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답하지 못한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받아야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인계와 반복 인계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인계 기준이 흐리면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설명을 다시 묻게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조건에서 넘기고 어떤 조건에서 앞 담당에게 되돌릴지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패턴-과업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소통 경로와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맞는 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오케스트레이터-워커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허브형: 리드가 전략·위임·합성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조사가 여럿인 열린 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조사와 대기 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팬아웃·합성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허브형: 독립 워커 결과를 리드가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수집과 관점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반복과 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비평-수정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직접형: 작성자와 비평자가 의견을 주고받음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반례 점검과 설계안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끝없는 되돌림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직접형: 앞 담당이 다음 담당에게 제어권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전환이 필요한 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인계와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워커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두 워커의 결과를 합성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비평이 결과를 검토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소단원부터 이 구조로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과업을 비교 실험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보기 — 소유자가 다른 에이전트끼리, A2A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실습에서는 만들지 않는 개념 지도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가지 구조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환경 안과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같은 실행 환경 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도구를 쓸 수 있는지, 결과를 어디에 남길지 이미 알고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있었기에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호출과 정해진 메시지 포맷만으로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협업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소유자·프레임워크가 다른 외부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주소로 요청하는지, 상대가 어떤 일을 받을 수 있는지, 일이 끝났는지, 결과물은 어디 있는지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합의되지 않으면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"검토를 맡긴다"는 문장만으로는 연결할 수 없습니다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(Agent2Agent Protocol) — 서로 다른 프레임워크나 공급자가 만든 에이전트 애플리케이션 사이의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통신과 상호운용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목표로 하는 공개 프로토콜.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Google이 2025년 4월 발표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공식 문서는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Foundation 산하 컨소시엄으로 이관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 TSC가 유지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 에이전트가 Agent Card라는 JSON 문서로 이름·접근 URL·인증 방식·수행 가능 기능을 선언. 카드는 이력서에 가깝고, 실제 권한과 품질 검증은 별도로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의뢰하는 쪽이 task를 보내고 requested(submitted)·working·완료·실패 상태를 추적. 오래 걸리는 일은 한 번의 응답으로 끝나지 않으므로 상태 조회가 연결의 일부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문장 대신 파일과 구조화 데이터를 담는 artifact로 반환 — "완료"라는 상태와 "무엇이 만들어졌는가"를 구분하는 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Card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{"name":"curriculum-review-agent",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"description":"교안 초안의 사실 인용과 표현 위험을 검토한다",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"url":"https://example.org/a2a",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"skills":[{"id":"citation-review","name":"인용 검토",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"description":"출처와 주장 연결을 점검한다"}]}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575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한 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선언이 아니라 기능 선언의 초안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기능마다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범위 · 반환 artifact · 사람이 승인해야 할 지점 · 허용하지 않는 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덧붙이면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"연결할 수 있는 agent"와 "맡겨도 되는 agent"를 구분하는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시작됩니다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실습과의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claude-agent-sdk 0.2.151에서 options.agents의 AgentDefinition은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워커에 프롬프트·도구·모델을 맡기는 정의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워커는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결과를 리드에게 돌려주고 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SDK 버전에서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서브에이전트끼리 직접 소통하는 방법은 공개 인터페이스로 제공되지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 실습의 모든 소통은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리드를 경유하는 허브형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 기록에는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세션의 백그라운드 서브에이전트가 보낸 메시지를 구분하는 정보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남습니다. Claude Code 에이전트 팀 실험 기능과 이어지는 흔적이지만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메시지를 보내는 공개 호출은 이 버전에 없고 안정적인 기능도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2762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2762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2762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도입 판단은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"A2A를 지원하는가"가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과업에 독립된 외부 에이전트가 실제로 있는가"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고를 때 먼저 확인할 두 가지는?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어디로 모이는지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결과를 누가 되돌리는지.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팬아웃·합성에서 리드가 볼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결과의 수가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얼마나 겹치는지, 어떤 관점이 비어 있는지.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 Card는 무엇을 보장하나?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보장하지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이력서에 가까운 기능 선언이며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권한과 품질 검증은 별도.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인원수가 아니라 연결된 책임 🔗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