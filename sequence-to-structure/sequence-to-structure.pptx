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(④⑤)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서열을 읽고, 짓는다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유전체 · 단백질 구조 예측과 설계 · 세포 영상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세 방향과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실습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서열을 읽는다  유전체·구조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짓기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뒤집어  없던 걸 짓는다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받고·설계  세포도 센다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밑바탕은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남의 서열·구조를 잔뜩 미리 배우고 내 것 하나엔 학습 없이 답. 다만 입력이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 하나가 아니라 그 친척들까지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짓는 쪽엔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(RFdiffusion 뼈대)과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(ProteinMPNN 서열)가 겹친다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만든 것을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예측기에 넣어 채점하는 고리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설계를 쓸 만하게 만든다. 실험할 후보를 수천에서 몇십으로 줄인다.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서열을 읽던 모델이 간 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세포를 읽는다 · 모양을 맞힌다 · 방향을 뒤집는다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이론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세포 상태를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문장처럼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그전엔 유전자 하나하나를 따로 봤다(많이 켜졌나 적게 켜졌나 통계로). 문제는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세포 안에서 유전자들이 서로 영향을 주고받는데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관계를 손으로 다 적을 수 없었다는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Geneformer는 세포 하나에서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유전자를 발현량 순으로 줄 세워 그 순서를 문장처럼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다룬다(발현량 절대치는 측정 조건에 크게 흔들려도 순위는 덜 움직여서). 정상 인간 세포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400만 개분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학습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933700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장면 — 세포 치료제 회사 분석 담당자가 환자 조직에서 세포 3천 개를 뽑는다(학습엔 턱없이 적다). 미리 배운 모델에 보여 주고 "정상 쪽으로 되돌리려면 어느 유전자를 건드려야?"를 묻는다. 모델이 후보 순위를 내면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대상을 수만에서 열 개로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줄인다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208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208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7208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갈래가 열린 건 세포 하나하나의 발현을 재는 측정법이 2010년대에 값이 크게 떨어진 덕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 바뀌기보다 먹일 것이 쌓인 게 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낱말: 유전체 기반모델 · 단일세포 전사체 · 제로샷 세포 주석.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🚧 조건은 열렸는데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장비로 막힌다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화제인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Evo 2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(DNA 자체를 백만 염기 단위로, 아파치 2.0)는 무료 코랩에서 안 돈다 — 막는 건 라이선스가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70억짜리는 가중치만 13.8GB라 올리는 것만으로 무료 카드가 거의 다 차고, 10억짜리(2.7GB)는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서버용 카드에만 있는 FP8 계산 방식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써서 오히려 못 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완전히 열려 있는데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하나로 막히는 자리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알아 두고, 오늘 열어 보는 건 Geneformer 쪽으로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라이선스도 갈래 안에서 갈린다 — Nucleotide Transformer는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저장소부터 비상업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DNABERT-2는 코드가 아파치인데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카드에 라이선스 항목이 아예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유전체는 오늘 손으로 안 돌린다(카드에 주소가 있으니 각자).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🎗️ 서열에서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— AlphaFold2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단백질은 아미노산 사슬이 저절로 접혀 3차원 덩어리가 되고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접힌 모양이 기능을 정한다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서열은 실험실에서 쉽게 읽는데 모양은 아니었다 — 2021년 전까진 구조 하나가 몇 달~몇 년짜리 실험(결정이 안 자라면 아예 못 봄). AlphaFold2가 서열만 넣으면 실험급 정확도로 모양을 냈다(노벨 화학상 2024).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재료는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단백질을 여러 종에서 찾아 나란히 세우면(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다중서열정렬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멀리 떨어진 두 자리가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변해 온 흔적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보인다. 접힌 상태에서 맞닿아 있어 접촉을 유지하려 함께 진화한 것 → 3차원 힌트.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03042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발상은 오래됐고, 공개 서열이 수억 건으로 늘어 신호가 뽑히고 구조가 알려진 단백질이 수십만 개 쌓여 정답지가 생겼다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쪽과 다른 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서열 하나가 아니라 그 친척들까지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친척을 얼마나 잘 찾아오느냐가 결과를 가른다. 손에 잡히는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ColabFold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(무거운 정렬을 빠른 검색 서버로 대신, MIT)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노트북 안에서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글과 값이 어긋난다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ColabFold 목록의 AlphaFold3 노트북은 어느 가중치로 돌릴지 고르게 돼 있다 — 하나는 다른 연구실이 조건을 열어 둔 것, 다른 하나는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구글이 낸 실물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코드 셀 기본값이 실물 쪽으로 켜져 있는데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바로 밑 설명은 "끄면 무료로 열린 가중치를 쓴다"고 적혀 있어 꺼져 있으리라 짐작하기 쉽다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믿지 말고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체크박스를 직접 보라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돌리면 실물 쪽 약관 — 비영리·비상업 한정, "구글에서 직접 받은 경우만", 산출물도 임상 아님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318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318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318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보고 "코랩에서 AlphaFold3를 돌렸다"고 말하면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돌렸는지가 흐려진다.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노트북 안에서 글과 값이 어긋나는 자리다.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방향을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뒤집는다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없던 것을 짓기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신약·효소를 만드는 사람에게 진짜 필요한 건 반대다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기능이 먼저 있고 그 기능을 하는 단백질을 만들어야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자연에서 고르는 게 아니라 없던 걸 짓는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단백질 설계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RFdiffusion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잡음→뼈대  확산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ProteinMPNN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뼈대→서열  그래프·역접힘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ColabFold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예측해  의도한 모양?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3차원 좌표를 흩뜨렸다 되돌리면 접힌 뼈대로 모인다(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데이비드 베이커 노벨상). 뼈대는 길일 뿐 — 각 자리에 스무 아미노산 중 무엇을 놓을지가 남고 그걸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ProteinMPNN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이(원자를 점으로, 이웃끼리 쪽지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그래프·메시지 패싱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구조→서열이라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역접힘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87286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87286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87286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서열을 다시 구조 예측기에 넣어 의도한 모양이 나오는지 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나오면 후보, 아니면 버림. 이 고리가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첫 얼굴(여기선 거르는 데만). 바이오 회사가 표적 바인더를 하룻밤에 수백 개 뽑아 몇십 개만 합성.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 하나로 구조 받아 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아는 것으로 · 색을 읽고 · 방향을 뒤집는다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실습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두 길, 둘 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남는다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(T4 잡힘)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서열→구조 예측, 여유 되면 설계까지.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CPU로도 같은 구조·같은 확신도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나온다 — 다른 건 시간뿐(모델 하나·되풀이 한 번으로 줄여도 짧은 단백질 9분)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(T4 안 잡힘)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주소로 구조 하나(로그인·카드 없이 30초), 이어서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그래픽카드 없이 세포 영상 분할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그래픽카드가 안 잡히는 건 여러분 잘못이 아니다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자원이 늘 잡히지 않는다는 것도 이 갈래를 다룰 때 필요한 감각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시작 전 런타임 유형부터 확인.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아는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— 유비퀴틴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단백질로 시작하면 나온 구조가 맞는지 판단할 근거가 없다. 구조가 잘 알려진 것으로 먼저.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유비퀴틴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(아미노산 76개, 거의 모든 진핵생물이 가진 것)이 그런 서열이다.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MQIFVKTLTGKTITLEVEPSDTIENVKAKIQDKEGIPPDQQRLIFAGKQLEDGRTLSDYNIQKESTLHLVLRLRGG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3344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3344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UniProt엔 이 76개짜리 단독 항목이 없다 — 이 단위가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 번 되풀이된 685개짜리 전구체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등록돼 있어, 거기서 복사하면 실습이 어긋난다. 위 서열을 그대로. 맨 위 query_sequence의 예시를 지우고 붙인 뒤 런타임 → 모두 실행.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읽는다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pLDDT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구조가 뜨고 마우스로 돌아간다. 여기서 멈추면 절반만 하고 나오는 것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칠해진 색이 나머지 절반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모델은 자리마다 얼마나 확신하는지(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pLDDT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0~100)를 함께 낸다. 파란 쪽 믿을 만하고 노랑·주황은 자신 없음.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pLDDT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 초과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 부위를 따질 만큼 정확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70~90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뼈대는 잘 맞는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50~70 / 50 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 / 흐물거려 해석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6961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6961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76961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유비퀴틴은 몸통이 거의 파랗고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사슬 뒤쪽 끝 서너 자리만 노랑·주황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다른 단백질에 붙을 때 쓰는 꼬리라 실제로도 흐물거린다.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자신 없는 자리가 실제로 흔들리는 자리와 겹치는지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보는 게 이 단계.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여유가 되면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뒤집는다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조건을 걸지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100짜리 뼈대를 아무 조건 없이 하나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(조건 걸었다 이상하면 원인이 여럿). 뼈대가 나오면 한 셀 더 내려가면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되돌려 채점하는 고리가 이미 노트북 안에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셀이 서열 여덟 개를 뽑고 각각 예측기에 넣어 원래 뼈대와 얼마나 겹치는지까지 잰다 — plddt:0.903 rmsd:0.610.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pLDDT는 0~1로 나오니 100을 곱해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(0.903=90.3)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숫자로 남길지 버릴지 — 거리 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2옹스트롬 아래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신뢰도는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단량체 70·바인더 80 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관례. 조건 없는 길이 100은 이 도구가 가장 잘하는 일이라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개가 거의 다 통과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무더기로 떨어지면 어딘가 어긋난 것.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붙으면 두 선을 넘는 수가 눈에 띄게 준다.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아래쪽 길 — 서열 하나로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그래픽카드를 못 받았어도 삼십 초면 구조 하나는 손에 받고 간다. 친척을 안 찾고 서열 하나로 접는 쪽이 공개 주소로 열려 있어 로그인·카드 없이 한 줄.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--data "MQIFVKTLTGKTITLEVEPSDTIENVKAKIQDKEGIPPDQQRLIFAGKQLEDGRTLSDYNIQKESTLHLVLRLRGG" https://api.esmatlas.com/foldSequence/v1/pdb/ -o ubq.pdb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33447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방법이 다른 두 모델이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 자리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짚는다한쪽은 여러 종 정렬까지, 한쪽은 서열 하나 — 흔들린다고 지목한 꼬리가 같다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49415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49415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49415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1초쯤에 파일이 떨어지고, 자리마다 확신도는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0~1로 적혀 100을 곱해 읽는다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평균 90쯤, 70 아래는 사슬 뒤쪽 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꼬리가 실제로 흐물거린다는 근거가 하나 더 붙는다.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그래픽카드를 못 받은 것이 이 판단을 막지 못한다.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세포 영상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시키는지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장을 영역 여럿으로 쪼개는 것이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(segmentation). 밝기 문턱을 잡던 고전 방법은 세포가 겹치거나 모양이 제각각이면 무너졌고, 그래서 사진마다 값을 손으로 맞췄다(현미경·염색법이 바뀌면 또 안 맞음).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쓰는 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손대지 않고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자료를 보여 주기만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표를 통째로 밀어 넣던 그 방식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학습시키는 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모델을 출발점 삼아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분야 자료로 조금 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맨바닥보다 자료·시간이 자릿수 다르게 적게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0210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0210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0210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세포 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학습으로 만들어졌고 여러분은 그 결과물을 그대로 쓰는 길로 받는다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이미지에서 무엇이든 오려 내는 큰 모델을 현미경용으로 이어 학습시킨 것이 지금 판. 온갖 현미경 사진을 미리 배운 모델에 내 사진 한 장을 보여 주면 값 맞출 필요 없이 경계가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🧫 돌려 보고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— cellpose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cellpose로 세포 영상 분할을 해 주세요. GPU 없이 CPU로 고정.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사진은 skimage.data.human_mitosis() 를 쓰되 왼쪽 위 128픽셀만 잘라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넣으세요: skimage.data.human_mitosis()[:128, :128]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 준비 시간과 한 장 처리 시간을 따로 재서 찍고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찾은 개수를 알려 주고, 넣은 사진 위에 윤곽선을 겹쳐 그린 그림을 저장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75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pip install cellpose 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 다시 시작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(수치 라이브러리를 높은 판으로 올려, 안 하면 cannot import name '_center'...). 128픽셀 조각 한 장에 약 3분(원본 512픽셀은 30분 가까이), 최대 메모리 2.2GB, 핵 25개 안팎.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73018"/>
          <a:ext cx="11091672" cy="768096"/>
        </p:xfrm>
        <a:graphic>
          <a:graphicData uri="http://schemas.openxmlformats.org/drawingml/2006/table">
            <a:tbl>
              <a:tblPr/>
              <a:tblGrid>
                <a:gridCol w="11091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 (윤곽선 그림을 눈으로)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붙은 핵 둘을 하나로 묶었나 · 하나를 둘로 쪼갰나 · 가장자리 걸친 것 처리 · 먼지를 핵으로 셌나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4874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4874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4874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가장자리에 걸린 걸 셀지 말지는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대신 못 정한다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개수만 받아 표에 옮기면 이 넷이 전부 안 보인다 — 그림을 함께 보게 시키는 줄이 그래서 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코드·가중치·학습 자료가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논다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BSD 3조항으로 자유로운데, 저장소 설명이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딸려 오는 학습된 모델은 비상업 조건 자료로 학습됐다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밝힌다. 그런데 정작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가중치가 올라간 곳의 조건 표시는 BSD 3조항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자료의 조건이 가중치까지 따라오는지를 저장소가 답해 주지 않는다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회사 제품에 넣을 거면 이 자리가 걸리고, 답이 안 적혀 있다는 사실 자체를 법무에 넘기는 게 빠르다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배지도 어긋난다 — README를 눈으로 보면 배지에 BSD 3조항인데, 원문을 열면 그 옆에 Licence: GPL v3라는 옛 글자가 남아 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배지는 설정을 읽어 자동 생성, 옆 글자는 사람이 적은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둘이 어긋난다. 조건을 볼 때 배지가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LICENSE 파일과 모델 카드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여는 이유.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🩹 안 될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그래픽카드가 안 잡힌다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흔한 일. 아래쪽 길로. 시간이 지나 다시 시도해도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서열 검색이 오래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서버가 붐빔. 기다리거나 ESMFold 노트북으로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구조가 온통 노랗다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잘못이 아니라 모델이 자신 없다는 뜻 — 그 자체가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세포 분할이 3분 넘음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 안 잘랐을 것. [:128, :128] 확인(원본은 29분)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알 수 없는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뒤 세션 재시작을 안 함 — 재시작하고 설치 셀 다음부터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핵이 너무 적게 잡힘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자동인지 확인, 안 되면 대략 지름을 직접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서열은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DNA·단백질은 글자 서열이라 문장용 구조가 그대로 옮겨 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예측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진화(여러 종 정렬)에서 3차원 힌트 — 친척을 얼마나 찾느냐가 결과를 가른다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pLDDT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자리마다 확신도 — 어느 부분을 믿고 의심할지를 자리 단위로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 뒤집기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확산(뼈대)+그래프(서열), 되돌려 채점하는 고리로 후보를 줄인다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세포 분할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 학습된 걸 그대로 받아 씀 — 개수만 말고 윤곽 그림을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따로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코드·가중치·학습 자료가 따로 논다(cellpose·AF3·Evo2)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Geneformer가 세포를 "문장처럼" 다룬다는 게 무슨 뜻인가? 왜 발현량이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 예측에서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진화(다중서열정렬)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왜 3차원 힌트가 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pLDDT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있어서 이 도구가 실무에 쓰이는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없던 단백질을 지을 때 확산과 그래프를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이유, 그리고 되돌려 채점하는 고리의 역할은?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Evo 2가 조건은 열렸는데 무료 코랩에서 못 도는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세포 하나에서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유전자를 발현량 순으로 줄 세워 그 순서를 문장처럼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다룬다. 발현량 절대치는 측정 조건에 크게 흔들려도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순위는 덜 움직여서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종에서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 떨어진 두 자리가 함께 변해 온 흔적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접힌 상태에서 맞닿아 있어 접촉을 유지하려 함께 진화한 것 → 두 자리가 3차원에서 가깝다는 힌트.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통째로 믿거나 안 믿거나가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부분을 믿고 어느 부분을 의심할지를 자리 단위로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있어서.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뼈대는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좌표라 확산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서열은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개 중 하나 고르기(이산)라 그래프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맞다. 되돌려 채점하는 고리는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실험할 후보를 수천에서 몇십으로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라이선스가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70억짜리는 13.8GB라 자리가 안 남고, 10억짜리는 서버 카드에만 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FP8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써서 못 쓴다.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읽고, 짓고, 되돌려 채점한다 🎗️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서열을 읽고 짓는다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