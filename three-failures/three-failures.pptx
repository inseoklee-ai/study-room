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세 순간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모델이 행동하는 에이전트가 될 때 — 도구 호출의 작동 모델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세 순간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바퀴의 작동 모델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낱말 지도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행동하는 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 조건을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어긋나는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(잘못 고름·잘못 읽음·같은 실수 반복)을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실행이 오가는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하네스의 역할·어원을 잡는다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모델·에이전트·하네스·루프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경계를 가른다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질문은 "모델이 도구를 가졌는가"가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"세 순간을 어느 경계에서 막는가"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모델이 행동하는 에이전트로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잇는 일은 완성이 아니라 판단 연쇄의 시작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고름 · 잘못 읽음 · 같은 실수 반복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도구에 연결되면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스스로 해야 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지정한 창고의 재고를 묻는 상황에서 모델이 밟아야 하는 판단의 연쇄.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도구를 스스로 골라야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 — 무엇을 부를지 모델이 정한다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상품 코드·창고 코드를 채워야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 — 인자를 정확히 쓴다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돌아온 수량을 질문 조건에 맞게 해석해야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 — 결과를 근거로 읽는다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연결 가운데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어긋나도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답은 그럴듯하지만 쓸 수 없게 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어긋나는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순간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잘못 고르는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재고를 확인해야 하는데 주문 조회 도구를 고르거나, 읽기 요청에 변경 도구를 고르면 이후 문장이 자연스러워도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달라진다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잘못 읽는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반환값의 수량·시각·창고 식별자를 놓치면 실제 조회를 했어도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사실을 답한다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실수를 반복하는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실패한 호출과 그 이유를 남기고 판정하지 않으면 비슷한 요청에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인자를 다시 보낸다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설계의 질문 = "모델이 도구를 가졌는가"가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세 순간을 어느 경계에서 알아차리고 막는가"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실행이 오가는 한 바퀴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도구를 직접 실행하지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· 다섯 단계 · trace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모델과 도구 사이의 실행 장치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도구를 직접 실행하지 않는다. 모델이 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받아 실제 실행을 이끄는 주체가 하네스다.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목록에  있는지 확인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인자가 계약한  형식에 맞는지 검사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다시  모델 입력에 넣기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= 요청된 도구를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검증·실행하고 결과를 돌려주는 사이클의 집행자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🐎 어원 — 수레에 채우는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하네스의 어원은 말이 끄는 수레에 채우는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마구는 말의 힘을 그대로 놓아두지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수레와 연결해 힘이 실제 일이 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하네스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같은 계보 — 공통점은 동력 그 자체가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동력을 실제 일로 바꾸는 연결 장치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다음 토큰을 고르는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이라면  하네스는 그 선택이 바깥 세계의 조회와 이어지게 하는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차체·연결부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한 바퀴의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도구 정의를 요청에 포함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호출 요청 JSON을 생성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(여기선 요청만)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하네스·앱이 검증·실행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모델 입력으로 반환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근거로 답을 완성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(연쇄 호출: 결과 뒤 다시 ②로)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"재고가 있는가"만 보고 지어내지 않도록,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결과가 답변의 근거로 돌아오는 구조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한 번의 재고 조회가 남긴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재고 조회 도구 1개만 연결,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qwen3.5:2b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0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한 바퀴.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모델의 요청: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get_inventory(sku='A-17', warehouse_id='BUSAN-02')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하네스의 실행 결과: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{"sku": "A-17", "warehouse_id": "BUSAN-02",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"available_quantity": 7,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"checked_at": "2026-08-27T01:55:00+09:00"}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결과를 읽은 최종 답: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승인된 창고(BUSAN-02)에서 상품 A-17의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현재 가용 재고는 7개입니다.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66001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66001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66001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요청 · [2] 실행 결과 · [3] 근거로 완성한 답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자리가 그대로 세 실패의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기록 위에 겹친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실패 지점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어긋나는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잘못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[1] 이전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설명을 읽고 선택하는 자리 — 이름이 비슷한 도구가 여럿이거나 설명이 목적·경계를 안 밝히면 잘못된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잘못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[2]→[3]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available_quantity 7과 warehouse_id BUSAN-02 조건을 함께 안 읽으면 다른 창고 재고처럼 답한다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실수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바퀴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응답·거절된 인자·이미 확인한 결과를 남겨 다음 요청에 반영 안 하면 순환은 학습 없는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실패는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[1]보다 앞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도구를 고르는 자리에서 이미 시작된다.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낱말을 가르는 지도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[1]~[3]의 주체를 가르면 경계가 드러난다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에이전트 · 하네스 · 루프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네 낱말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낱말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올 텍스트를 고르는 엔진. 그 자체로는 질문에 답하는 것 외에 아무 일도 안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과업을 스스로 판단해 진행하는 역할. 모델이 그 두뇌를 맡는 하나의 구성 — 단순 질의응답이면 에이전트라 안 부르고, 과업 경계를 정해 실행에 나서는 구성에 놓이면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모델과 도구 사이의 허용 목록 확인·인자 검사·실행·결과 재입력을 맡는 집행 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하네스가 반복하는 호출·실행의 순환 구조. 관찰이 다음 선택을 바꿀 때 비로소 의미가 생긴다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— 모델이 에이전트의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하네스가 그 두뇌를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이음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루프가 그 연결이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도는 형태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🩺 세 실패는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각기 다른 층의 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판단·계약의 문제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읽음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결과를 해석하는 문제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 반복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하네스·루프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멈춤을 설계하지 않은 문제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낱말을 가려 쓰는 것은 어휘의 문제가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층을 가리는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도구에 연결되는 순간 모델은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되지만, 그 연결은 완성이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연쇄의 시작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연쇄가 어긋나는 세 순간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고름 · 잘못 읽음 · 같은 실수 반복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요청만 쓰고,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검증·실행·반환하는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모델·에이전트·하네스·루프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가려 쓰는 것은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층을 가리는 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말하는 모델을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행동하는 에이전트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거듭나게 하는 계기는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호출이 어긋나는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순간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모델은 도구를 직접 실행하는가? 그렇지 않다면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역할은?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요청과 실행이 오가는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바퀴의 다섯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실패는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(모델·에이전트·하네스·루프)의 문제인가?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도구를 호출할 수 있게 연결되는 순간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텍스트만 생성하던 모델이 세계를 관찰하고 바꾸는 에이전트가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잘못 고름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잘못 읽음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 반복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실행하지 않는다. 모델은 도구 이름·인자를 담은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쓰고, 하네스가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 확인 → 인자 검사 → 실행 → 결과 재입력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집행한다.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도구 정의 포함 → ② 모델이 호출 요청 JSON 생성 → ③ 하네스·앱이 검증·실행 → ④ 결과를 모델 입력으로 반환 → ⑤ 모델이 근거로 답 완성.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고름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(판단·계약) · 잘못 읽음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(해석) · 반복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하네스·루프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(멈춤 미설계).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고칠지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세 순간 — 여기까지 · 다음: 도구 설명은 모델이 읽는 지시다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