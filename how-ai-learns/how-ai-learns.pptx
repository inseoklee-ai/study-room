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1 · AI는 어떻게 배우나 (1/3)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짜는 기계에서 배우는 기계로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학습의 원리, 그리고 모든 데이터는 숫자다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그림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⊃ ML ⊃ DL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예측·오차·조정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숫자로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규칙을 직접 짜는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배우게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"배운다"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오차 → 조정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반복(경사하강), 결과는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파라미터에 압축된 패턴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기계는 숫자만 다룬다 — 글은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토큰·임베딩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그림은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 한 층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곱하고·더하고·비틀기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강의 1 전체를 관통하는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가르는 건 화려한 모델이 아니라 데이터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(다음 두 덱에서 직접 확인)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인공지능의 학습이란?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손으로 짜는 방식에서, 데이터로 패턴을 얻는 방식으로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· 오차 · 조정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인공지능이라는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그림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넓은 원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인공지능(AI)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배움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층 신경망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위에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손으로 짜 넣던 방식(옛 체스 프로그램·전문가 시스템)도 AI였다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열광하는 것들(사진 인식·글쓰기·번역)은 거의 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배우는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쪽에서 나왔다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챗봇·그림 생성 같은 생성형 AI도 대개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선다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파고들 곳이 이 그림의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한복판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데이터로 배우는 머신러닝/딥러닝입니다.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🤯 왜 규칙 대신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개/고양이 규칙을 직접 써 보면 — "귀 뾰족=고양이"엔 폴드귀가, "수염 있음"엔 개도 반례.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예외가 예외를 부른다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스팸도 마찬가지 — '무료'·'당첨'을 막으면 '무 료'·'당.첨'으로 빠져나가, 규칙은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술래잡기처럼 끝없이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방향을 뒤집는다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예시(데이터)를 잔뜩 주고, 규칙은 기계가 스스로 찾게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인공지능의 "학습"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"배운다"를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사람처럼 의미를 깨닫는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받아들이면 곤란합니다. 정체는 다음 장에서.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🧬 학습의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뿌리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장면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섀넌(1951) 예측 게임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소설을 한 글자씩 맞히기. 언어는 통계적으로 예측 가능하고,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잘 예측하느냐가 정보량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LLM의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토큰 예측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게임의 기계 버전.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로젠블랫(1958) 퍼셉트론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규칙 하나가 놀랄 만큼 단순.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예측해 보고, 틀리면 그 틀린 만큼 내부 숫자(가중치)를 살짝 고친다.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역전파(1986)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여러 겹 숫자에게 "네가 최종 오차에 얼마나 기여했나"를 뒤에서 앞으로 되짚어 알려 주고 그만큼 고친다.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오늘날 GPT 포함 거의 모든 신경망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학습 방식.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겹뿐이던 퍼셉트론은 복잡한 패턴을 못 배웠는데,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역전파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여러 겹을 학습 가능하게 만들며 그 벽을 넘었습니다.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학습 = 이 고리의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예시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6150" y="1463040"/>
            <a:ext cx="2352294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정답과 비교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정도(오차)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줄이는 쪽으로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조정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보면, 가장 낮은 골짜기를 향해  한 걸음씩 내려가는 셈 =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경사하강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예측·정답 7 → 오차 +2 → 다음엔 5.3, 5.6… 정답에 다가감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9121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121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9121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"예측 → 오차 → 조정"을 수많은 예시에 반복하면 기계가 스스로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"감"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잡습니다.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학습의 결과물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규칙집이 아니라 패턴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결과물은 규칙집이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파라미터에 압축된 패턴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"외운다" vs "일반화한다"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갈린다 — 우리가 원하는 건 새 입력에도 대응하는 일반화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일반화는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자신 있게 틀릴 수 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(오늘 판단의 출발점)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세 실습은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 달린 예시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배운다 — 매출 붙은 카페 기록, 정답 숫자 붙은 손글씨, 개/고양이 라벨 붙은 사진. 이렇게 "입력+정답 쌍"으로 배우는 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지도학습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숫자로 바꾸기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만질 수 있는 건 오직 숫자뿐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· 임베딩 · 텐서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🔢 글도 그림도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의미 있는 조각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자르고, 각 토큰을 숫자 묶음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로. 비슷한 맥락의 단어일수록 비슷한 벡터가 되게 맞춘 것이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("이웃을 보면 뜻을 안다").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그림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= 점(픽셀)들의 격자, 각 점은 밝기·색 숫자. 손글씨 한 장(MNIST)은 28×28=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784개 숫자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컬러는 가로×세로×3. 이 숫자 덩어리가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학습이란 결국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숫자들 사이의 관계(패턴)를 찾는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벡터 = 공간 속의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벡터는 순서 있는 숫자 묶음 — 2개면 평면 위 점 (x,y), 3개면 3차원 점. 원점에서 화살표를 그으면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방향·크기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로도 보인다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비슷함을 잰다 — A(2,3)·B(2,4)는 붙어 있어(거리 1) 비슷, 멀리 떨어진 C(9,1)은 다름 (서울-인천 vs 서울-부산)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(두 화살표의 각도)으로도 — 크기는 달라도 같은 쪽을 가리키면 "결이 같다"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(뒤 강의의 문서 검색에서 다시 만남)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축을 늘리면 "공식적인 정도"·"시간 관련성" 같은 특징을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담는다. 핵심은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점의 절대 위치가 아니라 점들 사이의 관계가 뜻을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🪜 텐서 사다리 — 한 숫자에서 사진까지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스칼라  숫자 1개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 숫자 한 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행렬  숫자 격자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3차+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  격자를 쌓음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 = "숫자를 몇 방향으로 늘어놓았나"를 일반화한 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(0~2차 포함). 손글씨 한 장=28×28 행렬, 컬러 사진=높이×너비×3 텐서. 사진 여러 장을 한 번에(배치) 다루면 차원이 하나 더.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👁️ 손글씨 '7'이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되는 모습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'7'을 거칠게 8×8로 줄여 각 칸의 밝기(0=검정 배경, 클수록 밝은 획)를 적으면 — 모델이 "보는" 건 그림이 아니라 정확히 이 숫자들입니다.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0    0    0    0    0    0    0    0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0   200  220  230  230  220  200   0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0    0    0    0    0   210  190   0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0    0    0    0   200  210   0    0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0    0    0   200  210   0    0    0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0    0   190  210   0    0    0    0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0    0   200  180   0    0    0    0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0    0    0    0    0    0    0    0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98792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98792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98792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가로획 하나와 비스듬히 내려오는 획이 큰 숫자로 나타난다. 실제 MNIST는 28×28=784칸이지만 원리는 같다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이미지는 밝기 숫자의 격자(텐서)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학습은 이 배열에서 "7다움"의 패턴을 찾는 일.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신경망 한 층 =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곱하고·더하고·비틀기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곱하기 (W)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입력에 가중치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더하기 (b)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비틀기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활성화 함수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식으로 쓰면 Wx + b, 그게 전부. 가중치는 학습하며 바뀌는 숫자, 편향은 저울 영점 맞추기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곱·덧셈만 쌓으면 전체가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직선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뭉개진다 → 세상의 구불구불한 패턴을 못 그림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층마다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ReLU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작은 꺾임을 끼워, 직선들의 합을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그리게 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층은 언제나 세 박자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곱하고(W)·더하고(b)·비틀기(활성화)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결과가 다음 층 입력이 되어 출력까지 이어진다. 실제 모델은 이 층을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 겹, 숫자 수억 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⊃ 머신러닝 ⊃ 딥러닝. 오늘 열광하는 것들은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배우는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쪽에서 나왔다.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나열은 예외 지옥 → 방향을 뒤집어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예시를 주고 규칙을 스스로 찾게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게 학습.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→ 오차 → 조정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반복(경사하강). 결과는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파라미터에 압축된 패턴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자신 있게 틀릴 수 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기계는 숫자만 — 글은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토큰·임베딩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그림은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벡터는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속 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관계(거리·방향)가 뜻을 만든다.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신경망 한 층 =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곱하고·더하고·비틀기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(Wx+b + ReLU).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규칙을 직접 짜는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배우게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하나? 개/고양이 예로.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"배운다"를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예측·오차·조정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설명하면? 경사하강이란?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학습 결과물은 규칙집이 아니라 무엇인가? "자신 있게 틀린다"는 무슨 뜻?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글과 그림은 각각 어떤 숫자 형태(토큰·임베딩·텐서)로 기계에 들어가나?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신경망 한 층의 세 박자는?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ReLU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(활성화 함수)가 없으면 왜 곤란한가?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규칙을 나열하면 예외가 예외를 부른다(폴드귀 고양이·'무 료' 스팸). 그래서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예시를 주고 규칙을 스스로 찾게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예측해 보고, 정답과의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재고, 오차가 줄어드는 쪽으로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조금씩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민다. 오차 언덕의 골짜기로 한 걸음씩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경사하강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파라미터에 압축된 패턴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일반화는 추정이라, 학습 못 본 입력에도 그럴듯하게 답하지만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답도 확신 있게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내놓을 수 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글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자르고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벡터로. 그림 = 픽셀 밝기의 격자, 즉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(28×28 행렬, 컬러는 ×3).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곱하고(W)·더하고(b)·비틀기(활성화)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ReLU가 없으면 층을 쌓아도 전체가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직선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곡선 패턴을 못 그린다.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배우는 기계의 원리 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짜는 기계에서 배우는 기계로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2026-08-12T10:32:23Z</dcterms:created>
  <dcterms:modified xsi:type="dcterms:W3CDTF">2026-08-12T10:32:23Z</dcterms:modified>
</cp:coreProperties>
</file>