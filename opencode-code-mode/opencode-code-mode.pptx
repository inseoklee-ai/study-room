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OpenCode의 Code Mode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것은 모델이 도구를 호출하는 방식입니다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만든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코드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Mode에서는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호출을 담은 짧은 JavaScript 코드를 만들고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OpenCode가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범위 안에서 그 코드를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이곳에서 JavaScript는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도구를 순서대로 부르거나, 반환된 자료에서 필요한 항목을 고르는 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새 언어로 서버를 다시 작성하는 활동은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우리가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서버와 JSON 자료는 계속 사용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66619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OpenCode 버전에서 Code Mode를 사용할 수 있는지 확인해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가능하면 켜고 week-one 기록을 MCP로 읽어 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889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889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889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읽어 볼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버전, 바꾸는 설정, 다시 시작할 필요가 있는지.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이름이 같아도 설치한 버전에 따라 설정 위치가 다를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V1과 V2의 설정 위치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방식이 합쳐지지는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Code Mode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--version                                  # 설치 버전 확인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OPENCODE_EXPERIMENTAL_CODE_MODE=true opencode        # macOS · Linux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$env:OPENCODE_EXPERIMENTAL_CODE_MODE = "true"        # PowerShell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Remove-Item Env:OPENCODE_EXPERIMENTAL_CODE_MODE      # 되돌리기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프로그램을 시작할 때 전달하는 이름과 값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서버의 데이터 파일을 바꾸는 설정이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OpenCode의 동작을 선택하는 설정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열려 있는 다른 OpenCode 창에 소급 적용되지는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설정을 바꿨는데 이전 방식이 보이면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실행한 프로세스의 새 대화인지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기능 전체를 활성화한 환경에서는 개별 변수 제거만으로 꺼지지 않을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확실히 끄려면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false를 명시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새로 시작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 codemode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mcp.servers.weekly-records.codemode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"codemode": true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공식 문서는 서버를 mcp.servers 아래에 등록하며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 codemode의 기본값을 true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설명합니다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명시적으로 false를 넣었던 경우에는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true로 바꾸거나 그 항목을 제거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기본값을 사용합니다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disabled와 codemode는 다른 설정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disabled: true는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 자체를 막고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codemode: false는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서버의 도구를 Code Mode 대신 직접 노출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892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892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8892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서버가 연결되지 않았다면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연결 설정을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연결된 도구를 어떻게 호출할지는 그다음입니다.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설정 파일에 V2 예시를 덧붙이는 것으로 두 방식이 합쳐지지는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 검색의 역할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검색을 거치는 것이 항상 필요한 것은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Code Mode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모두 자연스럽습니다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 주어진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진행할 수 있는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도구와 입력 규칙이 이미 보임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안내를 읽고 해당 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목록이 일부만 보이고 필요한 도구가 빠져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검색 → 반환된 경로·입력 확인 →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v1.18.29의 Code Mode는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제공할 도구 안내에 분량을 정해 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안에 들어가는 정의를 보여 줍니다. 안내에는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 도구 묶음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표시됩니다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검색은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연결된 도구 가운데 쓸 것을 찾는 과정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인터넷에서 새 MCP 서버를 찾아 설치하는 과정과 구별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서버별로 도구를 묶은 이름 공간을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네임스페이스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합니다. 실습에서는 weekly-records 아래에 get_weekly_records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이름은 호스트의 이름 처리 규칙을 거치므로 호출할 때는 실제 목록·검색 결과의 경로를 사용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14985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149852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4241292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await tools.$codemode.search({ query: "get_weekly_records" });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7533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7533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7533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코드가 반환하는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기록이 아니라 도구 안내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발견 다음에는 week를 전달하는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 따라가기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바깥은 execute, 안쪽은 MCP 호출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Code Mode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학생: week-one 기록을 읽어 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모델: execute에 도구 호출 코드를 전달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OpenCode: 내부 호출을 MCP 요청으로 전달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weekly-records: get_weekly_records가 자료를 읽어 반환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OpenCode: 코드 실행 결과를 모델에게 전달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53612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53612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845052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tools["weekly-records"].get_weekly_records({ week: "week-one" });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56742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tools는 실행 환경에 제공된 도구 모음, ["weekly-records"]는 서버 묶음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이름에 -가 있어 대괄호 안에 문자열로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접근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await는 결과가 도착할 때까지 기다린다는 뜻.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함수를 호출하는 것처럼 보이지만 이 코드는 OpenCode 쪽에서 실행되고 실제 Python 함수는 MCP 서버에서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7069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7069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57069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나누어 읽기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생성한 호출 코드 · 서버의 Python 코드 · 반환된 업무 자료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이름이 나타나도 경로를 놓치지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실행에서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 볼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get_weekly_records에 전달된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결과의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맞춰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data/week-one.json의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ID 네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반환 자료에도 있는지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"성공했습니다"라고 적은 문장보다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입력과 결과의 대응이 실제 조회를 확인하는 근거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호출이 접혀 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기록을 펼치고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수 있는 로그에서도 확인되지 않는 부분은 확인한 것으로 기록하지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온 자료와 돌려줄 자료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위치가 결과의 양을 바꿉니다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Code Mode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부분만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week-one 기록에서 blocker가 적힌 항목의 ID와 막힌 이유만 보여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Mode에서는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 받은 결과를 코드 안에서 살펴보고 필요한 부분을 반환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받았더라도 모델에게 전달하는 최종 값은 선택한 ID와 사유만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도구의 실제 반환 자료형을 먼저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합니다. V1 v1.18.29 호스트 소스는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구조화된 결과가 있으면 이를 사용하고, 없으면 텍스트 내용을 전달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경로를 갖습니다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객체처럼 취급하면 필드를 찾지 못합니다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자료를 받고, 어떤 조건으로 골랐고, 무엇을 반환했는지.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아닌 답변 단계에서 골랐다면 그 경로 역시 구분해서 기록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3113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3113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3113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두 위치의 차이는 자료가 커졌을 때 드러납니다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기록을 모델에 전달한 뒤 답변만 짧게 만들면 이미 긴 자료를 읽은 상태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경로를 택했는지는 결과 문장의 길이만으로 알 수 없으므로 실행 기록을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남길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 버전, 사용한 모델, 실행된 도구, 입력 주차, 원자료와 대조한 항목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제공자의 모델을 사용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모델별로 코드 생성과 도구 호출 능력이 다릅니다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예시를 확인한 것과 자기 모델 조합에서 호출에 성공한 것은 각각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한 도구 실습으로 성능 우열이나 토큰 절감률까지 판정하지는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비교한다면 — 같은 모델·서버·요청의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 두 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설정을 달리하고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주어진 문맥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뒤 추가된 결과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나누어 관찰.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한 번 더 필요했던 시간과 최종 결과 크기도 함께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678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678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678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우리는 이제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가져오고 원하는 필드를 고를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그런데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완료라고 적힌 업무를 팀 주간보고의 '완료'에 넣어도 되는지는 아직 정하지 않았습니다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 Mode에서 바뀐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도구를 호출하는 방식.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Python 서버와 JSON 자료는 계속 사용한다.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tools.$codemode.search가 반환하는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안내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업무 기록이 아니다. 발견 뒤 week를 전달하는 실제 호출이 필요하다.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결과에서 필드를 고를 때 먼저 확인할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자료형.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구조화된 결과가 없으면 텍스트가 전달될 수 있고,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객체처럼 취급하면 필드를 찾지 못한다.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방식이 달라집니다 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