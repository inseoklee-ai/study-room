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(6)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활용가는 토큰과 컨텍스트를 본다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어텐션의 n² 비용이 곧 요금·지연·한계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= n² 비용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 비용의 단위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  배치의 설계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어텐션이 강한 이유가 곧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비용·한계의 정체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토큰 수의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가까운 계산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모델이 글을 다루는 단위이자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비용·문맥을 세는 단위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한 번에 펼치는 작업대 — 크다고 좋은 게 아니다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함정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"중간에서 길을 잃는다"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와, 긴 컨텍스트 vs RAG 판단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줄 — 트랜스포머를 이해한 사람은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"글자 몇 자"가 아니라 "토큰 몇 개, 어디에 배치했나"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🔙 강의를 열었던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"문서를 더 많이 넣었는데 왜 답은 더 좋아지지 않았을까?" — 역사는 여기서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활용가의 책상 위로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내려옵니다.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= 한 토큰이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모든 토큰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참고 → 비교 수 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× 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(토큰 수의 제곱)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늘리면 계산은 2배가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 가까이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불어난다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그 비용이 쌓이는 자리 — 대화가 길수록 Key·Value를 계속 들고 있어야 함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03352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입력 =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계산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비용 + 대기 시간트랜스포머를 강하게 만든 구조가, 동시에 우리가 치르는 비용·한계의 정체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— 비용과 문맥의 단위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글자 수가 아니라 토큰 수에 가깝게 움직인다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한국어의 함정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🔤 사람의 "한 문장"이 모델에겐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사람에겐 한 문장이 자연스러운 단위지만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모델에겐 그렇지 않다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조사·어미·띄어쓰기·희귀 전문용어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때문에 체감보다 토큰이 늘어난다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"10쪽이라 별로 안 길다"는 감각이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비용·응답 지연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에선 맞지 않을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가깝게 움직이고  긴 입력은 곧 긴 계산이다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모델별 토큰화·한도·가격은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제공사·시점마다 다르다.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숫자를 외우는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직전에 공식 문서·토큰 도구에서 다시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습관을. (예: OpenAI Tokenizer·Models 문서)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토큰이 만드는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판단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중요한가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토큰이 많은가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비용·대기 시간이 늘어난다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120쪽 회의록 전체를 매번 넣는 챗봇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토큰이 긴가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비용·검토 시간이 늘어난다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"상세히 설명"만 반복하는 보고서 생성기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내용을 더 짧게 줄일 수 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중요한 근거를 컨텍스트에 넣을 수 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계약서 원문 대신 조항 번호·쟁점·근거 표를 먼저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짧게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아니다. 짧게 만들다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근거를 빼면 더 위험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하다. 토큰을 아끼되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있는 판단에 필요한 근거는 남기는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균형이 활용가의 일.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손으로 돌려보기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문장이 몇 토큰?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475988"/>
          </a:xfrm>
          <a:prstGeom prst="roundRect">
            <a:avLst>
              <a:gd name="adj" fmla="val 1021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47598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2931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transformers tiktoken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tiktoken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gpt_tok = tiktoken.get_encoding("o200k_base")   # 최근 OpenAI 모델 계열 방식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ko_tok  = AutoTokenizer.from_pretrained(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"monologg/koelectra-small-v3-discriminator")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= [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("계약 기간은 체결일로부터 1년으로 하며, 자동 갱신됩니다.",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"The contract term is one year from the date of execution, ..."),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("환불은 결제일로부터 7일 이내에만 가능합니다.",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"Refunds are available only within 7 days of payment."),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ko, en in PAIRS: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 in (ko, en):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= len(gpt_tok.encode(s))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print(f"{len(s):&gt;3}자 → {n:&gt;3}토큰  (글자당 {len(s)/n:.2f})  {s}")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실행 결과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vs 영어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32자 →  22토큰  (글자당 1.45)  계약 기간은 체결일로부터 1년으로 하며, 자동 갱신됩니다.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81자 →  16토큰  (글자당 5.06)  The contract term is one year from the date of execution, ...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25자 →  17토큰  (글자당 1.47)  환불은 결제일로부터 7일 이내에만 가능합니다.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52자 →  12토큰  (글자당 4.33)  Refunds are available only within 7 days of payment.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 문장을 두 토크나이저가 어떻게 쪼개는지: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GPT 방식       ['계','약',' 기간','은',' 체','결','일','로','부터',' ','1','년',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'으로',' 하','며',',',' 자동',' �','�','신','됩니다','.']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한국어 모델 방식 ['계약','기간','##은','체결','##일로','##부터','1','##년',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'##으로','하','##며',',','자동','갱신','##됩','##니다','.']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👀 여기서 볼 것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뜻인데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글자당 토큰 3.5배 차이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컨텍스트 128K라도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한국어로 채우면 훨씬 적게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들어가고, 요금도 같은 비율로 불어난다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'갱'이 두 조각으로 깨짐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(바이트 단위) vs 한국어 토크나이저는 뜻을 살려 17개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토크나이저가 어떤 언어를 많이 봤나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갈린다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n² 비용과 직결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조각이 2배면 계산은 4배. 한국어라 토큰이 더 나온다는 사실은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요금·속도·한계를 함께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밀어 올린다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문장을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도메인 문서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이 표를 다시 만들어 보면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감각이 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잡힙니다.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 — 한 번에 펼치는 작업대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클수록 좋은 게 아니라, 근거를 배치하는 설계 공간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Window · 배치 · Lost in the Middle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큰 작업대라고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검토가 쉬워지진 않는다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 = 검토자가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한 번에 올려놓을 수 있는 자료의 크기.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지원 길이는 모델·모드·시점마다 다르니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사양에서 확인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많이 올릴수록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비용·시간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늘어난다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종이가 어디 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찾기 어려워진다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충돌하는 자료를 함께 올리면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기준을 우선할지 모델이 흔들린다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18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7318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37318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컨텍스트 윈도우는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"클수록 좋다"가 아니라 근거를 배치하는 설계 공간.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모델마다 다룰 수 있는 길이가 다른 이유 하나가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인코딩 방식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(RoPE·ALiBi는 학습보다 긴 입력에 유리).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컨텍스트는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나눠 설계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하는가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/ 목표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우선하나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보고 답하나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자료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내놓나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761488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 흔한 실패 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자료만 잔뜩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넣고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기준을 비워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둔다. 고객 불만 300건 넣고 "분석해줘"만 하면,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위험·법적 리스크·제품 결함·교육 필요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무엇을 우선할지 안 줬으니 산출물을 검토하기 어렵다.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4863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54863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354863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트랜스포머는 문맥을 볼 수 있지만,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여러분의 업무 우선순위를 스스로 책임지진 않는다.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우선순위는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안에 직접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큰 작업대의 함정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중간에서 길을 잃는다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80쪽을 통째로 넣으면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앞부분은 잘 반영되는데 중간이 뭉개진다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착각이 아니었다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"Lost in the Middle"(Liu 등, 2023): 중요 정보가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앞·맨 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때 성능 최고,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때 뚝 떨어지는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U자 곡선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컨텍스트를 표방하는 모델에서도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경향이 나타났다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(arXiv:2307.03172)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75179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설계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중요한 기준을 앞쪽에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"우선순위: 안전 → 법규 준수 → 비용 순으로 판단합니다."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자료에 제목·번호를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[자료 A: 2026-05 고객 불만], [자료 B: 내부 정책]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답변에 근거 위치를 요구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"각 결론마다 인용한 자료 번호를 붙이세요."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767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25767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25767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컨텍스트는 자료를 많이 넣게 해주지만,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구조화하는 일까지 대신해 주지는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긴 컨텍스트에 직접 넣기 vs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(검색 증강 생성) = 필요한 조각을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검색해 그 조각만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컨텍스트에 넣는 방식(Lewis 등, 2020). "긴 컨텍스트면 RAG 불필요?"의 답은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따라 다르다.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어울리는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컨텍스트 직접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자료가 한 번성·전체 맥락 중요·비용 감당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길수록 비용·지연·누락 위험 점검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RAG로 조각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많음·반복 질의·최신성·근거 추적 중요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검색이 틀리면 좋은 모델도 틀린 근거로 답함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후 투입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회의록·리포트를 여러 단계 판단에 쓸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요약에서 빠진 정보는 뒤에서 복구 어려움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구현하진 않는다.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모델을 고르는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컨텍스트를 설계하는 판단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서로 다른 일이라는 점만 기억. 이후 RAG·컨텍스트 엔지니어링으로 이어진다.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어텐션은 모든 토큰이 서로를 참고 → 계산이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수의 제곱(n²)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입력 2배면 계산 4배, 곧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비용·지연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수가 아니라 토큰 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움직인다. 한국어는 영어보다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글자당 토큰이 몇 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든다.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윈도우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작업대 — 클수록 좋은 게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배치하는 설계 공간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역할·판단기준·근거·출력형식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칸. '판단 기준'을 비우면 산출물을 검토하기 어렵다.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중간은 뭉개진다(Lost in the Middle)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중요 기준은 앞쪽에, 자료엔 번호를, 답엔 근거 위치를.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 때문에 입력을 2배 늘리면 계산이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 가까이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"비용은 글자 수가 아니라 토큰 수"라는 말이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사용자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특히 중요한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 윈도우가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"클수록 좋다"가 아닌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 세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컨텍스트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무엇이며, 현장에서 가장 흔히 비우는 칸은?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Lost in the Middle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무엇이며, 활용가의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 세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어텐션은 각 토큰이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모든 토큰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비교되므로 비교 수 ≈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n×n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토큰이 2배면 비교는 약 4배 → 비용·대기 시간도 함께.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한국어는 조사·어미 등으로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글자당 토큰이 영어의 몇 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같은 128K라도 한국어는 훨씬 적게 들어가고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요금도 그 비율로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불어난다.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자료 많을수록 비용·시간↑ ② 중요한 정보 찾기 어려움 ③ 충돌 자료면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기준이 흔들림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역할/목표 · 판단 기준 · 근거 자료 · 출력 형식.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가장 흔히 비우는 칸은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기준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(근거만 넣고 "분석해줘").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중요 정보가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있으면 성능이 떨어지는 U자 현상. 처방: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기준은 앞쪽 · 자료엔 제목/번호 · 답엔 근거 위치 요구.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세고, 컨텍스트를 설계한다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활용가는 토큰과 컨텍스트를 본다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2026-08-03T12:27:37Z</dcterms:created>
  <dcterms:modified xsi:type="dcterms:W3CDTF">2026-08-03T12:27:37Z</dcterms:modified>
</cp:coreProperties>
</file>