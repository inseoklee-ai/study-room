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4D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4 · AI는 문서와 사진에서 무엇을 꺼낼까 (8·정리)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넘긴 것은 노동이고 남은 것은 결정입니다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읽고 보는 노동은 위임 가능 · 믿기로 한 결정은 위임 불가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 되짚기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도구를 답의 자료형·근거·실패·사람이 정할 것으로 정리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"AI로 읽어 주세요"를 질문으로 나누기 (필요 → 도구)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위임할 수 있는 노동과 위임되지 않는 결정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 — 찾아내기에서 만들어내기로, 구조가 깨지는 자리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🎯 한 줄: 중요한 것은 도구의 유명세가 아니라 만든 주체·입력·출력 자료형·검증 방법·실패·사회적 영향이 서로 연결되어 있다는 사실입니다.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🧬 도구는 어디서 왔나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쪽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Tesseract 특징→LSTM 로컬 엔진 · PaddleOCR 탐지·방향·인식 조립 도구상자 · PaddleOCR-VL 문서 구조 복원 VLM · Claude·ChatGPT 범용 멀티모달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쪽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YOLO 공동 연구 + Darknet → 갈라진 계보 → 실습의 Ultralytics YOLO는 서로 다른 주체의 공헌. 박스·마스크·관절점 출력 차이 + Redmon의 군사·사생활 문제 → 사용 카드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❖ 유명세가 아니라 만든 주체·입력·출력 자료형·검증·실패·사회적 영향이 서로 연결되어 있다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— 여섯 도구를 한 표로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자료형 · 근거 · 실패 · 사람이 정할 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치트시트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핵심 정리 (1/2 · 문서)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문서 쪽은 좌표·페이지·원시 출력으로 근거를 되짚을 수 있는지가 갈립니다.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 자료형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되짚기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실패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정할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Tesseract·PaddleOCR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문자열·점수·좌표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위 좌표·중간 결과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누락·오인식·잘못된 읽기 순서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인식 언어·가중치, 허용 오류, 재검수 조건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PaddleOCR-VL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Markdown·표·수식·구조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 페이지·원시 출력 대조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 누락·재배열·생성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 버전, 추정 금지 규칙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Claude·ChatGPT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질문에 따른 문장·구조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 인용 위치·대화 기록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환각·비공개 전처리·서비스 변경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업로드 가능 자료, 모델·실행일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핵심 정리 (2/2 · 사진)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오늘은 추론만 실행했습니다. 학습은 반복되는 도메인 실패 + 권리가 확인된 라벨 데이터가 있을 때 검토합니다.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 자료형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되짚기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실패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정할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Detection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클래스·박스·점수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 박스·IoU·원본 시각화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미탐·오탐·위치 오차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임계값, 놓치면 안 되는 대상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Instance seg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개체별 마스크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 마스크·IoU·Dice·경계 지표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경계 누락·개체 합침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경계 기준, 면적 사용 조건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사람별 keypoint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관절점·원본 시각화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가림·관절 혼동·비인간 무출력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자세 정의, 사람 검토 조건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"AI로 읽어 주세요"를 질문으로 나눈다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덩어리로 넘기지 않기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→ 도구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🔀 필요에 따라 도구를 고른다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이제 "AI로 읽어 주세요"라고 한 덩어리로 넘기기 전에 질문을 나눌 수 있습니다. 처음 떠올린 문서와 사진을 다시 보며, 시작 때의 세 칸 답과 지금 답을 비교하세요.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필요라면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도구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글자와 좌표가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OCR 엔진 (Tesseract·PaddleOCR)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표·수식의 구조가 중요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파서 · 문서 VLM (PaddleOCR-VL)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열린 질문을 빠르게 시험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범용 VLM (Claude·ChatGPT)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위치·경계·자세가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탐지 · 분할 · 포즈 가중치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🤝 위임할 수 있는 것 vs 사람이 정할 것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에이전트에 위임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설치·연결 · 반복 실행 · 파일 저장 · UI 조립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결정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입력을 썼는가 · 모델을 몰래 바꾸지 않았는가 · 결과가 원문 어디에서 왔는가 · 틀리면 누가 확인하는가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❖ 읽고 보는 노동은 위임할 수 있지만 그 결과를 믿기로 한 결정은 위임되지 않는다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이번 실습에서 남긴 원본 해시·모델·버전·원시 결과·[UNCLEAR]·실패 기록이 그 결정을 감당하는 최소한의 근거입니다.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 — 구조가 깨지는 자리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찾아내기에서 만들어내기로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정답이 없을 때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🔎→🎨 찾아내기 vs 만들어내기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(찾아내기)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글자를 읽고, 상자를 그려 짚고, 픽셀을 칠해 경계를 선언 — 모두 원본 어딘가를 가리킴. 원본에 대조 근거가 남고, 합의한 기준으로 정답지를 만들어 평가 가능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(만들어내기)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원본에 없던 픽셀을 만들어 내는 쪽. 대조할 원본 정답이 없으면 맞다/틀리다를 따지는 방식 자체가 달라지고, 던져야 할 질문도 바뀜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✍️ 미리 한 줄 — 오늘 손에 익힌 검수 습관 중 무엇이 그대로 쓰이고, 무엇이 통하지 않을지를 적어 두고 오면 다음 시간이 훨씬 빨리 갑니다.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출처와 더 읽을거리 (표시 버전·실행일 함께 기록)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외부 PDF는 원문 링크에서 내려받아 사용하고 저장소에 재배포하지 않음. 제품·모델 이름과 지원 범위는 바뀌므로 실제 실행 시 표시 버전과 실행일을 함께 기록.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핵심 6문장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도구의 유명세가 아니라 주체·입력·자료형·검증·실패·사회적 영향의 연결을 본다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여섯 도구는 답의 자료형·근거·실패·사람이 정할 것으로 정리된다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"AI로 읽어 주세요"를 필요별 질문으로 나눈다(좌표/구조/열린 질문/위치·경계·자세)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설치·연결·반복·저장·UI는 위임 — 입력·모델 교체·근거·검토는 사람이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노동은 위임 가능, 결정은 위임 불가 — 최소 근거 = 해시·모델·버전·원시·[UNCLEAR]·실패 기록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오늘은 찾아내기(원본을 가리킴) — 다음은 만들어내기(원본 정답 없음)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 오늘 배운 것에서 "중요한 것"은 도구의 유명세가 아니라 무엇들의 연결인가?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 "AI로 읽어 주세요"를 어떤 네 갈래 질문으로 나누나? (필요 → 도구)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 코딩 에이전트에 위임할 수 있는 것과 사람이 정해야 하는 것은?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 오늘의 결론 한 문장은? 그 결정을 감당하는 최소 근거는 무엇인가?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 오늘 다룬 능력의 공통 성격은? 다음 시간에 깨지는 구조는?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 만든 주체·입력·출력 자료형·검증 방법·실패·사회적 영향이 서로 연결되어 있다는 사실.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 글자·좌표 → OCR / 표·수식 구조 → 문서 파서·문서 VLM / 열린 질문 → 범용 VLM / 위치·경계·자세 → 탐지·분할·포즈.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 위임: 설치·연결·반복 실행·파일 저장·UI 조립. 사람: 같은 입력인지·모델 몰래 안 바꿨는지·결과가 원문 어디서·틀리면 누가 확인.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 "읽고 보는 노동은 위임할 수 있지만, 믿기로 한 결정은 위임되지 않는다." 최소 근거 = 원본 해시·모델·버전·원시 결과·[UNCLEAR]·실패 기록.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 모두 파일 안에 이미 있는 것을 찾아내는 일(원본을 가리킴). 다음은 원본에 없던 픽셀을 만들어 내는 일 → 대조할 원본 정답이 없어 채점 방식 자체가 달라짐.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4D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4 · 완결 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 🙌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— 원본에 없던 것을 만들어 내는 쪽으로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2026-07-30T11:44:44Z</dcterms:created>
  <dcterms:modified xsi:type="dcterms:W3CDTF">2026-07-30T11:44:44Z</dcterms:modified>
</cp:coreProperties>
</file>