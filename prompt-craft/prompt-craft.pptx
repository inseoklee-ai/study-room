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5 · 이미지 생성 (3~4)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브라우저로 첫 장, 그리고 제대로 쓰는 법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칸을 채우고, 시드를 고정하고, 한 칸씩 고친다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이 덱의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브라우저로 첫 장  여섯 칸 실습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쓰는 법  고쳐 가는 방식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Hugging Face Space로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성능과 무관하게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장 뽑기, 여섯 칸을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칸씩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채우기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일부러 무너뜨려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손으로 알아내기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나열이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으로, 60~120단어, 부정형보다 긍정형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쓰는 사람의 차이는 첫 프롬프트가 아니라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고쳐 가는 방식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 — 좋은 프롬프트는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길게가 아니라 빈 칸이 없는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그리고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고정 + 한 칸씩 수정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만든다.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⏪ 30초 복습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모델에게 건네는 주문서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(피사체·동작·카메라·조명·환경·스타일)이 있고, 안 적으면 모델이 대신 정한다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그것도 내 의도가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데이터에서 가장 흔했던 값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그림이 별로일 때 먼저 물을 것 — "모델이 별로인가?"가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"어느 칸을 안 적었지?"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브라우저만으로 첫 장을 뽑습니다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설치도 결제도 없이, 그래픽카드 없이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10812" y="5486400"/>
            <a:ext cx="376732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10812" y="5486400"/>
            <a:ext cx="3767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Hugging Face Space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Space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성능과 무관하게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Hugging Face Space = 모델 데모 페이지. 일부는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허깅페이스가 GPU를 대 준다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모델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FLUX.2-klein 4B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(Black Forest Labs, 아파치 2.0) — 한 장에 몇 초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시간 한도 — 비로그인 하루 2분, 무료 로그인 하루 5분(처음 쓴 시점 24시간 뒤 회복).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계정을 만들어 두는 편이 낫다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5분이면 이 모델로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수십 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설치·결제·그래픽카드 없이, 맥이든 윈도우든 상관없이 시작.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여섯 칸을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칸씩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채운다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02971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04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채울 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04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피사체만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factory worker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환경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…at an inspection line inside a manufacturing plant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동작·끝점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…leans over the line and stops, one hand on the rail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카메라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Medium shot, static camera, 50mm lens. 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조명·스타일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…soft morning light from the left. Photorealistic documentary, muted palette.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4761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54761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54761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다 적지 말 것.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시드를 고정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차이가 프롬프트 때문이라 말할 수 있다. 대개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카메라를 적은 4번에서 가장 크게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바뀐다 — 그때까지 모델이 마음대로 정하던 칸이라서.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👀 예쁜지가 아니라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적은 것이 반영됐는지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적은 것이 들어왔나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50mm면 화각이, 왼쪽 조명이면 그림자가 오른쪽으로? 안 들어왔으면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말로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바꿔 적는다.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적은 것이 이상하게 채워졌나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나이·성별을 안 적었다면 모델이 골랐다. 의도와 다르면 모델이 틀린 게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안 적은 것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요소를 더할수록 무너지지 않나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경계를 손으로 알아내는 것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실습의 진짜 목적.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vs 영어도 시험 — 대체로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영어가 안정적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(캡션이 영어에 치우침). 절충 =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한국어로 정리 후 에이전트가 영어로 옮기기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💥 일부러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무너뜨려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요소를 계속 더하면 — 인물이 사라지거나 하나 더 생기고,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몸 없는 안전모·주인 없는 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붙고, 동작이 뒤섞이고, 글자가 낙서가 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장면에도 "몸 없는 안전모가 떠 있는" 결과가 나온다 →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 전에 반드시 한 번 훑어보기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34946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무너지면 프롬프트를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길게 쓰면 안 된다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"손가락 다섯 개"·"정확히 네 명"은 오히려 악화 — 답은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장면을 나누는 것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(두 명씩 두 번, 또는 한 명 구도로)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53187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53187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53187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글자도 시험 — 표지판에 "점검 중"을, 그다음 영어로.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한글이 영어보다 어렵다.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어디까지 되는지 알면 "글자는 나중에 넣자" 판단 시점을 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프롬프트를 쓰는 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나열이 아니라 문장으로, 그리고 고쳐 가며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828" y="5486400"/>
            <a:ext cx="351129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38828" y="5486400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칸 · 시드 · 한 칸씩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키워드 나열 →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masterpiece, best quality, ultra detailed, 8k, photorealistic,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factory, worker, helmet, cinematic lighting, sharp focus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안전모를 쓴 작업자 한 명이 스테인리스 점검 라인 위로 몸을 숙이고,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왼쪽 창에서 부드러운 아침 빛이 든다. 다큐멘터리 사진, 얕은 심도.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8575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이유는 계보 — 지금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프롬프트를 읽는 것이 언어모델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명사 더미보다 "누가 어디서 무엇을 하고 빛이 어디서 온다"는 문장을 훨씬 잘 알아듣는다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masterpiece·8k는 대개 아무 일도 안 하거나 그림을 어중간하게 만든다 → 그 자리에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"무엇을 찍은 사진인지"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적는다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72084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72084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72084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"8k, ultra detailed"보다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"다큐멘터리 사진, 얕은 심도"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실제로 통한다.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여섯 칸을, 제대로 (순서에 의미)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피사체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무엇이 몇, 어떤 상태. "사람"이 아니라 "안전모 쓴 작업자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명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". 수를 안 정하면 대개 많아진다.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+ 끝점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"일한다"보다 "라인 위로 몸 숙여 손을 난간에". 시선도 여기(안 적으면 카메라를 본다).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가장 크게 바뀌는 칸. 샷·각도·렌즈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셋을 넘기지 않는다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(넷째부터 충돌).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조명·환경·스타일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빛의 방향/성질, 어디·언제, 사진인지 일러스트인지.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칸 더(선택)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재질·표면에서 빛이 어떻게 구는가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"대리석 상판에 조명이 반사되고 김이 그 빛을 받아 결이 보인다" → 모델이 사진으로 배운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물리적 단서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 갑자기 진짜 같아진다.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길이·밀도, 그리고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60~120단어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권장. 길다고 좋아지지 않는다 — 200단어 의식의 흐름보다 60단어 구조가 낫다(길수록 모순 지시 위험↑)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요소를 욱여넣지 말 것 → 답은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장면을 나누기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여러 요소는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층으로 쌓기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(배경 먼저 → 인물 하나 → 다음 인물; 요즘 도구는 만든 그림을 다시 넣어 고칠 수 있다)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부정형보다 긍정형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"사람이 없는 공장"엔 '사람'이 들어 있어 사람 쪽으로 끌린다.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"텅 빈 공장"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통한다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없애고 싶은 것을 말하지 말고, 있었으면 하는 상태를 말하라.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🚫 네거티브 프롬프트에 대해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빠른(증류) 모델에선 이 칸이 무력하다.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네거티브는 조건 준/안 준 예측의 차이로 미는 구조 위에 얹히는데, 증류 모델은 그 과정을 껐다(guidance_scale=0.0) → 밀어 낼 축이 없다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기준은 이름이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증류판인가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turbo·schnell·fast가 붙으면 대개 무력, 기본판은 살아 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작동하는 모델에서도 "bad anatomy, worst quality…"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덩어리의 효과는 증명된 적 없다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(캡션에 그 태그가 있었어야 통함)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5140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85140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85140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네거티브 칸은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짧게, 실제로 확인한 것만.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무엇보다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긍정형 프롬프트를 고치는 것이 거의 항상 더 효과적.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🖐️ 그래도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되는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7143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잠재 공간에서 손이 차지하는 자리가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아주 좁고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(작게 잡힐수록 더), 관절이 많아 각도마다 달라 보이고, 다섯 손가락 온전한 학습 사진이 적다. "정확히 다섯 개"는 대개 무용 →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손이 크게 안 잡히는 구도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또는 잘 나온 그림에서 출발.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안 글자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카드가 스스로 "부정확·왜곡될 수 있다"고 밝히는 수준. 한글이 더 어렵다 →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자리를 비워 두고 나중에 편집 도구로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437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8437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8437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끝으로 — 전체는 좋은데 한 곳만 이상하면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부분만 지정해 다시 그리기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(인페인팅). 프롬프트를 백 번 고치는 것보다 빠르고, 실무자들이 "결국 답은 이것"이라 말하는 방법.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한 번에 완성하지 않는다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쓰는 사람과 못 쓰는 사람의 차이는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프롬프트의 완성도가 아니라 고쳐 가는 방식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(못 쓰는 방식: 통째로 다시 쓰고, 단어 잔뜩 더하고, 모델 바꾸기 → 무엇이 효과였는지 영영 모름)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21899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1899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208711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시드를 고정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 — 달라진 게 프롬프트 때문이라 말할 수 있게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95194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7980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7980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695194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한 칸만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바꾼다 — 조명 고쳤으면 조명만 본다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0327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4061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4061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30327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바뀌었는지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적어 둔다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(서너 번이면 기억이 섞인다)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91134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" y="40142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40142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391134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칸을 다 채웠는데도 안 되면,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그때 비로소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다른 것을 의심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57428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57428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" y="457428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마음에 드는 게 나오면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시드를 풀어 여러 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뽑아 결 비슷한 것 중 고른다. 여섯 칸을 되물어 채워 주는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인터뷰 스킬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(에이전트)도 쓸 수 있다 — 어느 칸을 무엇으로 채웠는지 함께 밝혀 주게.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5문장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Space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성능과 무관하게 첫 장 — 여섯 칸을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칸씩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채우며 무엇이 바뀌는지 본다.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나열이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으로. 지금 프롬프트를 읽는 건 언어모델이다.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60~120단어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·부정형보다 긍정형. 요소가 넘치면 길게가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장면을 나눈다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증류 모델에선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네거티브가 무력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손가락·글자는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구도로 피하거나 인페인팅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쓰는 비결은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고정 + 한 칸씩 수정 + 기록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여섯 칸을 한 칸씩 채울 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시드를 고정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이유는? 대개 어느 칸에서 가장 크게 바뀌나?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요소가 많아 그림이 무너질 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 말아야 할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올바른 답은?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"키워드 나열보다 문장"이 지금 맞는 이유는?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"사람이 없는 공장"이 잘 안 통하는 이유와 대안은?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프롬프트를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고쳐 가는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좋은 방식 네 가지는?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 차이가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때문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말할 수 있게(안 고정하면 운인지 프롬프트인지 구별 불가). 대개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적은 4번.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프롬프트를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길게 쓰면 안 된다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("정확히 네 명"은 악화). 답은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장면을 나누거나 층으로 쌓기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지금 프롬프트를 읽는 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언어모델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이라, 명사 더미보다 "누가 어디서 무엇을" 문장을 잘 알아듣는다.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'없는'에 '사람'이 들어 있어 그쪽으로도 끌린다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"텅 빈 공장"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원하는 상태를 긍정형으로.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 시드 고정 ② 한 번에 한 칸만 ③ 바뀐 것 기록 ④ 다 채웠는데도 안 되면 그때 다른 것 의심.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칸을 채우고, 한 칸씩 고친다 ✍️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브라우저로 첫 장, 프롬프트 쓰는 법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2026-08-12T11:38:52Z</dcterms:created>
  <dcterms:modified xsi:type="dcterms:W3CDTF">2026-08-12T11:38:52Z</dcterms:modified>
</cp:coreProperties>
</file>