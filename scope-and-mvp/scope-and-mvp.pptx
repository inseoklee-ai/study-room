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범위부터 좁힌다 — MVP와 안 만들 것 목록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빼고 무엇을 남길까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— 작지만, 하나는 끝까지 되는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스케이트보드 vs 자동차 타이어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축소판이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MVP(최소 기능 버전)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"완성품의 축소판"이나 "화면만 그럴듯한 시제품"이 아닙니다. 사용자가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있는 한 가지 일을 처음부터 끝까지 해낼 수 있는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의도적으로 작은 버전입니다.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🛹 스케이트보드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"이동"이라면 훌륭한 MVP.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느려도 실제로 굴러가고 나를 데려다준다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🛞 자동차 타이어 하나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MVP가 아니다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잘 만들어도 그걸로는 아무 데도 못 간다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8449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기능 수가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흐름 완결성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MVP의 기준입니다 — 첫 버전은 초라해도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굴러가야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5398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스케이트보드 → 자전거 → 자동차는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단계 탈 수 있습니다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타이어 → 차체 → 자동차는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전엔 못 탑니다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— 거대한 앱도 시작은 초라했다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에어비앤비 · 드롭박스 · 인스타그램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버전은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작았습니다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에어비앤비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창업자들이 자기 집 거실에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에어매트리스 3개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깔고, 사진 몇 장과 허름한 웹페이지 하나로 시작.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시스템도, 리뷰도, 결제도 없었다.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주말 손님 3명이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80달러씩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냈고, 그걸로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"낯선 사람이 낯선 집에 돈 내고 묵을까?"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가장 큰 의문을 검증했다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드롭박스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아예 제품을 안 만들고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3분짜리 시연 영상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올렸다. 대기자가 하룻밤에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5천 → 7만 5천 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 전에 수요를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원래는 체크인·일정 기능이 잔뜩 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'Burbn'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사용자들이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공유 기능을 특히 많이 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점을 보고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사진·필터·피드 중심으로 범위를 좁혔다.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앱은 2년 만에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10억 달러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팔렸다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공통점 — 하나같이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하나의 핵심만, 초라하지만 끝까지 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— 실패에서 방향을 튼 회사들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피벗(pivot)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서비스 상당수가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걸 만들다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튼 결과입니다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만들던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진짜였던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「Glitch」라는 온라인 게임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팀이 자기들끼리 소통하려고 만든 사내 채팅 도구 게임을 접고 그 도구를 제품으로 → 훗날 세일즈포스에 약 277억 달러 인수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트위터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팟캐스트 회사(Odeo) 애플이 아이튠즈에 팟캐스트를 넣자 하루아침에 설 자리를 잃었다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위기 속 사내 아이디어 "140자 짧은 글 올리기"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인스타그램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체크인·포인트 기능이 잔뜩이던 「Burbn」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많이 쓰던 사진과 필터 — 그쪽으로 좁혀 다시 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공통점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"내가 부수적으로 만든 것"이 진짜 제품이었다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1117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만들다가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"어? 이 부분이 진짜 쓸 만한데?"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싶으면, 원래 계획을 고집하지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거기로 방향을 트는 용기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내세요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창업자 시스트롬의 말처럼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"최고의 회사들에는 모두 전신(前身)이 있었다"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자를 용기 — '안 만들 것' 목록이 비밀 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한 줄 · MoSCoW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고르는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기능 없이 출시해도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핵심 문제를 풀 수 있나?"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그렇다면 (또는 애매하면) 자릅니다 — 버전 2에 넣으면 됩니다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68524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MoSCoW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이것만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Should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있으면 좋음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Could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Won't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일부러 최소 5개를 적어 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350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7350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47350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"지금은 안 함(Won't)" 목록이 가장 강력한 무기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적어 두면 "이것만 더 넣으면 안 될까?"의 유혹(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크립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막아 줍니다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— 기능을 더하다 가라앉은 배들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크립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하나하나는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그럴듯합니다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"고객이 원해서", "경쟁사에 있어서", "하루면 된다길래"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따라하기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창업자가 경쟁사가 냈다는 이유로 기능을 3주 만에 급조했는데,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미완성에 버그투성이라 지원 요청만 쌓였고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정작 그 기능을 원하던 고객은 경쟁사로 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 들어드릴게요"의 함정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잘나가던 간단한 뉴스레터 도구가 고객 요청마다 소셜 예약·CRM·고급 분석을 붙이다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하나 제대로 못 하는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됐다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회사도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윈도우 비스타, 초기 아이튠즈는 "한꺼번에 다 개선"하려다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무겁고 느려진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대표 사례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성공한 제품은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만들었나"만큼 "무엇을 거절했나"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정의됩니다 — 새 요청은 일단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목록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프로젝트를 '한 문장'으로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해결책이 아니라 문제로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범위 좁히기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정의는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'누구의 어떤 불편'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초점을 둡니다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[누가] 가 [어떤 상황/언제] 에  [무엇을 못 해서],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[어떤 불편]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을 겪는다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"동네 카페 단골손님이 재방문할 때 종이 쿠폰을 자주 잃어버려서, 사장님도 손님도 적립 혜택을 놓친다."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누가(단골손님)·언제(재방문)·무엇(쿠폰 분실)·불편(혜택 누락)이 한 문장에 다 담기고,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해결책은 열려 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137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1376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1376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자기 점검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"사용자가 가치를 얻으려면 완료해야 하는 단 하나의 행동은 무엇인가?"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이걸 한 문장으로 못 쓰겠다면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아직 넓다는 신호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'가장 작은 첫 조각'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욕심내면 (버전2로 미룰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조각 (딱 이것 하나)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사장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스탬프 적립 + 등급/포인트 + 쿠폰 발송 + 매출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메뉴를 보여주는 한 화면(사진·이름·가격)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행정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제증명 온라인 신청 + 결제 + 발급 + 예약 연동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서류 목록 + 각 서류 설명 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독서모임 운영자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회원관리 + 출석 + 토론 게시판 + 도서 추천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모임 날짜·장소·읽을 책 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헬스 트레이너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회원별 기록 + 식단 + 결제 + 채팅 상담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운동 루틴을 순서대로 보여주는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청구서 + 결제추적 + 자동 리마인더 + 다국어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청구서 1장 만들어 보내는 흐름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✂️ 자르는 기준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기능을 빼도 사용자가 여전히 가치를 얻나?"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단, 너무 잘라서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"원한 결과를 하나도 끝낼 수 없다면"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그건 지나치게 자른 것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정하기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지금 채웁니다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채울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서비스를 한 문장으로 (한 문장에 안 담기면 범위가 너무 넓은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흐름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처음부터 끝까지 하는 한 가지 (예: 상품 고르기 → 장바구니 → 주문)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꼭(Must) 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흐름에 반드시 필요한 것 3가지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안 함(Won't) 5개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이번엔 일부러 빼는 것 5가지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 기준(done)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"이것까지 되면 오늘 성공"의 기준 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"완성 기준"과 마감을 먼저 정하고 거기에 범위를 맞추세요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범위에 마감을 맞추면 끝없이 늘어납니다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스케이트보드와 자동차 타이어의 차이가 말하는 MVP의 기준은?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 수가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흐름 완결성.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느려도 실제로 나를 데려다주면 MVP, 잘 만들어도 아무 데도 못 가면 MVP가 아니다.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드롭박스가 첫 버전으로 만든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제품이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3분짜리 시연 영상.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대기자가 하룻밤에 5천 → 7만 5천 명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 전에 수요를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MoSCoW에서 MVP에 만드는 것과, 가장 강력한 무기는?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 가장 강력한 무기는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Won't(지금은 안 함) 목록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일부러 최소 5개를 적어 둔다.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문장 정의에서 빼야 하는 것은?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해결책과 수단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("앱으로·자동으로·AI로"). 누가·언제·무엇을 못 해서·어떤 불편인지,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남긴다.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자르기 · 완결 · 거절 ✂️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2026-08-27T14:09:36Z</dcterms:created>
  <dcterms:modified xsi:type="dcterms:W3CDTF">2026-08-27T14:09:36Z</dcterms:modified>
</cp:coreProperties>
</file>