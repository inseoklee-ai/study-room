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설명은 모델이 읽는 지시다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쓰는 일은 곧 프롬프트를 쓰는 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계약의 세 자리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주는 방식의 계보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주입된 문장을 꺼내기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설명·인자 스키마·반환/실패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묶은 계약으로 다시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규약 → function calling → M×N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이어진 계보를 따라간다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능력을 건네는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(시스템 프롬프트·Skill·MCP)를 비교한다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랩에서 도구 설명이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안에 그대로 놓임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코드로 확인한다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모델의 관점에서 도구는 결국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읽는 문장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환원된다.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계약이다 — 세 자리를 함께 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 등록이 아니라, 모델이 읽고 선택하는 계약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· 인자 스키마 · 반환/실패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📑 계약의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각자 맡는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도구의 목적과 사용할 조건을 문장으로. "허용된 창고의 현재 재고를 조회하며 수량은 바꾸지 않는다"는 선택의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준다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스키마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호출의 빈칸을 기계적으로 제한. 식별자의 의미·필수 여부·허용값을 규격화해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오류가 실행 경계를 넘지 못하게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반환/실패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성공엔 식별자·상태·기준 시각처럼 필요한 값만, 실패엔 재입력·권한 요청·재조회 중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드러낸다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조건을 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모델은 빈자리를 추측으로 메운다. 정상값뿐 아니라 인자 누락·범위 밖 값·일시적 서버 실패로도 계약을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목적 · 형식 · 다음 판단으로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맡는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빠지면 생기는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목적·맥락·사용 조건을 문장으로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조건이 없으면 추측으로 메움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인자 스키마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입력·출력의 구조·자료형·필수값 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오류가 실행 경계를 넘음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시 필요한 값만(식별자·상태·시각)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판단의 근거가 흐려짐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뒤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재입력·권한 요청·재조회 중 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오류에서 다음 행동을 못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목적·맥락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 스키마는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맡는다. 계약은 정상값과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경로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모두 적어야 완성된다.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주는 방식의 계보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규약에서 표준 프로토콜까지, 무엇이 달라졌나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규약 · function calling · M×N · MCP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네 단계로 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텍스트 규약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파싱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툴 호출 API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API가 구조 보장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M×N 문제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연결이 폭증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연결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단계는 앞 단계의 문제를 푼다 — 표기법의 불일치 → 호출 구조 보장 → 연결의 폭증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프로토콜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텍스트 규약 → ②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툴 호출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96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96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텍스트 규약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시스템 프롬프트에 도구 이름·인자·규칙을 텍스트로 적고, 모델이 만든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Action: 검색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문장을 개발자가 직접 파싱(ReAct 계열). 표기법이 벤더·구현마다 달라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보장이 약함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3516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483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48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23516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툴 호출 API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OpenAI가 2023년 6월 function calling 도입: JSON 스키마로 함수를 선언하고 구조화된 함수 호출을 받음. Anthropic의 tool use도 이름·설명·입력 스키마를 보내고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tool_use 블록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0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30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30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실행용 문장을 지어내고 개발자가 해석하던 방식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API가 호출 구조를 보장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방식으로.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M×N 문제 → ④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96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96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M×N 문제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애플리케이션 M개·도구 N개면 각 조합을 따로 연결하는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M×N개의 작업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API마다 도구 선언·인증·반환값 해석 규칙도 다름. 개별 호출 구조는 갖췄지만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제품이 연결을 함께 쓰는 문제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남음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3516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483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48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23516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MCP(Model Context Protocol)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Anthropic이 2024년 11월 25일 공개 표준으로 발표. 서버는 도구·리소스·프롬프트를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내놓고, 클라이언트는 공통 규약으로 소비. stdio·HTTP 같은 표준 전송 계층 사용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0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30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30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벤더별 연동을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연결로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M×N개의 개별 작업이 하나의 공통 규약으로 수렴한다.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능력을 건네는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주로 맡는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점 / 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요청에 적용되는 짧고 안정적인 규칙엔 알맞음 / 드문 절차까지 넣으면 매번 문맥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Skill(불러오는 안내 문서)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과업별 절차·참고자료·완료 기준 재사용 / 언제 불러오고 누가 갱신할지 관리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서버의 도구·스키마를 표준 방식으로 연결 / 인증·권한·서버 운영을 대신 해결하지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경로는 각각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규칙·절차·연결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맡는다. 어느 것도 인증·권한·운영을 마법처럼 없애 주지는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그러나 모델의 관점에서는…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프롬프트도 · Skill도 · MCP도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모델이 읽는 문장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환원된다능력을 어떤 경로로 건네든, 모델 입장에서는 하나의 프롬프트 안 텍스트가 된다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경로는 개발자에게 다르지만,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모델에게는 같은 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그래서 도구를 설계하는 일과 프롬프트를 쓰는 일은 나뉘지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랩 — 주입된 문장을 꺼내기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클라이언트가 실제로 보내는 JSON과 렌더된 프롬프트를 펼친다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2026-08-27 · colab-mcp · qwen3.5:2b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랩 ① — MCP 도구를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JSON으로 꺼내기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MultiServerMCPClient({"colab": {"transport": "stdio",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"uv", "args": ["run", "--directory",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"colab-mcp 설치 경로", "colab-mcp"]}})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await client.get_tools()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print(json.dumps([convert_to_openai_tool(t) for t in tools],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ensure_ascii=False, indent=1))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MultiServerMCPClient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이름별 MCP 서버 접속 설정을 받는 클라이언트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get_tools()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서버가 공개한 도구 목록을 비동기로 가져옴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convert_to_openai_tool()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각 도구를 함수 호출 형식으로 변환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출력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문장이 그대로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 JSON에 사람이 쓴 설명 문장이 손대지 않은 채 들어간다: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open_colab_browser_connection 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"Opens a connection to a Google Colab browser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session and unlocks notebook editing tools…"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6778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6778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6778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도구에 적은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문장이 JSON에 그대로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실린다. 즉 도구 설명을 쓰는 순간 모델이 읽을 지시를 쓴 것이다.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랩 ② — 호출 요청은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ChatOllama(model="qwen3.5:2b",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temperature=0, reasoning=False)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await llm.bind_tools(tools).ainvoke(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"구글 코랩을 브라우저로 연결해 줘")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print("tool_calls:", [(tc["name"], tc["args"])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for tc in r.tool_calls])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print("prompt_eval_count:",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r.response_metadata.get("prompt_eval_count"))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3639312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tool_calls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3931920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[('open_colab_browser_connection', {})]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11596" y="3529584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3529584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2220" y="3639312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prompt_eval_count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0508" y="3931920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289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932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0932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50932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않고 요청만 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서버는 이 요청 처리에 프롬프트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289토큰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채팅 템플릿을 렌더하면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&lt;tools&gt;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GGUF(모델 가중치·설정 파일 형식)에서 공식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템플릿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꺼내 같은 입력을 직접 렌더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JSON이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블록 안 &lt;tools&gt;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놓이고, 그 아래 &lt;tool_call&gt; 호출 형식 안내·사용자 발화·모델 응답 자리가 이어짐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 토큰(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&lt;|im_start|&gt;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등)은 서버가 문자가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취급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처리값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prompt_eval_count 289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렌더 입력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prompt_eval_count 288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1토큰 차이는 시작 토큰·빈 생각 블록 처리 차이(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reasoning=False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고정해 재현)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입력은 사실상 같은 텍스트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설명·인자 스키마·반환/실패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묶은 계약이며, 모델은 이 계약을 읽고 행동을 고른다.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주는 방식은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규약 → function calling → M×N → MCP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표준 연결을 향해 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프롬프트·Skill·MCP는 규칙·절차·연결을 맡지만, 모델에겐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문장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랩에서 확인 — description은 JSON에 그대로, 도구 JSON은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&lt;tools&gt; 시스템 블록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주입된다(289≈288).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계약의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무엇이며 각각 무엇을 맡는가?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조건을 빼면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모델은 어떻게 행동하나?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주는 방식의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 계보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순서대로 말하라.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능력을 건네는 세 경로(시스템 프롬프트·Skill·MCP)는 각각 무엇을 맡나?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랩에서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289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288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무엇이고, 그 차이가 뜻하는 바는?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(목적·조건 문장)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스키마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(호출의 형식 제한)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반환/실패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(다음 판단과 다음 행동).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빈자리를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추측으로 메운다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인자 누락·범위 밖 값·일시적 서버 실패로도 계약을 확인해야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초기 텍스트 규약 → ② 네이티브 툴 호출 API(function calling) → ③ M×N 문제 → ④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시스템 프롬프트=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Skill=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MCP=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그러나 모델에겐 모두 읽는 문장으로 환원된다.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289=서버 처리 프롬프트 토큰, 288=직접 렌더한 raw 입력 토큰. 1토큰 차이는 시작 토큰·빈 생각 블록 처리 차이로,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입력이 사실상 같음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뜻한다.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쓰는 일 = 프롬프트를 쓰는 일 🔧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설명은 모델이 읽는 지시다 — 여기까지 · 다음: 실습 1 — 도구 정의서와 실패 사례 리디자인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