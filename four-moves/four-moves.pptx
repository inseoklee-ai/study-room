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1 · 아이펠 적용하기 · COMPUTATIONAL THINKING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사고법, 네 개의 손동작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분해 · 패턴 인식 · 추상화 · 알고리즘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별개의 개념 넷이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넷은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사고법(큰 문제를 작게 나누기)을 실제로 할 때 손이 거치는 네 동작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 한 번 하는 데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"재료 손질·간 맞추기·불 조절·담기"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 따로 노는 기술이 아니라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요리를 이루는 동작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것과 같습니다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12686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용어는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2006년 카네기멜런대 자넷 윙(Jeannette Wing) 교수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짧은 글에서 대중화했습니다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윙은 컴퓨팅 사고법이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전문가만의 것이 아니라 모든 분야의 사람에게 쓸모 있는 기본 소양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이라고 봤습니다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1 — 분해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 막막한 것을 시작할 수 있는 조각으로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네 개의 손동작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"결혼식을 준비하라"는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막막합니다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27101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1161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112471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짜기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81965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85416" y="1371600"/>
            <a:ext cx="127101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481328"/>
            <a:ext cx="1161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58568" y="1773936"/>
            <a:ext cx="112471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하객 명단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56432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822192" y="1371600"/>
            <a:ext cx="127101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77056" y="1481328"/>
            <a:ext cx="1161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95344" y="1773936"/>
            <a:ext cx="112471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예약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9320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58968" y="1371600"/>
            <a:ext cx="127101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13832" y="1481328"/>
            <a:ext cx="1161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32120" y="1773936"/>
            <a:ext cx="112471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청첩장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2998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095744" y="1371600"/>
            <a:ext cx="127101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1481328"/>
            <a:ext cx="1161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68896" y="1773936"/>
            <a:ext cx="112471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식순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732520" y="1371600"/>
            <a:ext cx="127101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87384" y="1481328"/>
            <a:ext cx="1161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805672" y="1773936"/>
            <a:ext cx="112471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주문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00353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0369296" y="1371600"/>
            <a:ext cx="127101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0" y="1481328"/>
            <a:ext cx="1161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442448" y="1773936"/>
            <a:ext cx="112471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신혼여행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2615184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쪼개면 각 항목은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당장 손댈 수 있는 크기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됩니다.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34" name="Text 32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분해의 기준은 하나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"한 사람이 한 시간 안에 시작할 수 있는 크기"까지 쪼갰는가.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그보다 크면 다시 나눕니다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3768471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일을 시킬 때도 같습니다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"업무를 자동화해 줘"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결혼식을 통째로 던진 것,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"메일을 세 종류로 나눠 표로 만들어 줘"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한 조각으로 쪼갠 것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2 — 패턴 인식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것을 알아보기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네 개의 손동작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가계부에서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"카페"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묶이는 순간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스타벅스  5,500원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투썸  4,800원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이디야  4,000원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 한 달 23만 원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형식이 반복되면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가지 해결책으로 여러 조각을 한꺼번에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풀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"묶어 보는"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동작이 패턴 인식입니다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도메인 전문가는 이 동작을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매일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 — 환자 100명의 증상에서, 100건의 판례에서, 100건의 캠페인 결과에서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반복을 알아보는 일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3 — 추상화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본질만 남기고 나머지는 버리기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네 개의 손동작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 노선도는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실제와 다릅니다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실제 서울 지하철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 역 사이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거리도 제각각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노선도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직선에 등간격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그려진다 — "어느 역에서 갈아탈 수 있는가"라는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본질만 남기고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실제 거리·곡선은 버렸다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그래서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오히려 길 찾기가 또렷해집니다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버리는 것이 이해를 돕는 경우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310128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추상화가 중요한 이유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컴퓨터는 애매함을 못 알아듣기 때문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모호한 표현(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"적당히", "심한"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)을 컴퓨터가 알아들을 수 있는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또렷한 형태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옮기는 동작이 추상화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4 — 알고리즘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푸는 순서를 정하기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네 개의 손동작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자체가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결과의 일부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 빨래·색 빨래  분리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 빨래  먼저 세탁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분리하는 단계를 건너뛰면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흰옷에 물이 듭니다.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73527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쓰고 있는 알고리즘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ABCDE 평가 — 기도·호흡·순환·의식·노출 순서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변호사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사실관계 → 쟁점 → 법률 → 판례 → 결론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시장 조사 → 목표 → 제작 → 실행 → 분석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548640" y="475602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475602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3" name="Text 20"/>
          <p:cNvSpPr/>
          <p:nvPr/>
        </p:nvSpPr>
        <p:spPr>
          <a:xfrm>
            <a:off x="786384" y="475602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여러분의 도메인에도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알고리즘이 있습니다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이름만 안 붙였을 뿐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동작은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사이클로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돕니다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분해 ─────────► 패턴 인식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▲                │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             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알고리즘 ◄───────  추상화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33472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"분해 → 패턴 → 추상화 → 알고리즘"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방향으로만 흐르지 않습니다.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서로 오갑니다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알고리즘을 짜다 보면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쪼개야 할 부분이 보여 다시 분해로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돌아가고, 패턴이 또렷해지면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추상화가 가벼워집니다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동작 사이를 자연스럽게 오가는 것이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익숙해진 상태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837051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837051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837051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완벽하게 하려 하지 마세요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첫 시도는 거칠고, 두세 번째에서 또렷해집니다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분해를 어디까지 해야 하는가?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"한 사람이 한 시간 안에 시작할 수 있는 크기"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까지. 그보다 크면 다시 나눈다.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추상화가 필요한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컴퓨터는 애매함을 못 알아듣기 때문.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"적당히"·"심한" 같은 모호한 표현을 또렷한 형태로 옮긴다.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동작의 순서에 대해 맞는 설명은?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방향으로만 흐르지 않고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오간다.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알고리즘을 짜다 더 쪼갤 부분이 보이면 분해로 돌아간다.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분해 · 패턴 · 추상화 · 순서 🔁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Computational Thinking ②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2026-08-27T20:29:05Z</dcterms:created>
  <dcterms:modified xsi:type="dcterms:W3CDTF">2026-08-27T20:29:05Z</dcterms:modified>
</cp:coreProperties>
</file>