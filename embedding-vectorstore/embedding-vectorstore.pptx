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임베딩과 벡터스토어 구축하기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문서가 같은 공간에 있어야 거리가 말을 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스크립트를 그대로 돌리면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384차원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남습니다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과거에 쓰던 경로는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 384차원 벡터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남깁니다. 화면에서 숫자 배열은 정상처럼 보이지만,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다른 공간에서 만들어진다면 '가까움'이라는 판단 자체가 성립하지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문서와 질문의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출발점을 먼저 맞추어야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24887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onnx-community/embeddinggemma-300m-ONNX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768차원 (문장·질문 각각 벡터 하나)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방문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파일 약 200MB · 첫 로드 실측 5~15초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07383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화면은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것처럼 보이지 않게 진행 상태와 캐시 여부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보여 주어야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만드는 과정이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근거 후보를 찾기 위한 색인 과정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캐시는 재방문 경험의 계약입니다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장식이 아닙니다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임베딩과 벡터스토어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캐시만 믿기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Face의 resolve URL이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서명된 CDN URL로 리다이렉트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적중이 불안정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URL을 키로 삼아 Cache Storage에 직접 보관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캐시 적중 때에는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상태와 캐시 사용 여부를 즉시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알리는 편이 낫습니다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Storage가 실패할 수 있으므로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재시도 뒤에도 실패하면 다운로드를 계속하는 경로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남겨 두고, 브라우저 환경에 따라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저장을 보장한다고 단정하지 않아야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캐시 전략의 목적은 — 사용자가 다시 방문했을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준비가 아니라 질문 자체에 집중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만드는 것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파이프라인이 멈추는 지점을 우회합니다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토크나이저와 세션을 분리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임베딩과 벡터스토어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no_gather_q4 경로로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분리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q4 또는 q8 경로가 선택되면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WASM ONNX Runtime이 GatherBlockQuantized 연산을 지원하지 않아 실패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있습니다. 해결은 모델 전체를 포기하는 일이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분리하는 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20141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20141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토크나이저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transformers.js의 AutoTokenizer로 사용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18054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83235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83235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718054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세션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model_no_gather_q4.onnx와 데이터 파일을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ONNX Runtime에 직접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넘긴 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WASM 실행 공급자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지정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03854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03854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3495294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rag.ts의 핵심 경로를 짧게 확인합니다.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tokenizer = await AutoTokenizer.from_pretrained(modelId);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session = await ort.InferenceSession.create(modelUrl,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executionProviders: ["wasm"],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8975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88975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88975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에이전트에게는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문구만 전달하지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토크나이저와 ORT 세션을 분리해야 하는 이유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no_gather_q4 파일을 써야 하는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요구해야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평균을 만들고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길이를 맞춰야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비교가 공정해집니다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출력의 last_hidden_state는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토큰마다 하나씩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생기므로, 문장 하나를 대표하는 벡터로 줄이는 규칙이 필요합니다.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pooling  attention_mask가 가리키는 실제 토큰만 평균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정규화  벡터 길이를 1로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39356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순서가 없으면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패딩 토큰이 문장 표현에 섞이거나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길이 차이가 점수에 과도하게 영향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정규화된 벡터끼리는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내적이 곧 코사인 유사도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읽히므로, 검색 단계가 별도 길이 보정을 반복하지 않아도 됩니다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5691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25691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25691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에이전트에게 명시할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텐서의 첫 값만 사용하지 말 것 · 마스크를 분모와 분자에 함께 반영할 것 · 0으로 나누는 경우를 방어할 것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차원이 같다고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비교가 되는 것은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BGE 경로는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384차원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현재 모두콘 코퍼스는 Gemma의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768차원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결과를 섞으면 계산이 실패하거나 의미 없는 거리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만듭니다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위험한 경우는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차원이 우연히 같아도 서로 다른 모델의 공간을 섞는 경우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숫자는 나오지만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가까움의 뜻이 보장되지 않습니다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벡터를 만들 때 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pooling 방식 · 정규화 규칙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 질문 임베딩에도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적용합니다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기존 스크립트가 있다는 이유만으로 재실행하지 말고,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코퍼스의 차원과 생성 모델을 먼저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태도가 필요합니다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— 문서 벡터스토어를 만듭니다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검색으로 되짚어 확인합니다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임베딩과 벡터스토어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조건을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embed-docs-browser-path.mjs는 Node 환경에서 같은 모델의 feature-extraction pipeline을 사용하고,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dtype:"q4", pooling:"mean", normalize:true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조건으로 문서 벡터를 만들며 결과를 app/public/moducon-docs.json에 둡니다.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모두콘 공개 문서 청크 배열을 읽어 브라우저 RAG용 벡터스토어를 만드는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embed-docs-browser-path.mjs를 작성합니다. onnx-community/embeddinggemma-300m-ONNX를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사용하고 dtype은 q4, pooling은 mean, normalize는 true로 고정합니다.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청크의 id, text, url, section을 보존하고 vector를 추가하여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app/public/moducon-docs.json에 저장합니다. 기존 BGE 384차원 경로는 사용하지 말고,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 후 모든 vector가 768차원인지 검사하는 검증도 포함합니다.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970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970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970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생성된 스크립트의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ID, q4 설정, mean pooling, 정규화, 출력 필드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대조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스팟체크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거꾸로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명령이 성공했다는 메시지만으로 벡터스토어가 올바르다고 판단할 수 없습니다.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check_retrieval.py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54012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54012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433447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질문을 넣고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top-1과 top-3에 어떤 청크가 놓이는지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491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1558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1558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0491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근거가 있는 질문(모두콘이 무엇인지·참가 방법·발표 신청)은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청크가 상위에 나타나는지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648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7715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7715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6648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범위 밖 질문은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억지로 관련 청크가 정답처럼 보이지 않는지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관찰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3539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3539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33539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top-1이 기대와 다를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곧바로 임계값을 바꾸기보다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질문과 문서가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임베딩 경로를 지나갔는지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청크의 사실 경계가 적절한지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역순으로 점검합니다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깊이 갈 사람을 위한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WebGPU 백엔드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WASM 대신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WebGPU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executionProviders에 지정해 보면, 지원 브라우저에서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준비와 계산이 어떻게 달라지는지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관찰할 수 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비교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파일의 양자화를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q4와 q8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가며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상위 결과의 순서 변화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기록해 보는 것도 같은 코퍼스로 할 수 있는 실험입니다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문서가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공간에 있어야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거리가 말을 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 384차원, 질문 768차원이면 무슨 일이 생기나?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14954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14954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14954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배열이 있어도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계약이 성립하지 않는다.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계산이 실패하거나 의미 없는 거리가 나온다. 차원이 우연히 같아도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모델의 공간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마찬가지.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58307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58307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58307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pipeline() 호출이 실패할 수 있는 이유와 우회는?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01661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01661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01661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WASM ONNX Runtime이 GatherBlockQuantized를 지원하지 않는다.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토크나이저(AutoTokenizer)와 ORT 세션(model_no_gather_q4.onnx)을 분리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WASM 공급자를 지정한다.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545014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45014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545014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mean pooling과 L2 정규화를 하는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4088368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88368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88368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패딩 토큰이 섞이거나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길이가 점수에 과도하게 영향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주는 것을 막는다. 정규화 뒤에는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내적이 곧 코사인 유사도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631722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31722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631722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top-1이 기대와 다를 때 먼저 할 일은?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5175075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75075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75075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조정이 아니라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임베딩 경로를 지났는지, 청크의 사실 경계가 적절한지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역순 점검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 · 같은 규칙 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2026-08-27T23:02:35Z</dcterms:created>
  <dcterms:modified xsi:type="dcterms:W3CDTF">2026-08-27T23:02:35Z</dcterms:modified>
</cp:coreProperties>
</file>