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모양을 약속한다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넘길 답은 문장이기 전에 인터페이스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계약과 스키마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validator의 경계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부탁·모드·강제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소비자·예시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넘길 답은 문장이기 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구조화 출력 계약과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validator가 재는 경계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잡지만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못 잡는다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 · JSON mode · 강제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보장 범위가 각각 다르다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거꾸로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예시도 계약의 일부로 다룬다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답의 모양을 약속하는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쓰기 전에 추측 비용을 줄이는 일.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약속하는 것과 내용을 보장하는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어떤 모양이어야 하는가 — 먼저 계약한다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· 구조화 출력 계약 · 스키마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문장이기 전에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읽고 끝낸다면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자연스러운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먼저다. 사람은 애매한 표현도 짐작해서 읽는다.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넘긴다면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 저장하고 알림을 보내며 다른 프로그램 입력으로 넘기면 답은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"JSON으로 답해 주세요"라는 희망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키 · 어떤 값 · 빠진 값은 어떻게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정한 계약 — 이것이 구조화 출력 계약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 계약을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읽게 적는 방법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901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901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5901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· 값의 종류 · 필수 여부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빈값 표현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정해 둔 것이 계약이다.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계약이 없으면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섞인다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행동 항목에서 "행동 항목·담당자·기한을 알려 주세요"만 요청하면: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민수가 맡습니다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민수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짐작해도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프로그램은 같은 칸에 넣을 값을 판정 못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빠진 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모른다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93687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3687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93687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모양을 약속하는 것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추측 비용을 결과를 쓰기 전에 줄이는 것.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스키마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기계가 읽게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448285"/>
          </a:xfrm>
          <a:prstGeom prst="roundRect">
            <a:avLst>
              <a:gd name="adj" fmla="val 10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448285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26540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["items"],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"items":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"array",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"items":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"object",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"required": ["task", "owner", "due_date", "evidence"],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"properties":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"task":     {"type": "string"},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"owner":    {"type": ["string", "null"]},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"due_date": {"type": ["string", "null"]},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"evidence": {"type": "string"}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965284"/>
            <a:ext cx="11091672" cy="545244"/>
          </a:xfrm>
          <a:prstGeom prst="roundRect">
            <a:avLst>
              <a:gd name="adj" fmla="val 10062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965284"/>
            <a:ext cx="54864" cy="54524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965284"/>
            <a:ext cx="10707624" cy="5452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반드시 있고 각 항목은 네 필드. 담당자·기한이 원문에 없으면 억지로 채우지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근거 문장.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계약의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빈자리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줄이는 네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키를 쓸지 못박는다 (task · owner · due_date · evidence)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허용값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각 필드가 받는 값의 종류(자료형·필수 여부)를 정한다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빈값 표현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원문에 없을 때 어떻게 나타낼지 정한다(예: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 답의 모양을 함께 보인다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005072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답의 모양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451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451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6451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필드명·허용값·빈값 표현·예시를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주면 계약의 빈자리가 준다.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validator가 재는 경계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형식은 값싸게 잡지만, 사실은 재지 못한다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vs 사실 · 스키마에 맞는 거짓말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validator가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값싸게 잡는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형식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결과가 규칙에 맞는지 기계적으로 검사하는 프로그램. JSON 파서·validator가 잡는 형식 오류: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7377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쉼표 빠진 객체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자리에 온 배열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안 된 추가 필드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빈 문자열인지,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문자열/null인지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7139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7139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7139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자동화가 멈추는 형식 오류를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빠르고 값싸게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걸러 내며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그러나 validator가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재는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evidence가 문자열이어도 그 문장이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회의록에 실제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모른다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주장을 뒷받침하는지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"금요일"이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주인지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스키마에 맞는 거짓말은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포장된 틀린 답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형식은 완벽히 지켰지만 내용이 사실과 다른 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포함 검사·업무 규칙 검사·사람 검토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내용에 맞는 별도 검사가 필요하다. 형식 준수와 사실 정확을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점수로 합치면 어느 약속이 깨졌는지도 사라진다.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부탁과 강제의 차이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"JSON으로" 요청도 보장 범위가 다르다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 · JSON mode · Structured Outputs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🎚️ 세 방식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범위와 적합한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7098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81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보장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81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프롬프트에 "JSON으로, 네 필드" +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JSON·필수 필드·자료형을 보장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탐색·사람이 읽을 초안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mode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파싱 가능한 JSON 객체 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스키마 일치까지는 보장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뒤 validator 검사·재시도 가능할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Structured Outputs / strict tool use — JSON Schema를 API에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범위에서 필드·자료형·필수값 강제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폼·DB 기록·워크플로 분기 등 기계가 곧바로 소비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4500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4500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4500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mode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json_schema의 strict 계약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구분한다(공식 문서).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강제도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대신하지 못하는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스키마도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사실성·업무 규칙·거절/잘림 처리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대신하지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공급자의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범위·실패 응답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확인하고 소비자 쪽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validator를 남긴다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계약이 나을 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읽고 판단하는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자연어 계약이 낫다.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23494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스키마가 나을 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빈값·오류 경로까지 명시한 스키마가 낫다.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스키마가 언제나 낫지는 않다.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계약이 길수록 지킬 조건도 늘어난다.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소비자를 거꾸로 확인하고, 예시도 계약이다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필드가 있다고 값이 유용한 것은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거꾸로 확인 · 경계 예시 · 소비 순서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소비자를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거꾸로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보여 주기만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제목·근거 문장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우선이다.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시스템으로 보내기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due_date의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형식·시간대·미확정값 상태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정한다.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필드가 있다고 값이 유용한 게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필드가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다음 단계에서 쓰이는지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보고, 안 쓰이는 필드는 뺀다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길수록 지킬 조건도 늘어난다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소비자가 쓰는 필드만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예시도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 — 그리고 소비 순서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예시에서 없는 담당자를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다른 예시에선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쓰면, 문장으로 null을 요구해도 결과가 흔들린다.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예시 하나 +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빈값·거절·잘림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경계 예시를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형식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 규칙과 모델이 따를 모양이 가까워진다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328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80301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309562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종료 사유 확인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47238" y="269328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12998" y="269328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7862" y="280301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86150" y="309562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11596" y="269328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7356" y="269328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2220" y="280301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0508" y="309562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검사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5954" y="269328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1714" y="269328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96578" y="280301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214866" y="309562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검토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넘길 답은 문장이기 전에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필드·값·빈값을 정한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validator는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값싸게 잡지만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못 잡는다 — 스키마에 맞는 거짓말이 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부탁·JSON mode·강제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보장 범위가 다르다. 강제도 사실성·업무 규칙은 대신하지 않는다.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소비자를 거꾸로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예시도 계약으로 다룬다 — 쓰이는 필드만 남긴다.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더 읽기 — OpenAI 공식 문서의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mode와 Structured Outputs(json_schema strict)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아니라 인터페이스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되는 것은 어떤 경우인가?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validator가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잡는 형식 오류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잡는 사실 문제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각각 예로 들라.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"스키마에 맞는 거짓말"이란 무엇이며, 그 대응책은?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 · JSON mode · 강제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보장 범위는 각각 어디까지인가?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형식 계약을 설계할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소비자를 거꾸로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한다는 것은 무슨 뜻인가?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 저장·알림 발송·다른 프로그램 입력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넘겨 자동화가 소비할 때. 사람이 읽고 끝나면 문장이 먼저다.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형식: 쉼표 누락·없는 필수 필드·자료형 불일치. 사실: evidence가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 실제 있는지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담당자를 지어냈는지.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형식은 완벽히 지켰지만 내용이 틀린 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대응: 원문 포함 검사·업무 규칙 검사·사람 검토로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별도 검사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부탁=보장 없음 · JSON mode=파싱 가능한 JSON까지(스키마 일치는 아님) · 강제=지원 범위에서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필드·자료형·필수값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소비자가 각 필드로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무엇을 하는지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짚어, 쓰이는 필드·필요한 형식만 남기는 것. 안 쓰이는 필드는 뺀다.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모양을 약속했으면, 이제 잰다 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모양을 약속한다 — 여기까지 · 다음: 답을 재는 방법 — 평가지표 사전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