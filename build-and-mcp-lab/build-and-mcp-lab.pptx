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도구와 하네스 ·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2: 도구 실행과 MCP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요청·실행·근거를 분리하고, 남이 만든 도구를 붙이기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실행을 나눈다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트레이스로 남긴다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붙인다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하나를 만들어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요청[1]·실행[2]·최종 답[3]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실행 원문에서 가려낸다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원문을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남기고, 경계 사례는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곳만 고쳐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실행한다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도구 대신 남이 만든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서버(Qdrant)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두 에이전트에 붙인다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빌트인 도구든 MCP 도구든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주입되는 도구 정의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라는 점은 같다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누가 무엇을 했는지 가리려면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판정만이 아니라 원문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요청과 실행을 분리해 관찰한다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도구를 요청하고, 하네스가 그 함수를 실행한다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qwen3.5:2b · 온도 0 · reasoning=False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도구 하나를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만든다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459736"/>
          </a:xfrm>
          <a:prstGeom prst="roundRect">
            <a:avLst>
              <a:gd name="adj" fmla="val 185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45973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2768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get_inventory(sku: str, warehouse_id: str) -&gt; dict: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"""승인된 창고에서 특정 상품의 현재 가용 재고를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읽기 전용으로 조회합니다. warehouse_id에는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SEOUL-01 또는 BUSAN-02만 넣습니다. 수량을 변경하지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않습니다. INVALID_SKU이면 SKU를 확인해 물어야 합니다."""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warehouse_id not in ("SEOUL-01", "BUSAN-02"):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"WAREHOUSE_NOT_ALLOWED"}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{"sku": sku, "warehouse_id": warehouse_id,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"available_quantity": 7, "checked_at": "..."}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776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776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@tool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함수의 이름·인자·설명을 모델이 호출할 수 있는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계약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bind_tools([...])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그 계약을 모델에 연결.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한 번의 답에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요청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도구·인자를  고른다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실행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하네스가 실제  함수를 호출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최종 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결과를  읽고 답한다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2706624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await llm_with_tools.ainvoke("BUSAN-02 창고의 SKU A-17 재고를 알려 줘")   # [1]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get_inventory.invoke(r1.tool_calls[0]["args"])                        # [2]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await llm_with_tools.ainvoke([r1, ToolMessage(content=...,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tool_call_id=r1.tool_calls[0]["id"])])                                # [3]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각 단계는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누구의 소관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[1]은 모델의 소관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도구·인자를 요청할 뿐, 함수를 실행하지 않는다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[2]는 하네스의 소관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요청 인자를 꺼내 실제 함수를 호출하고 반환값을 받는다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[3]은 다시 모델의 소관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 결과를 메시지로 받은 모델이 그 값에 근거해 답한다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[1]의 호출이 그럴듯해도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[2]가 없으면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재고를 읽었다 말할 수 없고, [2]가 성공해도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[3]이 수량을 바꾸면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 사용은 실패다.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실측 출력을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본다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모델의 요청: [('get_inventory', {'sku': 'A-17', 'warehouse_id': 'BUSAN-02'})]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하네스의 실행 결과: {"sku": "A-17", "warehouse_id": "BUSAN-02",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"available_quantity": 7, "checked_at": "2026-08-27T01:55:00+09:00"}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결과를 읽은 최종 답: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승인된 창고(BUSAN-02)에서 상품 A-17의 현재 가용 재고는 7개입니다.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30555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0555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30555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"재고 7개"는 모델이 지어낸 값이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[2]의 반환값을 [3]이 읽어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 답이다.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원문을 트레이스로 남긴다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판정만이 아니라, 그 판정을 뒷받침하는 원문을 보존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90772" y="5486400"/>
            <a:ext cx="440740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90772" y="5486400"/>
            <a:ext cx="4407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trace-01.txt · 한 곳만 고치기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트레이스에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담나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트레이스(trace)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요청부터 최종 답까지의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기록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tool-lab 폴더에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trace-01.txt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저장 — 요청 문장 · [1] 도구 이름과 인자 · [2] 실행 결과 · [3] 최종 답을 순서대로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· 온도 · 실행 명령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적는다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통과/실패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판정만 남기지 말고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 판정을 뒷받침하는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보존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91541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기록을 덮어쓰면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변화와 실행 변화의 근거가 사라진다.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트레이스는 새 파일로 쌓는다.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경계 사례는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곳만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고쳐 재실행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"부산 3번 창고의 A-17 재고"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 실행 → 없는 코드로 호출되면 하네스가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{"error": "WAREHOUSE_NOT_ALLOWED"}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뒤 모델이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창고 코드를 다시 묻는지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[3]에서 관찰. 수량을 추정하거나 오류를 무시했다면 그 문장도 그대로 기록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있으면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문장 · 스키마 enum · 실패 뒤 행동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고친다 →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trace-02.txt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설명과 enum을 함께 바꾸거나 실패 처리까지 동시에 고치면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변화가 효과를 냈는지 모른다.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남이 만든 도구를 붙인다 (MCP)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실무의 도구 연결 = MCP 서버를 내 에이전트에 등록하는 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14700" y="5486400"/>
            <a:ext cx="55595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4700" y="5486400"/>
            <a:ext cx="5559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· mcp-server-qdrant · uvx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세 이름을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08026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무엇인가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Qdrant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조각을 벡터로 보관하고 의미가 비슷한 조각을 찾아 돌려주는 오픈소스 검색 엔진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mcp-server-qdrant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Qdrant를 MCP 도구로 노출하는 연결 서버 — qdrant-store(저장) · qdrant-find(검색) 둘을 내놓음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uvx mcp-server-qdrant 한 줄로 알아서 내려받아 실행 — 패키지 이름을 받아 임시 환경을 만들어 실행하는 uv의 명령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59816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59816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59816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fastembed 기본을 로컬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처리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가입·API 키 불필요.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Claude Code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.mcp.json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{"mcpServers": {"qdrant": {"command": "uvx", "args": ["mcp-server-qdrant"],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"env": {"QDRANT_URL": ":memory:", "QDRANT_COLLECTION": "policies",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"EMBEDDER_PROVIDER": "fastembed",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"FASTEMBED_MODEL": "BAAI/bge-small-en-v1.5"}}}}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334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6334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mcpServers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아래 각 항목이 서버 하나.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command·args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실행 줄,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환경 변수. 저장 후 claude 실행 → /mcp로 목록 확인.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📁 opencode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opencode.json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{"mcp": {"qdrant": {"type": "local", "command": ["uvx", "mcp-server-qdrant"],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"environment": {"QDRANT_URL": ":memory:", "QDRANT_COLLECTION": "policies",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"EMBEDDER_PROVIDER": "fastembed",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"FASTEMBED_MODEL": "BAAI/bge-small-en-v1.5"}}}}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334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6334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이름은 다르지만(mcp·command·environment)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내용은 같다.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누가 도구를 실행하는지, 무엇을 검색 대상으로 삼는지를 정의하는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서버 실행 지점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관찰 기록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두 에이전트에서 동일하게 주입되는지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로그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확인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도구를 골랐는지·인자를 같게 채웠는지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실측에선 각 기본 모델이 qdrant-store로 문장 셋을 저장하고 qdrant-find로 검색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인메모리 저장은 세션이 닫히면 사라지므로, 관찰 기록은 세션 안에서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trace-mcp-01.txt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남긴다 → 과제의 근거 문서 후보로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 것은 "검색이 됐다"가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에이전트가 같은 도구를 같은 방식으로 썼는가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답에는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요청(모델)·[2] 실행(하네스)·[3] 최종 답(모델)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소관이 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판정만이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원문을 트레이스로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보존해야 변화의 근거가 남는다.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사례는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설명·enum·실패 뒤 행동 중 한 곳만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고쳐 재실행하고 나란히 비교한다.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 붙인 도구도 빌트인처럼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모델에 주입되는 도구 정의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키 이름은 달라도 같은 서버다.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번의 도구 사용에서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[1]·[2]·[3]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누구의 소관인가?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[2]가 성공해도 결과 사용이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판정되는 경우는?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트레이스에 판정만 적지 않고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남기는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경계 사례를 고칠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곳만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바꾸는 이유는?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.mcp.json과 opencode.json은 키 이름이 다른데 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서버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하나?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[1] 요청·[3] 최종 답은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소관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[2] 실행은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하네스의 소관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(실제 함수 호출).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[3]에서 모델이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수량을 바꾸어 말하거나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도구 결과를 무시하고 답했을 때.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판정만 남기면 근거가 사라져,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변화·실행 변화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나중에 비교할 수 없기 때문.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설명·enum·실패 처리를 함께 바꾸면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변화가 효과를 냈는지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구분할 수 없기 때문.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command·environment가 가리키는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실행 지점이 하나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같은 Qdrant 도구가 같은 방식으로 주입되기 때문.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남겨라 🗂️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— 여기까지 · 다음: 권한과 신뢰 경계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2026-08-27T02:52:48Z</dcterms:created>
  <dcterms:modified xsi:type="dcterms:W3CDTF">2026-08-27T02:52:48Z</dcterms:modified>
</cp:coreProperties>
</file>