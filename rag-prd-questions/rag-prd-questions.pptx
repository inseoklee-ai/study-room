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프롬프트 엔지니어링 · 나만의 챗봇 ②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코딩의 첫 문장 — PRD를 스스로에게 질문하기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빠르게 코드를 만든다는 사실이, 그 코드가 무엇을 증명해야 하는지를 대신 정하지 않습니다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보인다는 사실만으로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성공을 판정할 수 없습니다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코딩은 요구를 말하면 에이전트가 화면과 파일을 만들어 주는 경험에서 시작되지만, 그 요청이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성공으로 볼지 비워 둔 채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길어지면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결과물은 빠르게 생겨도 검증할 대상이 사라집니다.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7118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PRD는 에이전트에게 넘길 답안을 미리 쓰는 문서가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 사람 스스로가 아직 결정하지 못한 경계를 발견하는 질문지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38404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정보에 답해야 하는 제품에서는 특히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"답할 수 있는 질문"과 "답하지 않아야 하는 질문"이 같은 중요도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가집니다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요구를 받는 일보다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요구의 경계를 질문으로 정리하는 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먼저입니다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스스로에게 묻는 여덟 질문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정답을 채우는 양식이 아니라 경계를 탐색하는 질문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PRD 질문지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질문과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모두콘의 답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345643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스스로에게 묻는 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모두콘에서 확인할 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누구의 어떤 불편을 다룹니까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정보를 찾는 방문자가 공개 사실에 접근하도록 돕습니다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사용자가 끝내 할 수 있어야 합니까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 뒤 답변의 근거와 원문 출처를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제품의 한 문장 목표는 무엇입니까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소개와 RAG를 연결해 근거 있는 안내를 제공합니다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이번 범위에서 하지 않을 일은 무엇입니까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로그인과 전문 DB 검색을 포함하지 않습니다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⑤ 어떤 자료를 사실로 삼습니까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공개 원문과 그 URL을 함께 보관합니다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 답하지 못할 때 어떤 행동을 합니까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부족을 드러내고 보수적으로 제한합니다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⑦ 사용자가 성공을 어떻게 알아봅니까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스트리밍 답과 출처 칩, 판정 배지를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⑧ 어떤 관찰로 수용 여부를 판정합니까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수용 기준의 질문과 화면 상태를 하나씩 확인합니다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목록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아니라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사용자의 변화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"모두콘 챗봇을 만든다"는 문장은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목록으로는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있지만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요구로는 충분하지 않습니다.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✍️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행사 소개를 읽고 역대 정보를 찾으며, 질문한 답의 출처를 열어 본다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변화까지 적어야 소개 페이지·청크·검색·생성 UI가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목표를 향하게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 PRD의 목표에는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2018~2025 소개, 검색 단계를 공개하는 RAG, 출처 표시, 스트리밍, judge, 좋아요·싫어요 피드백, KST 상대시간 해석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함께 들어갑니다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각각은 화려한 부가 기능이 아니라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답을 믿거나 유보할 근거를 제공하는 장치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사과가 아니라 안전 장치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비목표는 목표를 축소하는 사과가 아니라,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구현에서 어떤 계약을 약속하지 않는지 선언하는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장치입니다.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47436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4012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94990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913278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 DB 검색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65853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31613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6477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204765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57339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423099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7963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6251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 최적화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4882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714586" y="1829943"/>
            <a:ext cx="192572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9450" y="1939671"/>
            <a:ext cx="18159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비목표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787738" y="2232279"/>
            <a:ext cx="177942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수집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073527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적으면 에이전트는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계정이나 서버 동기화가 필요한 것처럼 구조를 부풀리지 않아도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브라우저 앱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선택과도 맞물립니다 — 공개 문서를 정적 파일로 두고 브라우저에서 검색하며 사용자의 로컬 Ollama를 호출하는 구조에서,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측 계정 관리와 비공개 데이터 검색을 한 요청 안에 섞는 것은 목표의 확장이 아니라 다른 제품의 시작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기준을 읽는 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"좋은 챗봇"을 화면에서 확인할 문장으로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PRD 질문지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기준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소개에 출처를 표시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"모두콘이 뭐야?"라는 질문에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[ID] 근거를 가진 스트리밍 답변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보일 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"내일 날씨"처럼 도메인 밖 질문에는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refusal=true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제한할 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답변에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배지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보일 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85876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기준들은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말을 잘하는가만 묻지 않고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근거의 존재와 제품 경계가 실제 UI까지 도착했는지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묻습니다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실패했을 때도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사라지지 않게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키가 없어도 로컬 자기평가를 시도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판정에 실패해도 기존 UI를 무너뜨리지 않을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상대시간 질문은 질문 시점의 KST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해석할 것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칩에서 원문을 열 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있을 것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Ollama가 꺼졌을 때 배너와 재시도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보일 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CORS 설정 뒤 github.io 환경에서도 동작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것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0292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502920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" y="502920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여기서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judge는 같은 2B 모델이 답과 판정을 모두 다루므로 독립 평가가 아니며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교육용의 거친 신호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읽어야 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모두콘 버전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 발췌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700016"/>
          </a:xfrm>
          <a:prstGeom prst="roundRect">
            <a:avLst>
              <a:gd name="adj" fmla="val 97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70001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45171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모두콘 안내 챗봇 PRD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목표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- 2018~2025 모두콘의 공개 소개 정보를 안내합니다.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공개 문서를 검색한 단계와 출처를 드러내는 RAG 답변을 제공합니다.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답변을 스트리밍으로 표시하고, judge 결과와 좋아요·싫어요 피드백을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함께 기록할 수 있게 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상대시간이 들어간 질문은 KST 기준의 질문 시점 맥락을 사용합니다.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비목표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로그인과 사용자 계정 관리를 만들지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전문 데이터베이스 검색과 서버 수집을 만들지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다국어 지원과 모바일 최적화를 이번 범위에 포함하지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수용 기준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소개 정보에는 확인 가능한 출처가 표시됩니다.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"모두콘이 뭐야?"에 [ID] 근거를 포함한 스트리밍 답변이 표시됩니다.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"내일 날씨"에는 refusal=true로 도메인 밖 질문임을 드러냅니다.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모든 답변에는 판정 배지가 있으며, 판정 실패 뒤에도 UI가 유지됩니다.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출처 칩을 누르면 원문을 확인할 수 있고, Ollama가 꺼지면 배너와 재시도가 보입니다.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도메인의 PRD 초안 만들기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86884" y="54864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86884" y="548640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PRD 질문지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걸음과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[결정 필요]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뜻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안내하고 싶은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도메인을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정합니다. 그 도메인은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자료를 공개 URL로 확인할 수 있어야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하며, 자료가 충분한지 확신할 수 없다면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불확실성 자체를 PRD의 조사 항목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남깁니다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여덟 질문에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문장씩 답한 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답을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목표·비목표·수용 기준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세 제목 아래로 재배열합니다 — 어느 답도 사라지지 않았는지 확인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수용 기준은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입력할 질문과 관찰할 화면 상태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포함한 문장으로 바꿉니다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64083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❌ 검증 불가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397002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"정확한 정보를 제공한다"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3494532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78524" y="3640836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검증 가능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78524" y="3970020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"소개 정보에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출처가 표시된다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", "행사 밖 질문에는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부족 또는 거절 상태가 드러난다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50951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50951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50951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초안의 빈칸을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임의로 채우게 하지 말고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[결정 필요]를 남깁니다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빈칸은 실패가 아니라, 에이전트가 확인 질문을 해야 할 위치를 보이게 하는 관찰 표식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대화에서 에이전트에게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맡길 범위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요청의 목적은 즉시 모든 파일을 생성하게 하는 것이 아니라,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에이전트가 PRD의 모순과 빠진 판정 기준을 먼저 찾아내게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데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3579876"/>
          </a:xfrm>
          <a:prstGeom prst="roundRect">
            <a:avLst>
              <a:gd name="adj" fmla="val 1277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357987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921383"/>
            <a:ext cx="10707624" cy="339699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브라우저 기반 RAG 안내 챗봇의 제품 설계 검토자입니다.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아래 PRD 초안을 읽고 구현을 시작하지 말고 먼저 검토합니다.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도메인: [내 도메인]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목표: [사용자가 할 수 있어야 하는 일]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비목표: [이번 범위에서 하지 않을 일]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공개 자료 후보: [URL 또는 자료 종류]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수용 기준: [질문과 관찰 가능한 결과]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반드시 다음 순서로 답합니다.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목표와 비목표가 충돌하거나 모호한 지점을 질문으로 제시합니다.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공개 자료만으로 검증할 수 없는 수용 기준을 표시합니다.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도메인 밖 질문, 근거 부족, 판정 실패의 처리 기준을 제안합니다.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수정된 PRD 목차를 작성하되, 확인되지 않은 사실과 수치를 추가하지 않습니다.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파일 생성이나 코드 작성은 제가 명시적으로 요청할 때까지 하지 않습니다.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555612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555612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555612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🚧 마지막 문장은 속도를 늦추는 장식이 아니라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구현을 분리해 검토 결과가 코드에 의해 덮이지 않게 하는 경계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PRD는 무엇을 위한 문서인가?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에이전트에게 넘길 답안이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스스로가 아직 결정하지 못한 경계를 발견하는 질문지.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아직 정하지 못한 칸은 어떻게 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에이전트가 임의로 채우게 하지 말고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[결정 필요]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남긴다 — 확인 질문이 필요한 위치를 보이게 하는 표식.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"정확한 정보를 제공한다"가 수용 기준으로 부적절한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화면에서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관찰할 수 없다.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"소개 정보에 출처가 표시된다"처럼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입력할 질문과 관찰할 화면 상태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바꿔야 한다.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첫 대화 프롬프트의 마지막 문장(코드 작성 금지)의 목적은?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설계와 구현을 분리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 검토 결과가 코드에 의해 덮이지 않게 하는 경계.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· 경계 · 관찰 📋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챗봇 ②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2026-08-27T22:58:50Z</dcterms:created>
  <dcterms:modified xsi:type="dcterms:W3CDTF">2026-08-27T22:58:50Z</dcterms:modified>
</cp:coreProperties>
</file>