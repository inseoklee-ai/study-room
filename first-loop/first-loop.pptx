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바이브코딩 작업대 ②③④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설치하고, 첫 파일, 루프를 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버전으로 확인 · index.html · 지시→생성→판단→수정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설치·확인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버전으로  검증한다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첫 파일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index.html을  AI에게 맡긴다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루프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판단하고  재요청한다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설치·파일 생성은 준비,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코딩은 루프에서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백지에서 HTML을 외워 쓰지 않는다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말하고, 읽고, 판단하고, 다시 지시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설치 확인은 통과 의식이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문제를 설명할 때 쓰는 증거 수집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"안 돼요" 대신 실제 출력 한 줄.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설치하고 내 작업대 상태 확인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길 · 버전으로 검증 · 오류 설명법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🛤️ 두 길,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브릿지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🅰️ 빠른 길 (AI 네이티브)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안 Claude Code에 자연어로 맡긴다 — "Node·npm·Git이 깔려 있는지 확인하고, 없으면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방법으로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설치하고,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버전을 출력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줘"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🅱️ 손으로 (기본기)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방법으로 하나씩 — 버전이 바뀌어도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믿을 수 있는 출처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"어디서부터 왔는지" 아는 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"버전을 보여줘"를 덧붙이는 이유AI가 "설치했습니다"라고 답해도,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출력이 그 주장을 내가 검증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가장 단순한 방법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길로 깔았든 마지막은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터미널을 열어 버전을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단계로 이어진다 — 이 습관이 앞으로 모든 바이브 코딩의 기본.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손으로 설치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충돌을 피하며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Node.js·npm은 nvm으로 관리 (macOS/Linux/WSL)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-o- https://raw.githubusercontent.com/nvm-sh/nvm/v0.40.5/install.sh | bash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 install --lts       # 현재 LTS 설치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 use --lts           # 이 터미널에서 그 LTS 사용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 (macOS/Linux/WSL)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PowerShell:  irm https://claude.ai/install.ps1 | iex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또는 Node 22+:       npm install -g @anthropic-ai/claude-code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nvm인가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Node를 시스템 위치에 직접 깔면 전역 패키지 설치 때 EACCES 권한 오류로 sudo를 붙여야 하는 경우가 많다. nvm은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디렉터리 ~/.nvm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아래를 써서 sudo 없이 설치할 수 있다(sudo npm install -g는 쓰지 않는다).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작업대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81528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v20.11.1처럼 버전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실행된다(숫자는 컴퓨터마다 다름)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command not found·not recognized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설치나 경로 문제일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7997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37997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37997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안 되어 있거나 명령이 동작하지 않으면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자체가 오늘의 학습 자료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실패 화면을 숨기지 말고 그대로 기록한다. 오류를 만나면 무작정 여러 명령을 치기보다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나온 출력 한 줄을 복사해 AI에게 설명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AI에게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설명하는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macOS/Windows 환경에서 웹 개발 작업대를 설정하고 있어.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터미널에서 아래 명령을 실행했어.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명령: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실제 오류 메시지 붙여넣기]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목표는 실습을 진행할 수 있게 Node.js와 npm 버전을 확인하는 거야.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원인을 추정하지 말고, 내가 먼저 확인할 순서 3가지만 알려줘.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환경·실행한 명령·실제 출력을 분리해서 주는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"안 돼요"라고 하면 AI도 추측한다. 반대로 "node --version을 쳤더니 command not found가 나왔다"고 하면 AI는 다음 행동을 좁힐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파일과 바이브 코딩 루프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폴더·파일 · index.html · 지시→생성→판단→수정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첫 파일 · ④ 루프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첫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폴더와 파일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프로젝트를 모아둘 위치에서 (예: cd ~/Documents)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my-first-web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my-first-web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                     # 현재 위치 확인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index.html        # Windows PowerShell: ni index.html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57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pwd는 현재 위치를 보여준다 — 이 출력은 나중에 AI에게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어느 폴더에서 작업 중인지"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설명할 때 단서가 된다.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524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백지에서 HTML을 외워 쓰지 않고,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AI에게 만들 것을 말하고 나온 결과를 읽고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AI에게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파일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index.html에 브라우저에서 바로 열 수 있는 첫 화면을 만들어줘.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한국어 문서로 설정해줘.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큰 제목에는 [내 이름 또는 역할]을 넣어줘.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본문에는 [내 도메인]에서 AI를 활용해 보고 싶은 일을 한 문장으로.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9489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AI가 생성한 결과 예시 — 외워 쓰는 코드가 아니라 검토 대상 --&gt;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lang="ko"&gt;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&lt;head&gt;&lt;meta charset="UTF-8"&gt;&lt;title&gt;나의 첫 웹페이지&lt;/title&gt;&lt;/head&gt;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&lt;h1&gt;교육 운영 전문가 김아이펠&lt;/h1&gt;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&lt;p&gt;교육 현장의 반복 안내 업무에 AI를 활용해 보고 싶습니다.&lt;/p&gt;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523951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523951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대신 써 달라는 요청이지만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책임까지 넘기는 요청은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"돌아간다"에서 멈추지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목표에 맞는지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확인. lang="ko"·charset="UTF-8"이 있으면 한국어 표시 문제를 줄이고, 제목·문장은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도메인으로 바뀌어야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산출물 증거가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바이브 코딩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루프는 네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것을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또렷이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생성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읽고 판단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지시해 수정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5876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화려한 화면이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출력에 대해 근거 있는 재요청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하는 것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9194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9194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9194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섹션이 오늘의 중심 — 설치와 파일 생성은 준비이고,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코딩은 여기서 시작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작은 수정 하나로 이 루프를 경험한다.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➕ 두 번째 요청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추가할 것 + 지킬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만든 index.html을 수정해줘.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추가할 것: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 도메인에서 AI로 개선하고 싶은 반복 업무 3개를 목록으로.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항목은 한 줄 설명을 붙여줘.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지킬 것: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기존 제목과 첫 문장은 유지해줘.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HTML 구조가 읽기 좋게 들여쓰기되어야 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29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29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요청과 다른 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추가할지"와 "무엇은 건드리지 말지"를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말한다.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24528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370832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예측 — AI가 실수할 만한 지점은?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문장을 바꾸거나, 시키지 않은 CSS를 추가하거나, 업무 3개가 도메인과 안 맞을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있다. 그래서 다음에 판단표로 검토한다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판단하고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재요청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출력이 나왔으면 곧바로 적용하지 말고 아래로 판단한다.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제목·첫 문장이 유지되었나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지킬 것을 어겼는지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3개가 내 도메인에 맞나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추상적이거나 남의 예시인지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설명이 현장에서 쓰는 말인가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언어로 바뀌었는지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603879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좋아. 다만 목록 3개가 내 실제 업무와 조금 달라. 아래처럼 바꿔줘.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[내 업무 1]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[내 업무 2]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[내 업무 3]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77431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77431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77431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번의 왕복이 오늘의 핵심 루프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→ 생성 → 판단 → 수정 지시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돌았다면 개발 환경은 작업대가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버전으로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"설치했습니다"를 믿지 말고 버전 출력으로 내가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디렉터리를 써 권한 충돌(EACCES)을 피한다. sudo -g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환경·명령·실제 출력을 분리해 주고, 추정 말고 확인 순서를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외워 쓰지 않고 말하고 읽고 판단 — lang·charset·내 도메인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루프 4단계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 → 생성 → 판단 → 수정. 추가할 것 + 지킬 것을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"돌아간다"에서 멈추지 않고 근거 있는 재요청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지시문에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"버전을 보여줘"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덧붙이나?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Node를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관리하면 어떤 권한 문제를 피하나?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"안 돼요"보다 나은,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오류를 설명하는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바이브 코딩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네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번째 요청에서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"지킬 것"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말하는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"설치했습니다"라고 해도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진짜 되는지는 모른다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버전 출력이 그 주장을 내가 검증하는 가장 단순한 방법.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 위치에 직접 깔 때 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EACCES 권한 오류(sudo 필요)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nvm은 홈 디렉터리 ~/.nvm를 써 sudo 없이 설치할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환경·실행한 명령·실제 출력을 분리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주고 "원인을 추정하지 말고 확인 순서 3가지만" 요청 — AI가 다음 행동을 좁힌다.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①자연어로 또렷이 말한다 ②AI가 생성 ③내가 읽고 판단 ④다시 지시해 수정.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문장을 바꾸거나 시키지 않은 것을 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 — 무엇을 건드리지 말지를 함께 말하면 그 실수를 막는다.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루프가 한 번 돌았다 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설치·첫 파일·바이브 코딩 루프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2026-08-13T22:52:13Z</dcterms:created>
  <dcterms:modified xsi:type="dcterms:W3CDTF">2026-08-13T22:52:13Z</dcterms:modified>
</cp:coreProperties>
</file>