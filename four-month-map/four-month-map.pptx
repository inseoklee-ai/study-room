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 달의 지도 — 지금 내 위치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막막함은 거리가 멀어서가 아니라, 얼마나 더 가야 하는지 몰라서 생깁니다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가져갈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두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전체가 어떤 방향으로 흐르는가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흐름에서 오늘 내가 어디에 서 있는가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과제 목록은 지금 외울 필요가 없습니다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먼저 예측해보세요 — "AI로 무언가를 만든다"고 하면,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배워야 할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나중에 배워야 할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무엇일 것 같나요? 직감으로 정해두고 아래 지도와 비교해보세요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교육과정은?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굽이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넉 달의 지도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화살표의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하나만 남기세요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[오늘]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바이브 코딩     말로 설명해서 AI가 코드를 짜게 한다 (첫 결과물)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해커톤          짧은 기간에 직접 무언가를 만들어 본다 (손에 익히기)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에이전트        AI가 여러 단계를 스스로 판단·실행하게 만든다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프로덕션        만든 것을 남이 실제로 쓸 수 있게 다듬는다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최종 프로젝트    자기 도메인 문제를 골라 끝까지 만든다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나의 도메인에 얹은 AI 결과물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0977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09778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09778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외워야 할 목록이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읽고 나서 머릿속에 남길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화살표의 방향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굽이가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 무엇을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다루나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56260"/>
          </a:xfrm>
          <a:prstGeom prst="roundRect">
            <a:avLst>
              <a:gd name="adj" fmla="val 1479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942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942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562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AI에게 의도를 말로 설명해 코드를 얻는다. 코딩 문법을 외우는 단계가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 정확히 말하는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단계. 여기서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전문가의 '문제 인식'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곧바로 힘을 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9300"/>
            <a:ext cx="11091672" cy="556260"/>
          </a:xfrm>
          <a:prstGeom prst="roundRect">
            <a:avLst>
              <a:gd name="adj" fmla="val 1479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419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419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19300"/>
            <a:ext cx="10378440" cy="5562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짧은 기간에 직접 끝까지 만들어 본다. 완벽함보다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'일단 동작하는 것'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손에 쥐는 경험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7000"/>
            <a:ext cx="11091672" cy="556260"/>
          </a:xfrm>
          <a:prstGeom prst="roundRect">
            <a:avLst>
              <a:gd name="adj" fmla="val 1479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896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896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67000"/>
            <a:ext cx="10378440" cy="5562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한 번 답하고 끝나는 게 아니라, 목표를 향해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단계를 스스로 판단·실행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만든다. 이 과정의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이름값을 하는 굽이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14700"/>
            <a:ext cx="11091672" cy="556260"/>
          </a:xfrm>
          <a:prstGeom prst="roundRect">
            <a:avLst>
              <a:gd name="adj" fmla="val 1479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373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373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14700"/>
            <a:ext cx="10378440" cy="5562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나 혼자 돌리는 것과 남이 실제로 쓰는 것은 다르다. 안정성·오류 처리·신뢰를 다듬는다.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전문가의 '신뢰' 무기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여기서 작동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62400"/>
            <a:ext cx="11091672" cy="556260"/>
          </a:xfrm>
          <a:prstGeom prst="roundRect">
            <a:avLst>
              <a:gd name="adj" fmla="val 1479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0850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0850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962400"/>
            <a:ext cx="10378440" cy="5562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프로젝트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자기 도메인 문제 하나를 처음부터 끝까지.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굽이들이 전부 이걸 위한 준비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시켜보기 → 직접 만들어보기 →  스스로 판단하는 AI 만들기 → 남이 쓰게 다듬기 →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 문제로 마무리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갈수록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'AI가 대신 해주는 것'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'내가 설계하는 것'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무게중심이 옮겨갑니다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 이런 이유는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굽이의 산출물이 다음 굽이의 재료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되기 때문입니다 — 말로 시켜본 경험 없이 에이전트를 설계할 수 없고, 직접 만들어본 적 없이 남이 쓰게 다듬을 수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내 위치 — 출발선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빈손이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넉 달의 지도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출발선의 도메인 전문가는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빈손이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[오늘]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도메인 전문가 → AI 사용자 → AI 빌더 → AI 에이전트 설계자 → AI 네이티브 전문가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1~3굽이 초입   AI를 다룬다  AI로 만든다  에이전트를 설계한다   도메인+AI 융합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여러분은 가장 왼쪽 끝,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중요한 사실 하나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출발선의 도메인 전문가는 빈손이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소단원 ②에서 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무기를 이미 들고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코딩은 이 넉 달 동안 배워서 손에 쥐면 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하지만 도메인 감각은 배워서 쥐는 것이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쥐고 들어오는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130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130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130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🎒 출발선에서부터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손은 비어 있지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펼치는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막막함은 대개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'얼마나 남았는지 모를 때'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생깁니다. 지금 어디에 있고 어디로 가는지가 보이면,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것이 줄어드는 게 아니라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것의 위치를 알게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"에이전트는  아직 하나도 모르겠다"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"에이전트는 세 번째 굽이에서 다룬다  지금은 몰라도 된다"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것은 같지만, 그것을 대하는 마음이 달라집니다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이것이 소단원 ①에서 말한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재프레이밍이 지도 위에서 작동하는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굽이의 순서가 이렇게 정해진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굽이의 산출물이 다음 굽이의 재료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되기 때문. 말로 시켜본 경험 없이 에이전트를 설계할 수 없다.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넉 달 동안 무게중심은 어디에서 어디로 옮겨가나?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'AI가 대신 해주는 것' → '내가 설계하는 것'.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지도를 펼치면 무엇이 달라지나?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모르는 것이 줄어드는 게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것의 위치를 알게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된다. "아직 모르겠다"가 "세 번째 굽이에서 다룬다"로 바뀐다.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· 위치 · 마음 🗺️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2026-08-27T22:40:34Z</dcterms:created>
  <dcterms:modified xsi:type="dcterms:W3CDTF">2026-08-27T22:40:34Z</dcterms:modified>
</cp:coreProperties>
</file>