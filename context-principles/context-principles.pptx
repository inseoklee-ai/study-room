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컨텍스트 엔지니어링 · 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엔지니어링의 원칙과 마무리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번의 판정 사슬 — 출처·선택·배치와 상태·신뢰·권한·비용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되짚기와 마무리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판정 사슬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→ 평가 재료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관통 질문 · 열린 질문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→ 선택 → 배치와 상태 → 신뢰 → 권한 → 비용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여섯 판정을 순서대로 되짚는다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사슬을 관통하는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질문 하나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각 단계를 검사한다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기록·실패 사례가 어떻게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실험의 평가 재료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되는지 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열린 질문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권한은 맥락 신뢰와 다른 계약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임을 확인한다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앞 단계 판단이 빠진 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단계만 잘할 수는 없다.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사슬을 관통하는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질문 하나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작은 충분한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고신호 묶음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인가?지금 이 답에 필요한 최소의 · 신뢰 검증된 · 검증 가능한 근거만 남았는가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4323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323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4323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고신호는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무조건 짧게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아니다 — 현재 판단을 실제로 바꾸는 근거를 골랐고, 무엇을 빼며 어떤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예외를 잃을 수 있는지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설명할 수 있어야 한다.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번의 판정 사슬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답으로 들어오기까지 거치는 여섯 단계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78708" y="5486400"/>
            <a:ext cx="543153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78708" y="5486400"/>
            <a:ext cx="5431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선택 · 배치와 상태 · 신뢰 · 권한 · 비용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여섯 단계,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54381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1434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139750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92452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458212" y="1371600"/>
            <a:ext cx="154381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3076" y="1481328"/>
            <a:ext cx="1434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31364" y="1773936"/>
            <a:ext cx="139750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67784" y="1371600"/>
            <a:ext cx="154381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2648" y="1481328"/>
            <a:ext cx="1434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40936" y="1773936"/>
            <a:ext cx="139750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배치와 상태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77356" y="1371600"/>
            <a:ext cx="154381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2220" y="1481328"/>
            <a:ext cx="1434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50508" y="1773936"/>
            <a:ext cx="139750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86928" y="1371600"/>
            <a:ext cx="154381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1792" y="1481328"/>
            <a:ext cx="1434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60080" y="1773936"/>
            <a:ext cx="139750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730740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0096500" y="1371600"/>
            <a:ext cx="154381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51364" y="1481328"/>
            <a:ext cx="1434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169652" y="1773936"/>
            <a:ext cx="139750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단계 판단이 빠진 채 다음 단계만 잘할 수는 없다.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사슬은 순서를 가진다.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출처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어디서 왔는가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창은 저장소가 아니라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호출 다시 구성되는 유한한 입력 범위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지시·문서·메모리·도구 설명·대화 이력이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왔는지 모르면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답의 근거도 추적 불가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기록표엔 문서 이름만이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작성자·소유자, 원문 위치, 버전·갱신 시점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남긴다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출처를 밝히지 못한 근거는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사슬의 다음 단계로 넘어갈 자격이 없다.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선택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안다고 다 넣지 않는다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출처를 안다고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넣어야 하는 건 아니다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다섯 재료가 제한된 예산을 나눠 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투입 · RAG · 압축 · 폐기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비교한다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고른 근거·뺀 근거·잃을 수 있는 예외를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설명할 수 있어야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none·full·selected 실습은 선택이 취향이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반증 가능한 가설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임을 보여 준다.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배치와 상태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놓이고 어떻게 남는가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고른 자료도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 안 어디에 놓이고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이전 대화에서 어떤 모습으로 남는지에 따라 다르게 쓰인다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Lost in the Middle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근거 위치를 앞·중간·끝으로 바꿔 회수를 비교하게 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정책(누적·슬라이딩·요약·러닝 서머리)은 선택과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층위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어떤 사실·부정·예외·출처를 잃었는가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수치를 모든 모델에 그대로 적용하진 못해도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"들어감"과 "읽힘"을 같다고 가정하지 말라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단서다.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신뢰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읽는 것과 따르는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문서가 유용해 보여도 그 안의 문장을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곧바로 지시로 승격할 수 없다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문서의 명령형 · 출처 미확인 메모리 · 철회 불분명 정책은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읽되 같은 신뢰를 주지 않는다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경계 = 신뢰·비신뢰 분리 ·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지시와 데이터 구별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출처 추적·폐기 기준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로드되는 파일은 편리한 개인 메모가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반복해 답의 근거가 되는 운영 재료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권한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권한 ≠ 행동 권한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읽을 수 있다고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있는 것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아니다주문을 요약할 수 있다고 환불 승인·메일 발송을 할 수 있는 건 아니다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판정을 통과한 맥락이라도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무엇을 할 수 있는지까지 정해 주지 않는다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신뢰하기 어려운 외부 문장을 읽는 모델에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도구 권한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주면, 잘 배치했다는 사실만으로 위험이 사라지지 않는다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정의·프로젝트 규칙에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권한 · 사람 승인 · 실행 기록 · 실패 시 중단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비용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맨 마지막에 온다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프리픽스 캐싱은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앞선 다섯 판정 뒤에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신뢰된 고정 맥락은 반복할 가치가 있을 수 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오래된 고객 목록·민감 연락처를 적중률 때문에 모든 요청에 고정하는 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단가·TTL은 제공자·계약마다 다르니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문서 확인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같은 과업에서 함께 기록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캐시 적중률은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지표일 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관련·최신·안전을 뜻하는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점수가 아니다.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🧷 사슬은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독립된 체크 상자가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불명확하면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약해지고, 신뢰가 약하면 상시 로드·캐시 재사용을 정당화 못 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예외를 버리면 배치가 아무리 좋아도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불완전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배치·상태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실패하면 올바른 문서도 안 쓰일 수 있고, 정확한 요약도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경계를 넘으면 다른 실패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절감은 이 모든 조건이 충족된 뒤에만 의미가 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기록표의 한 행은 "응답이 좋았다"가 아니라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출처를 어떤 조건으로 선택·배치했고, 신뢰·권한을 어떻게 제한했으며, 얼마의 비용과 어떤 실패가 있었는지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남긴다.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기록은 다음 실험의 평가 재료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연습지가 아니라 평가셋을 만들 때 쓰는 입력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66844" y="5486400"/>
            <a:ext cx="325526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6844" y="5486400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조건과 결과를 분리해 기록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오늘의 실패를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항목으로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none·full·selected 조건, 근거를 앞·중간·끝에 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실험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예외·부정을 잃은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사례, 신뢰하지 않는 문장을 읽었을 때의 경계, 오래된 고정 맥락의 반례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사례에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근거 · 허용하지 않을 행동 · 확인할 인용 위치 · 실패 판정 조건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적는다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평가셋 = 어려운 질문을 많이 던지는 목록이 아니라,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발견한 취약한 판정을 다시 시험하는 장치.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70123"/>
            <a:ext cx="11091672" cy="1116330"/>
          </a:xfrm>
          <a:prstGeom prst="roundRect">
            <a:avLst>
              <a:gd name="adj" fmla="val 737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416427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조건과 결과를 분리해 기록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3745611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"선별 발췌가 좋았다" 대신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문단을 발췌했고 · 어떤 전역 예외를 제외했고 · 질문은 무엇이며 · 답이 인용한 근거는 어디였는지.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그래야 평가가 기억에 의존하지 않고 같은 실패를 새 모델·새 프롬프트에서도 재현한다.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↩️ 관통 질문으로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밝히고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7436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0126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4990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13278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신호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65853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131613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6477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배치·상태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04765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위치·상태 설계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57339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3099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7963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신뢰·권한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96251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경계를 제한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4882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714586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69450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787738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부분만 재사용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따른다 =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모델의 자신감·매끄러운 문장을 따르는 일이 아니라, 그 근거가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사슬을 통과했는지 확인하는 일.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판정 사슬을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관통하는 질문 하나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무엇이며, "최소 고신호"가 "무조건 짧게"가 아닌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여섯 판정 사슬의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무엇이고, 왜 순서를 가지는가?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"읽기 권한 ≠ 행동 권한"은 무엇을 뜻하며, 어떤 예로 설명되는가?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캐시 적중률이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점수가 아니라는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근거로 든 반례는?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오늘의 기록이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재료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되려면 무엇을 어떻게 남겨야 하는가?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"가장 작은 충분한 고신호 묶음인가." 최소는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판단을 실제로 바꾸는 근거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고르고, 무엇을 빼며 어떤 예외를 잃는지 설명할 수 있어야 한다는 뜻 — 길이가 아니라 신호의 문제.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→ 선택 → 배치와 상태 → 신뢰 → 권한 → 비용.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앞 단계 판단이 빠지면 다음 단계만 잘할 수 없다(출처 불명 → 신뢰 약화 → 재사용 정당화 실패).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신뢰 판정을 통과한 맥락이라도 모델이 무엇을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있는지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별개. 예: 주문을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있다고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승인·메일 발송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할 수 있는 건 아니다.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오래된 고객 목록·민감 연락처를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적중률 때문에 모든 요청에 고정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것. 적중률은 비용 지표일 뿐 관련·최신·안전을 보장하지 않는다.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조건과 결과를 분리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— 발췌한 문단·제외한 예외·질문·인용 근거 위치, 요약 전후 원문 대조 등을 남긴다. 그래야 기억이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평가한다.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더 읽기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다루나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Lost in the Middle (2023)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장문 입력에서 근거 위치가 활용에 미치는 영향을 통제 실험으로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Multi-Turn LLM Evaluation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멀티턴 과업에서 이른 가정·이력 관리가 성능에 미칠 수 있는 영향(사전 공개)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Anthropic — Effective Context Engineering for AI Agents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맥락을 상태·도구·압축 관점에서 설계하는 실무 문서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Greshake 외 (2023, arXiv:2302.12173)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데이터에 심긴 간접 프롬프트 인젝션의 위협 모델 원전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문헌은 각각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배치·상태 · 멀티턴 이력 · 맥락 설계 · 신뢰 경계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오늘의 판정과 맞닿아 있다.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엔지니어링 — 여기까지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읽힐지 정교하게 설계해도, 모델이 외부에 무엇을 할 수 있는지는 별개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2026-08-26T08:14:44Z</dcterms:created>
  <dcterms:modified xsi:type="dcterms:W3CDTF">2026-08-26T08:14:44Z</dcterms:modified>
</cp:coreProperties>
</file>