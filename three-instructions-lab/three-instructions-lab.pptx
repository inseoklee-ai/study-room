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지시 설계 · 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3안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실행하고 비교하기 — 채점 기준을 결과보다 먼저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기준을 먼저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세 안 A·B·C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경로로 실행·기록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이진 채점 기준표를 세운다 — 결과가 자를 정하지 못하게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계약 세 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(최소·보강·형식)을 놓는다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SDK · Gemini · Ollama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경로에 같은 지시를 전달한다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기준표로 대조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무엇이 달랐는지 한 문장으로 남긴다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자를 먼저 만들어야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아니라 부품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비교할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결과보다 먼저 놓는 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성공으로 셀지부터 기준표로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판정 · 통과/실패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🪤 결과를 본 뒤 기준을 만들면?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마음에 드는 결과의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성공 조건으로 삼게 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자는 차이를 재는 도구가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나온 답을 정당화하는 설명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344674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→ 기준 (함정)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637282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보고  자를 맞춘다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2234946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2344674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→ 결과 (실습)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637282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자를 먼저 세우고  답을 잰다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성공을 정의해야, 세 안의 결과를 같은 잣대로 통과/실패 판정할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실행 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기준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이진 정의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101596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전 채점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통과의 이진 정의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없는 날짜 금지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입력에 없는 배송일·주문 상태·운송장 번호를 확정적으로 안 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답변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부족한 정보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배송일 확정 불가를 밝히고 확인 정보 한 가지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답변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고객용 문체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비난·전문 용어 나열 없이 정중한 한국어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응답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준수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C안은 reply,question 두 키 JSON 객체만, 두 값 비지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파싱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95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6195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6195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행은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형식을 약속한 C안에서만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적용한다. 문체 우열까지 한 점수에 섞지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판정 규칙의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모호함도 실행 전에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'정중함'처럼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해석이 남는 항목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그대로 두면 사람마다 다르게 판정한다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끝 존대 · 고객 비난 없음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확인 규칙으로 미리 적어 둔다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3492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3492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223494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"정중한가?" — 판정자의 인상에 맡기면 안전 실패를 놓친다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65882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98018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98018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865882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끝 존대 O · 고객 비난 X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원문에서 눈으로 확인 가능한 규칙으로 환원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5168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55168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55168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해석이 남는 기준을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전에 규칙으로 못 박아야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원문을 볼 때 판정이 흔들리지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문의에 다른 계약 세 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고정 — 배송일은 언제인가요?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10812" y="5486400"/>
            <a:ext cx="376732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10812" y="5486400"/>
            <a:ext cx="3767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최소 · B 보강 · C 형식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🧾 지시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안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무엇을 더했나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최소안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요청의 가장 작은  기준선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부품 보강안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A에서 예상한  위험만 보강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과잉안(형식)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B의 목표·제약 유지  + 출력 모양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과잉 = 정보량이 아니다.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과업에 비해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계약을 지나치게 세밀히 추가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했는지를 관찰한다.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Ⓐ 최소안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[A] 고객 문의에 답변 초안을 작성하라.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751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751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751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역할·근거 범위·모를 때 행동·산출 형식이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비었다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친절한 답이 나와도 지시가 보장한 게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 성향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Ⓑ 부품 보강안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위험만 보강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[B] 고객 문의에 정중한 한국어 답변 초안을 작성하라.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입력에 없는 배송일, 주문 상태, 운송장 번호는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추정하거나 단정하지 말라.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정보가 부족하면 확인에 필요한 정보 한 가지를 요청하라.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7401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7401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263347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고객용 문체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정중한 한국어 답변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49168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33558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33558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3249168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밖 사실 금지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배송일·상태·운송장 추정 금지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64864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39715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3971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3864864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부족 시 질문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확인 정보 한 가지 요청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Ⓒ 과잉안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보강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[C] B안의 지시를 따른다. 아래 JSON 객체만 출력하라.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{"reply":"고객에게 보낼 답변","question":"추가로 확인할 정보 한 가지"}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두 값은 한국어 문자열이며 비워 둘 수 없다.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094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094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4094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형식을 추가하나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JSON이 곧 사실성 보장은 아니다.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자연어를 프로그램용 객체로 바꾸는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생길 수 있어, 형식이 실제 소비자에게 필요한지 별도 판단한다.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한 번씩만 실행해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일반화하지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모델·입력으로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3회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실행해 변동을 보관한다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모델명·시각·시스템 지시·사용자 입력·원문 응답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남긴다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무작위성 설정에선 한 번의 답이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결과의 범위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본다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좋은 답은 지시의 증거가 아니다.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변동을 함께 기록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차이가 부품 때문인지 우연인지 구분된다.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실행 경로를 있는 그대로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인터페이스는 지시를 전달하는 그릇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70732" y="5486400"/>
            <a:ext cx="504748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0732" y="5486400"/>
            <a:ext cx="5047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SDK · Gemini · Ollama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🅰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Agent SDK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비동기 생성기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 = ClaudeAgentOptions(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system_prompt=system_prompt, max_turns=1, tools=[])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= [f"variant:{variant}",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f"system_prompt:{system_prompt}",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f"user:{QUESTION}"]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for event in query(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prompt=user_messages(QUESTION), options=options):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record.append(f"{type(event).__name__} | {event!r}")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529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529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529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max_turns=1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tools=[]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추가 턴·도구를 제외하고,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지시+사용자 입력의 응답만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관찰한다.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🅱🅲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 + Gemini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객체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전달. API 키가 있어도 공급자 혼잡(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503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)은 지시와 무관한 실패 → 성공/오류 구별 기록.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(로컬)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 딕셔너리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인증 없이 로컬 반복. 작은 모델의 한국어 품질·지시 이행도는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결과로 재야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세 경로 비교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되는 것 / 주의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89890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Agent SDK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 로그인 인증, system_prompt+query()로 한 턴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messages 배열 API 아님, 한도는 로그인 계정 상태에 의존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LangChain+Gemini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키, SystemMessage·HumanMessage·AIMessage를 invoke()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공급자 고유 설정이 추상화에 가려짐, 503은 지시 실패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Ollama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없이 role 딕셔너리, 로컬 반복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로컬이 품질 보장 아님, 이행 품질도 관찰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168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1680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1680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이름을 봤다고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자료형까지 바꿔 쓰면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비교에 라이브러리 오류가 섞인다.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판정 기록 양식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읽은 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 금지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차이 만든 부품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최소안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통과/실패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통과/실패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통과/실패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 후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보강안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통과/실패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통과/실패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통과/실패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역할·제약·예외 중 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형식안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통과/실패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통과/실패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통과/실패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통과/실패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또는 새 충돌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자리표시자는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 계약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실제 통과/실패는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원문을 읽은 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채운다. 한 결과의 좋은 인상으로 모든 기준을 통과시키지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🖊️ 'B가 더 좋다'에서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멈추지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마치면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달랐는지 한 문장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남긴다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문장에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부품 · 관측값 · 고정 조건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담는다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49021"/>
          </a:xfrm>
          <a:prstGeom prst="roundRect">
            <a:avLst>
              <a:gd name="adj" fmla="val 149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81250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"B안은 정보 부족 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예외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추가했으며, 세 실행 중 확인 정보 요청이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A안보다 많았다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30271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930271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930271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없다면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역시 중요한 관측이다 — 부품이 이미 학습된 성향과 겹쳤거나, 시험 입력이 효과를 못 드러낸 것.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채점 기준을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결과보다 먼저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세워야 하는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답변이 자연스러운데 없는 배송일을 단정했다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판정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A·B·C 세 안은 각각 무엇을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Gemini 실행에서 나온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503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지시의 실패로 세야 하나?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C안이 코드 펜스를 붙여 JSON을 냈다면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행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결과를 먼저 보면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마음에 든 결과의 표현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성공 조건으로 삼아, 자가 차이를 재는 도구가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나온 답을 정당화하는 설명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되기 때문.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실패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문체가 자연스러워도 근거 없는 날짜를 확정하면 통과가 아니다.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기준선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B=A의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위험 보강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(역할·제약·예외), C=B에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더한 과잉안.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503은 공급자 혼잡으로 지시와 무관한 실패 — 성공/오류를 구별해 기록한다.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"JSON 객체만 출력" 계약을 코드 펜스가 깼다(형식 통과·안전 판정은 별개).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자, 그다음 답 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3안 — 여기까지 · 다음: 답의 모양을 약속한다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2026-08-25T00:58:56Z</dcterms:created>
  <dcterms:modified xsi:type="dcterms:W3CDTF">2026-08-25T00:58:56Z</dcterms:modified>
</cp:coreProperties>
</file>