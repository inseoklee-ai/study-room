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프레임워크 ⑤⑥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주방이 안 열렸어도 홀부터 영업한다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데이터 · 프론트/백/API · REST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목업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데이터로  화면부터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API 심화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프론트↔백은  API로 대화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데이터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(mock data) = 진짜 API가 보낼 것과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구조의 가짜 데이터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코드에 직접 적어 두기 — 백엔드 없이 화면이 진짜처럼 동작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개발자가 매일 쓰는 기술이자, AI 코딩에서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빠르게 프로토타입을 만드는 열쇠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데이터 구조를 알고 있으면, 데이터가 진짜든 가짜든 똑같이 그려진다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이것이 목업이 작동하는 이유.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없이 프론트엔드 만들기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프론트/백/API/JSON · 목업 데이터 · 교체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98948" y="5486400"/>
            <a:ext cx="159105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98948" y="548640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🍽️ 홀·주방·창구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요청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손님이 보고 만지는 공간(메뉴·주문·받기)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보이는 곳에서 저장·요리·완성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서빙 창구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홀↔주방 연결점(주문 전달·음식 내보냄)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주문서 양식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규격(이름표-값 묶음)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3529584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프론트엔드가 백엔드에 "전문가 목록을 주세요"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response = await fetch('https://내서비스.com/api/experts');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experts = await response.json();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experts = [{ name: '김민준', specialty: '형사' }, ...]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7000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7000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7000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코드가 돌려면 그 주소에 응답하는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백엔드가 이미 있어야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 없으면 fetch는 실패하고 화면은 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가짜 데이터(목업)를 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🎭 목업 데이터가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유용한 이유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넷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백엔드를 기다리지 않는다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프론트를 먼저(실무의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개발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프론트팀·백팀 동시)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디자인·인터랙션을 먼저 검증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데이터가 어떻게 들어올지 알면 배치·상호작용을 백엔드 없이 테스트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코딩에서 특히 강력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"이 데이터로 화면을 만들어줘"면 연결 없이 완성 화면을 즉시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진짜 API로 쉽게 교체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목업 구조를 진짜 응답과 맞춰두면 한 줄만 바꿔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한 가지 요령 — 평범한 데이터만 말고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극단적인 경우도 섞어 달라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고("목록이 텅 비었을 때", "이름이 유난히 길 때"). 그래야 그런 상황에서도 화면이 안 깨지는지 미리 확인.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별도 파일로 빼면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교체가 쉽다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131820"/>
          </a:xfrm>
          <a:prstGeom prst="roundRect">
            <a:avLst>
              <a:gd name="adj" fmla="val 146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13182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9489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mockData.js — 진짜 API 응답과 "같은 구조"로 만든다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mockExperts = [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id:1, name:'김민준 변호사', specialty:'형사전문', years:15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id:2, name:'이서연 변호사', specialty:'민사전문', years:12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mockExperts;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ExpertList.jsx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mockExperts from './mockData';   // ← 이 한 줄만 바꾸면 끝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ExpertList()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experts = mockExperts;   // 나중에: useFetch('/api/experts')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화면 코드는 그대로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64972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64972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64972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파일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두면 백엔드가 생겼을 때 import 한 줄을 API 호출로 바꾸기만.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코드는 손대지 않는다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컴포넌트는 experts 배열 구조만 알 뿐 어디서 왔는지는 신경 안 쓰니까. 이것이 지난 시간에 배운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관심사의 분리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실전 적용.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가짜 데이터는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부탁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JSON 알아보기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적을 필요 없다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화면에 쓸 그럴듯한 가짜 데이터를 만들어 줘"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알려줄 건 둘: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화면인지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(쇼핑몰 상품 목록)와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보여줄지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(이름·가격·품절 여부)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"실제 인물·기관 이름은 빼고 가상의 값으로"만 덧붙이면 몇 초 만에 "진짜 같은 가짜"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602611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{"이름": "딸기 생크림 케이크", "가격": 32000, "품절": false}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1467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11467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11467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돌려주는 데이터는 대개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겁먹을 것 없다.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이름표와 값을 짝지어 적어 둔, 사람도 눈으로 읽는 목록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뿐. 따옴표 규칙 같은 건 AI가 알아서 지키니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"이런 이름표-값 묶음으로 오는구나" 정도만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알아보면 충분.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API, 프론트엔드가 아는 만큼만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네 동사 · GraphQL · 역사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CS 교양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🔌 REST API의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동사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널리 쓰이는 방식은 URL로 데이터를 요청하는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주소창에 URL을 넣는 것과 본질이 같은데, 화면이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달라고 한다.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식당 비유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/api/experts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"메뉴판 보여줘"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목록을 가져온다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/api/experts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"이거 주문할게"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데이터를 만든다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/api/experts/1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"1번 이렇게 바꿔줘"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데이터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DELETE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/api/experts/1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"1번 취소할게"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데이터를 지운다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9648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89648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89648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AI에게 "이 화면에 POST 요청 추가해줘"면 AI는 이 약속을 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GET으로 "가져오고", POST로 "등록하고"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둘이 프론트엔드 프로토타입에서 가장 자주.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GET·POST만 알아도 충분.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GraphQL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필드만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골라 받기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GraphQL: "이름하고 전문분야만 줘"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experts(specialty: "형사") { name specialty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응답: 요청한 필드만 정확히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575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GraphQL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난이도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낮음(URL·동사면 충분)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중간(쿼리 문법)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효율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덩어리(필요 없는 것도)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요청한 필드만 정확히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부담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쿼리 해석·검증 구조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코딩 친화도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많고 AI가 익숙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느는 중이나 REST만큼은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240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9240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9240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프로토타입은 REST가 기본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자료 많고 AI가 잘 다루며 목업과 구조 맞추기 쉽다. 서비스가 커져 "데이터 요청이 너무 많다" 느낄 때 GraphQL을 후보에.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API 형식은 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바뀌어 왔나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 · 특징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1980s RPC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컴퓨터의 함수를 원격으로 부름 — 빠르나 커지면 파악 어려움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1990s SOAP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XML로 엄격하게 규격화 — 은행·의료·정부에 여전히, 다만 무겁다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2000s REST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URL로 데이터를 가리키고 HTTP 동사로 조작 — 오늘날 사실상 표준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2015 GraphQL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Meta가 — 클라이언트가 원하는 필드만 골라받기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JSON이 XML을 이긴 이유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XML은 &lt;name&gt;김민준&lt;/name&gt;처럼 태그로 감싸 문서엔 좋지만 프로그램이 읽기엔 무겁다. JSON("name": "김민준")은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 객체 문법과 같아 브라우저가 거의 가공 없이 바로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쓴다 — 가벼움과 단순함이 이겼다.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홀·주방·창구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프론트·백엔드가 API(JSON)로 대화한다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목업 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진짜 응답과 같은 구조의 가짜 — 화면은 진짜든 가짜든 똑같이 그린다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교체가 쉬운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데이터를 별도 파일로 빼면 import 한 줄만 바꿔(관심사의 분리)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이름표-값 묶음으로 온다는 것만 알아보면 충분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REST 네 동사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GET·POST·PUT·DELETE — 지금은 GET·POST만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REST vs GraphQL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프로토타입은 REST(자료·AI 친화), 커지면 GraphQL 후보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목업 데이터가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작동하는 이유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 (화면과 데이터의 관계)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목업에서 진짜 API로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교체가 쉬운 구조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무엇이며 어떤 원칙인가?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AI에게 목업을 부탁할 때 알려줄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와, 요령 하나는?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REST의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동사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프로토타입에서 가장 자주 쓰는 둘은?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JSON이 XML을 이긴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데이터 구조만 알면 데이터가 진짜든 가짜든 똑같이 그려지기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 컴포넌트는 배열 구조만 알 뿐 출처는 신경 안 쓴다.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파일(mockData.js)로 빼두는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import 한 줄만 API 호출로 바꾸면 화면 코드는 그대로.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관심사의 분리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화면인지·무엇을 보여줄지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(+"실제 이름 빼고 가상값으로"). 요령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극단적 경우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(빈 목록·긴 이름)도 섞어 달라고.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GET(가져오기)·POST(등록하기)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지금은 이 둘만 알아도 충분.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JSON은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 객체 문법과 같아 브라우저가 거의 가공 없이 바로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쓴다 — XML의 태그 감싸기보다 가볍고 단순해서.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가짜로 먼저, 진짜는 한 줄로 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없이 프론트엔드 만들기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2026-08-13T23:41:26Z</dcterms:created>
  <dcterms:modified xsi:type="dcterms:W3CDTF">2026-08-13T23:41:26Z</dcterms:modified>
</cp:coreProperties>
</file>