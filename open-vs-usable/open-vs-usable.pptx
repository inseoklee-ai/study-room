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8 · AI가 새로 연 곳들 (⑩⑪)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것과 오늘 쓸 수 있는 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4계단 · 안 갈 데를 아는 것도 지도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강의 8의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라이선스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≠ 오늘 내가 쓸 수 있음.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코드·가중치·기반 모델·학습 자료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4계단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순서대로 읽는다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마무리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안 들어온 곳도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남긴다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네 문턱·한 장 지도·네 발상·회고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지도는 다 가라고 있는 게 아니다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안 갈지 알라고 있다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472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472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도구는 계속 바뀌고, 남는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갈래의 이름·네 발상, 그리고 재는 자(기준선)와 가리는 자(라이선스)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것과 오늘 쓸 수 있는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유독 AI에서 · 4계단 · 걸린 것들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라이선스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왜 유독 AI에서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일이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소프트웨어는 저장소 하나에 코드가 있고 라이선스 파일이 하나면 끝. 그런데 AI 도구는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배포되는 물건이 넷으로 나뉜다.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모델을 불러오고 입력을 넣고 결과를 꺼내는 프로그램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학습이 끝난 숫자 덩어리 — 대개 코드 저장소가 아니라 모델 배포 사이트에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요즘 모델은 대부분 다른 모델 위에 — 원래 모델 조건이 그대로 따라온다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가중치를 만든 자료 — 공개 안 되기도, 공개돼도 조건이 따로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9648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89648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89648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첫 화면의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초록색 배지는 그중 코드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말한다. 넷은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다른 날 바뀔 수 있어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한 번 확인한 답에 유효기간이 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라이선스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어디서 갈리나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파생물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고쳐서 닫아 팔아도 됨(원문·저작권 표시)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BSD 3조항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같음 + 원저작자 이름으로 홍보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아파치 2.0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같음 + 무엇을 고쳤는지 밝히고 특허 사용까지 허락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LGPL 3.0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가져다 쓰는 건 자유, 고쳐서 배포하면 고친 부분을 내놔야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비상업 (CC BY-NC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대개 같은 조건이 따라붙음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MIT·BSD·아파치 셋 중 무엇이든 오늘 업무에 쓰는 데 걸릴 것 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(조건이 가장 느슨한 축, 표시 의무만). 갈리기 시작하는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LGPL 3.0과 비상업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볼 것은 세부가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약정이 무엇에 걸려 있느냐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🪜 라이선스를 읽는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계단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저장소의 라이선스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대부분의 확인은 여기서 끝나지만, AI 도구에선 여기가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가중치가 올라간 곳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열어 라이선스와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절차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(동의 화면·토큰·실명 제출)를 본다. 항목이 없으면 그것도 정보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모델 위에 올라간 것인지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"무엇을 바탕으로 했다"는 줄이 있으면 그쪽까지 따라 올라가 같은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자료·연습용 자료의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따로 — 모델과 자료는 별개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항목 자체가 없으면 그것도 정보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없다는 것은 허용한다는 뜻이 아니다. 받는 데 절차가 있으면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 오늘 쓸 수 있는지를 가른다.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🚦 오늘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걸린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22452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동의·토큰에서 막힘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TabPFN — 설치는 되니 될 줄 알고 진행하다 뒤에서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태그와 실제가 어긋남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OpenVLA — 태그 MIT인데 저장소가 바탕 모델 약관 상속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 항목이 아예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SmolVLA·DNABERT-2 모델 카드 — 없다=허용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비슷한데 갈림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MACE-MP 자유 / MACE-OMAT 학술 전용. TabPFN도 판마다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비상업 한정+산출물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AlphaFold3 실물 가중치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열림·가중치 비상업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Pangu-Weather·Nucleotide Transformer·Moirai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가중치가 비상업 자료 출신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Cellpose — 따라오는지 안 적힘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표시와 실제가 어긋남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Cellpose 배지 옆 옛 글자가 LICENSE와 다름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경로가 낡아 막힘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DiffSBDD 코랩 2022년 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며칠 사이 바뀜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기상 가중치 2026-08-06 상업 허용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424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57424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57424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새 도구를 만났을 때 어디를 볼지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 이 유형 표가 실물 목록보다 쓸모 있다. 반대 방향도 일어난다 — 처음엔 열렸다 판이 올라가며 제한이 붙기도.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에이전트에게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시키기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도구를 업무에 쓸 수 있는지 확인해 주세요. 넷을 나눠서.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코드 저장소의 라이선스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가중치가 배포되는 곳의 라이선스, 받는 데 동의·토큰·실명이 필요한지.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항목이 없으면 "표기 없음"이라고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다른 모델을 바탕으로 했다면 그 모델의 조건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함께 쓰는 학습 자료·연습용 자료의 조건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항목마다 확인한 페이지 주소를 함께. 확인 안 되면 추측 말고 "확인 못 함".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0555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0555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30555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함께 적으라는 대목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제일 중요 — 라이선스는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가장 잘 지어내는 종류의 정보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(흔한 문자열이라 근거 없이 술술). 주소를 요구하면 그 자리에서 열어 확인할 수 있고,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대면 그것 자체가 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2148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2148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받은 답에는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유효기간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있다기상 가중치가 며칠 사이 바뀐 것처럼 — 언제 확인한 답인지 모르면 아직 유효한지도 모른다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갈 데를 아는 것도 지도입니다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문턱 · 한 장 지도 · 기준선 · 네 발상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🚧 손에 안 들어오는 곳의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문턱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걸린 것 · 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BindCraft·Cosmos·Evo 2 — 조건은 열렸는데 카드로. 시간이 지나면 낮아진다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AlphaFold3·병리 기반모델·TabPFN — 실명·가입·승인. 당일 되는지 불확실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낡은 실행 경로(날짜 한 줄로 짐작)와 긴 학습(GRPO 12시간)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판단할 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다섯 조건 어디에도 없던 것 — 결과가 맞는지 아는 사람이 없으면 못 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셋은 시간이 지나면 낮아지고, 마지막 하나만 사람이 직접 넘는다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장비값은 내려가고 절차는 풀리고 낡은 저장소는 누군가 고친다. 그래서 갈래마다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무엇으로 확인하는지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함께 붙어 있었다.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한 장으로 접어 두는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45643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열어 볼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도는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 기반모델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chronos·tabicl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유전체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Geneformer 튜토리얼 코랩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T4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단백질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ColabFold → ColabDesign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T4, CPU도(9분), 공개주소 1초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분자·재료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MatterGen / AutoDock Vina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 T4 10분, 도킹 CPU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원자·기상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CHGNet / WeatherNext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 CPU, 기상 무료 TPU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세포 영상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cellpose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로봇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LeRobot SmolVLA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T4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채점되는 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live.lean-lang.org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7433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97433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97433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바깥에 이름만 — 방정식을 자료 없이 푸는 PINN, 무로그인 위성 영상, 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모델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(오늘 유일하게 코랩보다 자기 노트북이 나은 쪽 — 카드 없이도 빠르고 필요한 창이 코랩엔 없다).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새 갈래를 만나면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기준선부터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뇌파 갈래에도 기반 모델이 나와 있고 가중치가 조건 없이 22MB로 금방 받아진다 — 손엔 잘 들어온다. 그런데 공개 자료로 견줘 보면 다르다.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상상 분류 (시행 45회)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딥러닝 이전 고전 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68.9%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신경망 기반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57.1%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12839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12839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 오는 것과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기존보다 나은지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별개의 일이름 알고 받는 게 절반, 나머지 절반은 자기 자료에서 이기는지 확인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418909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18909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18909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자료에서 한 번 잰 값이라 분야 결론은 아니다 — 다만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예측·분류에 기준선을 함께 돌린 것과 같은 이야기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(참고로 손목 근전도 대형 공개 자료는 코드·자료·가중치가 전부 비상업이라 업무엔 못 쓴다.)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그리고 밑에 깔린 것은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어디에서 다시 나왔나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표·시계열·유전체·세포 영상·위성 영상·로봇의 눈과 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단백질 뼈대·약물 분자·결정 구조·로봇 동작·세계 모델의 다음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 신경망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 사이 힘·전지구 기상 격자·뼈대에 서열 입히기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가능한 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기준선과 견주는 자·설계를 되돌려 채점하는 고리·수학 풀이·정리 증명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오늘 가장 오래 남을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새 분야 소식을 들으면 넷 중 어디에 서 있는지부터. 확산이면 없던 게 나오되 걸러야 하고, 기반 모델이면 자료가 몇십 줄이어도 시작하며, 그래프면 자료가 점과 선, 검증 가능한 보상이면 채점이 자동인 영역.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 어디에도 안 붙으면 그게 진짜 새로운 것.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여덟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758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갈래 중 내 일에 가장 가까운 것은? 왜?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갈래에 넣을 자료가 지금 어디에 어떤 형태로? 없다면 무엇부터 모아야?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줄였을 때 기존 방법이 무너진 지점은? 내 업무에서 자료가 그만큼 적은 자리는?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자리가 있었나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장비였나, 절차였나, 판단할 근거가 없어서였나?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고른 갈래의 기준선은? 지금 그 일을 사람이 어떻게 하고 있나?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발상 중 내가 하려는 일에 걸리는 것은?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 분 만에 만든 그 분류 모델의 조건 셋 중, 내 갈래는 어느 조건에서 벗어나 있나?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하나를 골라 네 계단을 확인한다면 지금 열어 봐야 할 페이지는?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2763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2763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42763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답해 보면 오늘 지나온 것이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일의 언어로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옮겨진다.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남길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지도는 다 가라고 있는 게 아니다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안 갈지 알라고 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끝까지 간 것은 둘, 첫 화면까지 열어 본 것이 서넛, 나머지는 열어 보지도 못했을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그 일들이 어떤 이름으로 불리고 밑에 무엇이 깔려 있는지 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3164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3164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3164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반년 뒤 누군가 "시험 자료가 스무 건뿐인데 뭘 할 수 있나요"라고 물었을 때, 그것이 자료가 모자라 못 하는 일이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모델이 가장 잘 통하는 자리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것을 알아채는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 오늘의 결과다.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강의 8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핵심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가져갈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여덟 갈래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표·유전체·단백질·분자재료·원자기상·세포·로봇·채점보상 — 이름이 진입로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발상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 모델·확산·그래프·검증 가능한 보상 — 새 분야가 어디에 서는지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오는 것과 기존보다 나은지는 별개 — 자기 자료로 나란히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 4계단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코드·가중치·기반 모델·학습 자료. 공개 ≠ 쓸 수 있음, 답엔 유효기간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문턱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장비·절차·시간·판단할 사람 — 앞 셋은 낮아지고 마지막만 사람이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갈 데를 아는 것도 지도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AI 도구는 조건이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겹으로 갈리나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넷은?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라이선스를 읽는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계단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순서는?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에이전트에게 라이선스를 시킬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함께 적으라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손에 안 들어오는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문턱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중, 시간이 지나도 안 낮아지는 것은?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"안 갈 데를 아는 것도 지도"가 실무에서 뜻하는 것은?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배포되는 물건이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넷으로 나뉘어서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코드·가중치·기반 모델(바탕)·학습 자료. 각각 다른 곳에 다른 조건으로, 다른 날 바뀐다.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①코드 저장소 ②가중치 배포처(+받는 절차) ③바탕이 된 모델 ④학습·연습용 자료.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1에서 끝내지만 AI는 1이 시작.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라이선스는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가장 잘 지어내는 정보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(흔한 문자열이라 근거 없이 술술). 주소를 요구하면 그 자리에서 확인, 못 대면 그것이 답.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판단할 사람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장비값·절차·낡은 저장소는 시간이 풀지만, 결과가 맞는지 아는 사람은 사람이 직접 넘어야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"자료가 스무 건뿐"인 요청을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하는 일이 아니라 기반 모델이 가장 잘 통하는 자리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알아채는 것 — 이름·발상·라이선스로 어디를 안 갈지 가른다.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갈 데를 아는 것도 지도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것과 오늘 쓸 수 있는 것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2026-08-13T14:59:10Z</dcterms:created>
  <dcterms:modified xsi:type="dcterms:W3CDTF">2026-08-13T14:59:10Z</dcterms:modified>
</cp:coreProperties>
</file>