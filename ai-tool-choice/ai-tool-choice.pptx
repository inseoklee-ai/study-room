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(5)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외우지 말고 AI로 선택하기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플립드 인터뷰 · 후보 조사 · 반박 · 실제 시험 · 사람의 결정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목록을 외우는 게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선택하는 과정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익힌다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추천받지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질문받기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(플립드 인터랙션) → 업무로 답하기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확인 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후보를 웹으로 조사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추천을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실제 과제로 시험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조언과 사람의 결정을 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기록으로 남긴다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질문자·조사원, 사람은 목적·허용 못 할 실패·데이터 반출·최종 책임을 결정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도구가 바뀌면 같은 과정을 다시 적용하면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외우기가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외우기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OCR·문서 VLM·멀티모달·탐지·분할의 모든 제품을 외운 뒤 고르기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공부가 끝나기 전에 목록이 낡음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일을 설명 → 현재 후보를 찾기 → 실제 자료로 선택을 갱신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역할 분담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질문자·조사원,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목적·허용할 수 없는 실패·데이터 반출 여부·최종 책임을 결정. (아래 프롬프트들은 표준 서식이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선택 과정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(🟡=사람이 하는 일)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① 질문받기AI가 요구사항 인터뷰→ ② 확인요약을 사람이 검토→ ③ 후보 조사웹·공식 근거→ ④ 반박가정·반대안 검토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23744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⑤ 실제 시험닮은 과제로 출력 비교→ ⑥ 결정책임 있는 사람이→ ⑦ 기록tool_choice.md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단계는 AI가 돕고,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 단계(②·⑥·⑦)는 사람이 확정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도구가 바뀌면 이 고리를 다시 돕니다.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추천받지 말고, 먼저 질문을 받는다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Flipped Interaction Pattern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질문을 주도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플립드 인터랙션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질문을 주도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Vanderbilt Jules White 팀: 사용자는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달성할 목표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멈출 조건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알려 주고, 필요하면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하나씩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묻게 지정.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프롬프트 ① 상담 시작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8286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8286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9726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문서나 사진을 처리할 AI 도구를 고르려고 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도구를 추천하기 전에 내 업무와 제약을 이해하도록 질문해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추천에 필요한 정보가 충분해질 때까지 질문하고,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답하기 쉽도록 한 번에 질문 하나만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답을 추정해서 채우지 말고 모르는 것은 미확인으로 남긴다.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질문이 끝나면 네가 이해한 요구사항·가정한 것·아직 모르는 것을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구분해 요약하고 내가 확인할 때까지 추천을 시작하지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'현재까지 요약해 줘' 하면 질문을 멈추고 같은 형식으로 요약한다.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상담 중에는 실제 기밀 파일이나 개인정보 업로드를 요구하지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 질문을 시작해 줘.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질문엔 기술 이름이 아니라 업무로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"최신 모델을 쓰고 싶다"는 도움이 안 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건 미확인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선택에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유용한 업무 정보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7377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어떤 형태의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받아야 하나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나온 예가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어려운 입력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놓치거나 잘못 만들면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피해가 큰가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원문의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근거(위치)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남겨야 하나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외부로 보내도 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처리량·대기 시간·예산·실행 장치는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검토하고 최종 승인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5564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25564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25564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모르는 조건은 AI가 대신 정하게 하지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외부 전송·법적 의무·사람에게 영향을 주는 자동 판정은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확인 전에는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공개·직접 만든 예시만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쓰고 실제 파일·개인정보·자격 증명·내부 주소는 대화에 올리지 않음.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확인 뒤, 현재 후보를 조사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기억에 의존한 추천은 쓰지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근거 우선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후보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웹으로 조사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프롬프트 ② 후보 조사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확인한 요구사항을 기준으로 오늘 선택할 수 있는 도구를 웹에서 조사해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기억에만 의존하지 말고 원 논문·공식 문서·저장소,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공식 가격·라이선스·데이터 처리 정책을 우선 확인한다.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먼저 내 필수 조건을 충족하지 못해 탈락하는 후보와 이유를 적고,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남은 후보만 비교 가능한 표로 정리한다.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후보: 정확한 제품·모델·패키지 이름, 확인 날짜, 근거 URL,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지원 입력·출력, 로컬·클라우드 실행 조건, 비용·라이선스·데이터 전송,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확인된 사실 / 자료에서 한 추론 / 아직 모르는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웹 검색·링크 열기가 불가능하면 조사한 척하지 말고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무엇을 확인할 수 없는지 알려 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88403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88403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88403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못 하는 AI엔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교안의 공식 링크를 붙여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"링크만 읽고 비교, 확인 못 하면 미확인"으로.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붙였다는 사실만으로 검증 끝이 아님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직접 열어 문구·날짜 확인. 공식 문서의 "지원한다"는 내 자료에서 "잘된다"가 아니므로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성능은 실제 표본 시험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추천을 반박하고, 실제 과제로 시험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 편향을 먼저 흔든다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검토 ≠ 실제 출력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🥊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 편향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흔드는 반박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연구: 여러 AI가 사용자 견해에 맞추는 아첨 행동을 보였고, 평가자·선호 모델도 견해와 일치하는 답을 더 선호. 한쪽만 들은 상담의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확신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위험.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프롬프트 ③ 추천 반박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8286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8286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9726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추천을 결론으로 확정하지 말고 다시 검토해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가정 위에서 추천했는가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사실이 확인되면 추천이 뒤집히는가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가장 강한 다른 후보는 무엇이며 어떤 조건에서 더 나은가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실제 자료 없이 판단할 수 없는 것은 무엇인가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나의 선호에 맞추지 말고 확인된 사실·추론·미확인을 구분해 답해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22224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22224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422224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그다음은 논리가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출력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시험 — 벤치마크만 X,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업무와 닮은 과제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만들고 여러 번 실행해 비교,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판단할 수 있는 사람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평가, 주기적 반복.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반론을 잘 쓰는 것과 실제 자료에서 잘 작동하는 것은 다른 검증.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조언과 사람의 결정을 분리한다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기록으로 남긴다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 AI RMF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역할 분리 &amp;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돕는 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조사 · 빠진 조건 찾기 · 비교 시험 초안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여부 · 감수할 오류 · 법률·보안 충족 · 사람에게 영향을 주는 자동 승인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 AI RMF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사람·AI의 역할과 감독 책임을 구분하고, 시험·평가·검증 절차와 결과를 문서화하도록 제시.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84492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프롬프트 ④ 기록 (outputs/tool_choice.md)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0327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0327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39471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대화에서 확인된 내용만 사용해 Markdown 기록을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조사한 업무와 자료 / 공식 근거를 확인한 후보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확인된 사실 / 추론 / 미확인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AI가 판단할 수 없어 사람이 결정할 사항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실제 업무와 닮은 비교 자료와 평가 방법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선택을 다시 조사해야 할 변화나 실패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확인하지 않은 정책·기준은 추정하지 말고 [사람이 결정]으로 남긴다.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상담과 실제 시험을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진행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프롬프트 순서: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요구사항 → 사람 확인 → 후보 조사 → 가정·반대안 검토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웹 조사·기록·직접 실행은 실제 선택이 필요할 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PDF·YOLO 실습의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상담 추천과 같다는 보장이 없음 → "그 후보를 검증"이라 말하지 않고, 상담에서 드러난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(출력·근거·위험 오류·데이터 처리)을 고정 도구에 적용하는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예제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사용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나온 자료만 고르지 않음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문서=기울어짐·도장 겹침·복잡한 표, 사진=가림·역광·작은 대상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목표는 이름을 다 외우는 게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일을 질문하게 하고, 현재 후보·공식 근거를 조사하게 한 뒤, 닮은 과제로 평가하고 사람이 결정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도구가 바뀌면 같은 과정을 반복.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외우지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선택하는 과정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익힌다 (도구는 목록보다 빨리 낡음)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추천받지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플립드 인터랙션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목표+멈출 조건+한 번에 하나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이름이 아니라 업무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답하고, 모르는 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근거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후보 조사. "지원한다" ≠ "내 자료에서 잘된다"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 편향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반박으로 흔들고,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닮은 과제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출력을 시험(주기적 반복)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조언과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결정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분리하고 기록으로 남긴다(NIST 역할 구분)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다 외워서 고르면 안 되는 이유는? 대신 무엇을 익히나?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플립드 인터랙션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이란? 사용자가 미리 정해 줘야 하는 것은?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"최신 모델 쓰고 싶다"보다 유용한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정보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예시는? 모르는 조건은 어떻게?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공식 문서의 "지원한다"와 내 자료에서 "잘된다"의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 링크를 붙였다고 검증 끝인가?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 편향(sycophancy)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이란? 추천을 반박시키는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돕는 일과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일의 경계는?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모델·가격·라이선스·데이터 조건이 자주 바뀌어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외우면 목록이 낡음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일 설명 → 후보 찾기 → 실제 자료로 갱신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과정을 익힌다.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목표 달성에 필요한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주도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방식. 사용자는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달성할 목표 + 질문을 멈출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(+한 번에 하나)을 지정.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입력·출력, 실제 어려운 입력, 피해 큰 실수, 근거 보존, 외부 전송 가부, 처리량·시간·예산, 검토·승인자. 모르는 조건은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두고 담당자가 확인.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"지원한다"는 기능 유무일 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자료에서 잘된다는 보장이 아님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(성능은 표본 시험으로). 링크는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문구·날짜를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검증.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사용자의 견해에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지나치게 동의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경향. 한쪽만 들은 과도한 확신을 막으려고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가정·반대안·뒤집는 사실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스스로 대게 반박시킨다.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= 후보 조사·빠진 조건·비교 초안. 사람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전송·감수할 오류·법률/보안·자동 승인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결정(NIST: 역할·감독 구분, 문서화).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PDF 실습과 사진(YOLO) 실습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