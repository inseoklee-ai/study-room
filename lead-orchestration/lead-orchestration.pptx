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멀티에이전트 ⑥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정하는 흐름 — 리드가 나누기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악보에 미리 고정하는가, 지휘자가 연주 중에 정하는가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차이는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주체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🎼 워크플로 실행(B)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locator 다음 fixer를 반드시 실행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했습니다 — 연주 순서를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악보에 미리 고정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🎩 오케스트레이션 실행(C)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상황을 보고 다음 행동을 정합니다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지휘자가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연주 중 상황을 보고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C에도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전용 locator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있습니다. agents={"locator": ...}는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읽기 전용 도구를 리드 세션에 제공한다는 뜻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locator를 부를지와 받은 내용을 어떻게 쓸지를 스스로 정하고, 최종 수정도 직접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C의 리드 세션은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40턴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5901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5901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5901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같은 역할 구성이더라도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주체가 달라지면 실행 기록에서 확인할 것이 달라집니다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AgentDefinition으로 워커를 등록합니다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arms.py의 오케스트레이션 실행(C)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모델이 정하는 흐름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C의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부분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3355848"/>
          </a:xfrm>
          <a:prstGeom prst="roundRect">
            <a:avLst>
              <a:gd name="adj" fmla="val 1362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33558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31729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arm == "C":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locator = AgentDefinition(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description="Read-only locator: finds the likely cause "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"of a bug in this repo. Cannot edit files.",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prompt=SYS_B_LOCATE,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tools=["Read","Grep","Glob"],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msg, err = await asyncio.wait_for(_run_once(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f"Fix this bug:\n\n{problem}",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ClaudeAgentOptions(cwd=str(repo), model=MODEL, max_turns=40,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system_prompt=SYS_C,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permission_mode="bypassPermissions",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agents={"locator": locator},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forward_subagent_text=True)), 1500)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487375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description에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"Cannot edit files"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적고 tools를 읽기 전용으로 제한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B의 allowed_tools와 같은 뜻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arms.py C sympy__sympy-24909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runs/C-sympy__sympy-24909/result.json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runs/C-sympy__sympy-24909/changes.diff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33472"/>
          <a:ext cx="11091672" cy="1536192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result.json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 세션의 턴 수와 종료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changes.diff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판단이 실제 수정으로 이어졌는지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judgment.json의 evidence_quote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리드가 locator를 실제로 사용했는지와 locator의 탐색이 최종 편집에 반영됐는지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43159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3159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" y="43159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서브에이전트를 정의했다는 사실만으로 분업이 일어났다고 볼 수 없습니다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사용하지 않았다면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탐색을 대신 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세션 기록과 함께 읽습니다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코딩으로 따라하기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요약만 받지 않습니다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모델이 정하는 흐름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 바이브 코딩으로 만든 실험에서 오케스트레이션 실행(C)을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돌려 줘. 이 프로젝트에서 필요한 실행 방법과 대상 문제를 찾아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진행하고, 끝나면 결과 파일과 수정 내용을 함께 보여 줘.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리드가 locator를 실제로 불렀는지도 기록과 판정 결과에서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확인해 알려 줘. 내 결과가 예시와 조금 달라도 괜찮으니,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나온 기록을 기준으로 설명해 줘.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위임한 뒤에는 .venv/bin/python judge.py를 실행해 만든 judgment.json의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evidence_quote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changes.diff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함께 확인합니다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기록에서 인용한 근거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이고, 후자는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수정이 남은 파일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2210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2210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2210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"내 결과가 예시와 조금 달라도 괜찮으니, 나온 기록을 기준으로 설명해 줘"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이 문장이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예시에 맞춰 결과를 꾸미는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막습니다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실행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행동을 정하는 주체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2235708"/>
          </a:xfrm>
          <a:prstGeom prst="roundRect">
            <a:avLst>
              <a:gd name="adj" fmla="val 2045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223570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0528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기준선 실행(A)   다음 행동: 한 에이전트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질문 → 에이전트 1회 → 결과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워크플로 실행(B)  다음 행동: 파이썬 코드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질문 → locator → 보고서 → fixer → 결과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오케스트레이션 실행(C)  다음 행동: 리드 모델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질문 → 리드 모델: 판단 ─┬─ locator 선택 호출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└─ 직접 수정 → 결과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실행을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한꺼번에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돌릴 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.venv/bin/python arms.py A,B,C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인수에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쉼표로 실행 이름을 나열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result.json이 있는 실행은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러너가 건너뜁니다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명령 뒤에는 각 runs/&lt;실행 이름&gt;-&lt;인스턴스&gt;/result.json이 남습니다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786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786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786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실행을 다시 하기 전에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결과가 있는지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파일을 덮어쓴 뒤 이전 기록과 비교하면, 무엇이 달라졌는지 알 수 없게 됩니다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B와 C의 차이는?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재료(문제·읽기 전용 locator)는 같고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조율 주체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다르다. B는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반드시 fixer를 실행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C는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부를지 스스로 정한다.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서브에이전트를 정의하면 분업이 일어난 것인가?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실제로 불렀는지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judgment.json의 evidence_quote와 세션 기록에서 확인해야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러너가 기존 result.json을 건너뛰는 이유는?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덮어쓰면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기록과 비교할 수 없어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무엇이 달라졌는지 알 수 없기 때문.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리드가 연주 중에 정합니다 🎩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 ⑥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2026-09-03T08:00:51Z</dcterms:created>
  <dcterms:modified xsi:type="dcterms:W3CDTF">2026-09-03T08:00:51Z</dcterms:modified>
</cp:coreProperties>
</file>