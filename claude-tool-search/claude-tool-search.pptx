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Code의 Tool Search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사용법을 준비하고, MCP 호출이 업무 자료를 가져옵니다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존재를 알리는 정보와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사용법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Search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도구를 찾은 뒤 그 도구의 상세 정의를 불러오는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도구의 존재를 알리는 정보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호출에 필요한 상세 사용법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나누어 다룹니다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공식 문서는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환경에서 이 방식을 기본으로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검색 서버를 새로 만드는 실습이 아닙니다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OpenCode를 사용한다면 이 절에서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 호출의 차이를 이해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뒤 다음 절로 넘어가면 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앱을 모두 설치해야 하는 실습은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읽기까지의 네 장면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· 검색 · 로드 · 호출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Tool Search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6430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일어나는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시점에 아직 아닌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할 일 이해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필요한 능력은 주간 업무 기록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모델은 요청을 받았지만 아직 업무 기록을 읽지 않았습니다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도구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Code에 연결된 도구가 검색 대상. ToolSearch가 한 일은 '조회할 수단 찾기'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결과에 get_weekly_records가 등장하더라도 TASK-101~104를 읽었다는 뜻은 아닙니다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상세 정의 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하는 도구인지, 어떤 입력을 받는지 — week: str와 설명문이 의미를 가짐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이름만으로는 날짜 범위인지 숫자 1인지 결정하기 어렵습니다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실제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{"week":"week-one"} → 서버가 JSON을 읽어 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그제야 TASK-102의 상태나 TASK-103의 장애 요인을 살펴볼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8221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98221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98221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이 차이는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검색어만 보고 판단하면 놓치기 쉽습니다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도구를 찾을 때도 '업무 기록', 데이터를 읽을 때도 '업무 기록'이라 말하기 때문.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결과가 도구의 사용법인지, 실제 업무의 내용인지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보면 구분됩니다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쓴 설명은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자료를 가져오는 도구인지 분명하게 적어 두어야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현재 작업에 맞는 도구를 고르고 입력을 구성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데 도움이 됩니다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기능이 생겨도 도구의 역할을 잘 설명하는 일은 여전히 우리 몫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내 환경 확인하기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세션과 새 세션을 구분합니다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Tool Search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환경에서 Tool Search를 쓸 수 있는지 확인해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필요하면 설정하고, MCP로 week-one 기록을 읽어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볼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설치 버전, 사용 모델과 연결 경로, 적용할 설정.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설정을 바꿨다면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시작해야 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터미널에서 설정값을 지정했다고 이미 실행 중인 모든 세션이 동시에 바뀌는 것은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보고 있는 세션과 새로 실행하는 세션을 구분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같은 화면을 반복해서 확인하는 일을 피할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ENABLE_TOOL_SEARCH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ENABLE_TOOL_SEARCH=true claude          # macOS · Linux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$env:ENABLE_TOOL_SEARCH = "true"        # Windows PowerShell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Remove-Item Env:ENABLE_TOOL_SEARCH      # 임시 설정 제거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75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정의를 준비하는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환경에서 필요할 때 불러옵니다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시 로드를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가능한 정의가 문맥의 10% 미만이면 미리 로드, 10%에 도달하면 지연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auto:5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기준을 5%로. auto:N의 N은 0–100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false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3080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3080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53080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auto는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기본값의 다른 이름이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적은 환경과 많은 환경을 같은 기준으로 다루려는 임계값 모드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서버에 alwaysLoad: true를 지정하면 그 서버의 도구는 미리 로드됩니다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문서는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 · Haiku · Opus 4.5 이후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지원 모델을 안내합니다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중계 서버를 쓰면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tool_reference 전달 지원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확인해야 합니다 — 검색한 도구를 참조하는 데 필요한 데이터이며,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true가 중계 서버에 없는 기능까지 추가하지는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호스팅 Microsoft Foundry와 Google Agent Platform의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세대 모델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별도 제한이 있습니다. CLAUDE_CODE_DISABLE_EXPERIMENTAL_BETAS 설정이나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조직의 관리 정책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 대상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2762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12762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2762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보고 켜졌다고 판단하지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공식 문서의 현재 지원 조건을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반환값까지 관찰하기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보여 주는 범위 안에서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Tool Search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관찰한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읽을 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서버와 도구의 가용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기록을 읽을 연결이 준비됐습니다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ToolSearch에서 찾은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요청을 처리할 수단을 발견했습니다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MCP 호출의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주차가 week-one인지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반환된 week와 records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올바른 주차의 업무 데이터가 왔는지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답변의 내용이 반환 자료에 근거하는지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상세 정의가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모두 노출되지 않는다면 그 부분을 직접 봤다고 기록할 필요는 없습니다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17136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원본의 TASK-102 맞춰 보기 — 제목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'로그인 안내 문구 개선'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상태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'개발 완료'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note는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배포를 기다린다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짧게 '조회했습니다'라고 답했더라도 실제 반환 자료를 보면 무엇을 읽었는지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나타나지 않은 경우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대화에서 둘째 주를 요청했는데 ToolSearch가 다시 보이지 않으면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찾은 정의를 재사용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했는지 살펴봅니다.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사용법을 아는 도구를 다시 쓰는 요청이라면 매번 같은 검색을 할 이유가 줄어듭니다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압축되어 발견 정보가 정리된 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다시 검색할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설정을 auto로 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분량이 기준에 도달하지 않아 미리 로드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했을 수도 있습니다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적은 지금 실습에서 특히 중요한 해석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보이지 않았다는 관찰과, 기능이 고장 났다는 결론은 다릅니다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설정, 새 대화인지 여부, 실제 호출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살펴보세요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46348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찾았지만 호출에서 오류가 났다면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오류의 내용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읽습니다.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입력이 잘못됐다는 응답이면 서버가 요청을 받고 입력을 검사하는 단계까지 도달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것.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프로그램을 실행하지 못했다면 Python 경로나 환경을 살펴볼 차례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절약 효과를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해석하는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결과는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도구를 불러와 원본 기록을 읽는 과정을 설명하는 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하나를 연결한 상태에서 큰 토큰 절약률이 나오도록 만들 필요는 없습니다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검색 자체에도 과정이 추가되므로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도구에서는 전체 시간이 더 빨라진다고 단정할 수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비교한다면 — 같은 모델·연결 도구·질문을 쓰되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검색 이력이 없는 새 대화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각각.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시작할 때의 문맥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검색·실행을 마친 뒤의 문맥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따로 기록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값만 줄었다고 작업 전체 비용도 같은 비율로 줄었다고 결론 내리지 않습니다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91210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1210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1210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Search는 정의를 언제 읽을지 돕고, 우리는 과업에 필요한 자료의 범위를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필요하지 않은 모든 주의 자료까지 가져오면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정의를 아꼈어도 데이터가 문맥을 채웁니다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ToolSearch 결과에 도구 이름이 나왔다면 기록을 읽은 것인가?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'조회할 수단'을 찾은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실제 기록은 tools/call 뒤에 온다.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auto 모드는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기본값의 다른 이름이 아니라 — 지연 가능한 정의가 문맥의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10%(또는 auto:N의 N%)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도달하면 지연하는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모드.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검색이 보이지 않으면 고장인가?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재사용, 도구가 적어 미리 로드, 새 대화 여부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살핀다.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읽을지를 돕습니다 🔎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