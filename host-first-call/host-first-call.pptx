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연결과 첫 도구 호출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저장했다는 사실만으로 새 MCP 서버에 연결되지는 않습니다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호스트에 알려 주는 것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서버의 이름은 weekly-records이고, 이 프로그램을 이 인자와 함께 실행하면 연결할 수 있다"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66544"/>
            <a:ext cx="11091672" cy="2683764"/>
          </a:xfrm>
          <a:prstGeom prst="roundRect">
            <a:avLst>
              <a:gd name="adj" fmla="val 170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66544"/>
            <a:ext cx="54864" cy="26837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157984"/>
            <a:ext cx="10707624" cy="25008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학생: 첫 주 업무 기록을 읽어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모델: 제공받은 도구 설명을 바탕으로 get_weekly_records 호출을 요청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호스트: 연결한 서버에 {"week": "week-one"} 전달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업무 기록 서버: data/week-one.json을 읽어 반환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호스트: 도구 결과를 모델에 전달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모델: 반환된 기록을 바탕으로 답변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896612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호스트는 그 설정으로 서버를 시작하고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이름·설명·입력 형식을 확인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절의 Python 함수가 대화에서 사용할 수 있는 도구가 되는 순간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설정이 가리키는 위치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프로그램과 프로젝트의 위치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호스트 연결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경로와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경로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25664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호스트가 uv를 실행하고, uv가 프로젝트의 가상환경 안에서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run weekly_records_server.py --transport stdio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실행하게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위치는 서버 소스가 알고 있으므로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설정에 JSON 파일마다 항목을 만들 필요는 없습니다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경로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맨 위 폴더부터의 위치,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경로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어떤 폴더를 출발점으로 삼은 위치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weekly_records_server.py만 쓰면 프로그램은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현재 작업 폴더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찾습니다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호스트를 어디서 실행했는지에 따라 출발점이 달라지므로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 --directory에 실습 폴더의 절대 경로를 지정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--directory는 uv가 명령을 실행할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폴더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바꿉니다 — 그곳의 pyproject.toml을 기준으로 프로젝트를 찾고, 뒤의 상대 경로도 그 폴더에서 읽습니다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08432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08432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408432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설정은 소스 파일까지 정확히 가리키고, 소스 파일은 자기 곁의 데이터를 찾는 구조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터미널에서 가상환경을 활성화할 필요는 없습니다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활성화는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실행 중인 다른 앱의 환경까지 바꾸지 않기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연결 요청하기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준비한 폴더를 가리켜야 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호스트 연결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폴더의 업무 기록 서버를 uv로 실행하도록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지금 쓰는 앱에 MCP로 연결해 줘. 바꾼 설정도 설명해 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살펴볼 것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weekly-records라는 이름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실행 프로그램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--directory 뒤의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폴더 위치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서버 파일 이름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작성자의 폴더가 아니라 내가 준비한 폴더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가리켜야 합니다. 기존 MCP 연결이 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항목을 유지하면서 추가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되었는지도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예제는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run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읽어 실행하도록 만들었습니다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쓰면서 python weekly_records_server.py만 등록했다면 실행 방식을 다시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달라고 요청하세요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66522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66522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66522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OpenCode는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V1과 V2의 설정 구조가 다릅니다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OpenCode 버전을 확인하고, 그 버전에 맞게 연결해 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V1은 mcp 바로 아래, V2는 mcp.servers 아래에 등록합니다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명령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"/Users/student/Projects/mcp-skill-practice"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--transport stdio --scope project weekly-records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uv --directory "/Users/student/Projects/mcp-skill-practice"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run --locked mcp run weekly_records_server.py --transport stdio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33472"/>
          <a:ext cx="11091672" cy="171754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mcp add ... weekly-records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서버를 등록. --scope project는 현재 프로젝트의 .mcp.json에 저장하는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가운데의 --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옵션과 실제로 실행할 서버 명령을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uv부터 마지막 stdio까지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호스트가 시작할 명령. 첫 run --locked는 프로젝트 환경에서 실행, 이어지는 mcp run이 소스를 읽음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49732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49732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49732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--transport stdio가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 보이는 것은 오타가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앞은 호스트가 사용할 연결 방식, 뒤는 서버의 실행 방식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OpenCode의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배열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432861"/>
          </a:xfrm>
          <a:prstGeom prst="roundRect">
            <a:avLst>
              <a:gd name="adj" fmla="val 187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43286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2499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"weekly-records":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"local",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"command": [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"uv", "--directory",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"/Users/student/Projects/mcp-skill-practice",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"run", "--locked", "mcp", "run",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"weekly_records_server.py", "--transport", "stdio"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"enabled": true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49166"/>
            <a:ext cx="11091672" cy="165544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type: "local"은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컴퓨터의 프로그램을 실행하는 연결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command는 실행 파일과 각 인자를 나눈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공백으로 이어 붙인 하나의 문자열로 바꾸지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경로는 JSON에서 역슬래시 하나를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\\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적습니다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PowerShell 명령의 경로를 그대로 복사하면 이 차이 때문에 오류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enabled: true로 활성화.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mcp.servers 아래에 두고 disabled가 true일 때만 끕니다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V1의 enabled는 넣지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codemode의 기본값이 true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지금은 기본값을 유지합니다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749317"/>
            <a:ext cx="11091672" cy="761211"/>
          </a:xfrm>
          <a:prstGeom prst="roundRect">
            <a:avLst>
              <a:gd name="adj" fmla="val 7207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5749317"/>
            <a:ext cx="54864" cy="76121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5749317"/>
            <a:ext cx="10707624" cy="76121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터미널에서는 uv가 실행되는데 앱에서는 못 찾을 수 있습니다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실행 파일을 찾을 폴더 목록이며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앱과 터미널이 서로 다른 목록을 쓸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-v uv / (Get-Command uv).Source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확인한 절대 경로를 넣습니다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상태에서 실제 호출로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기록에서 세 가지를 찾습니다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호스트 연결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기록에서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세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연결한 MCP로 첫 주 업무 기록을 읽어 줘.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75104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부분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찾을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호출한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get_weekly_records가 포함된 이름 — 호스트가 서버 이름을 앞에 붙여 표시할 수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보낸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week의 값이 week-one인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받은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주의 날짜와 네 개 업무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657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657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3657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자연어의 '첫 주'가 도구 입력 week-one으로 바뀌었습니다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함수의 설명에 지원하는 값이 있었기 때문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모델이 그 값을 선택할 수 있습니다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352544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 도구로 week-one.json을 직접 읽었다면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내용은 맞을 수 있지만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확인하려던 MCP 경로는 아직 관찰하지 못한 것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"이번에는 weekly-records MCP 도구를 사용해서 읽어 줘"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반환값 대조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3118192"/>
          </a:xfrm>
          <a:prstGeom prst="roundRect">
            <a:avLst>
              <a:gd name="adj" fmla="val 1466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1181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9353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"week": "week-one",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"report_date": "2026-09-04",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"records": [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"id": "TASK-102",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"title": "로그인 안내 문구 개선",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"owner": "지우",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"status": "개발 완료",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"deployed_at": null,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"verification": "미실시"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625735"/>
            <a:ext cx="11091672" cy="1239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전체 결과에서는 records에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TASK-101부터 TASK-104까지 네 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TASK-102의 status는 '개발 완료'인데 deployed_at은 null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답변에 새로운 배포 날짜가 생겼다면 원본이 준 것인지, 문장을 만드는 과정에서 생긴 것인지 구분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TASK-103의 owner도 null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담당하는지 기록에 없는 상태 그대로 반환되는지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살펴보세요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6000742"/>
            <a:ext cx="11091672" cy="509786"/>
          </a:xfrm>
          <a:prstGeom prst="roundRect">
            <a:avLst>
              <a:gd name="adj" fmla="val 10762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6000742"/>
            <a:ext cx="54864" cy="509786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6000742"/>
            <a:ext cx="10707624" cy="5097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지금의 도구는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읽어 전달하는 역할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값을 추정해 채우거나 보고서에서 '완료'로 분류할 기준을 정하는 일은 하지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알려 주는 연결 단계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성공한 단계 다음을 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호스트 연결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week-three의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실패가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관찰한 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도구에 도달했고, 함수가 입력을 확인한 뒤 거절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 — 앞 절의 허용 주차 검사가 작동한 셈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다른 경우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도구 설명을 읽고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전에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"지원하지 않는 주입니다"라고 답할 수도 있습니다 — 그 경우엔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사전 판단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관찰한 것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기록에 week-three 입력과 오류 반환이 함께 있을 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서버의 거절을 관찰했다고 기록합니다.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오류 문장이 완전히 같을 필요는 없습니다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8696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관찰한 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볼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이해할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목록에 서버가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설정을 저장한 프로젝트와 현재 연 폴더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설정은 해당 프로젝트에서 읽습니다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시작되지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호스트가 uv를 찾는지, uv sync --locked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앱의 실행 파일 검색 경로와 환경 준비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잠금 파일 관련 오류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pyproject.toml과 uv.lock이 함께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--locked는 잠금 파일을 새로 만들거나 고쳐서 진행하지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소스나 데이터를 못 찾음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--directory의 절대 경로와 그 안의 서버 파일·data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폴더를 지정하면 상대 경로의 출발점도 정해집니다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연결은 되지만 MCP 호출이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선택한 도구와 호출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직접 읽기 등 다른 행동을 골랐을 수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소스를 고쳐도 이전 동작이 계속됨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중인 서버의 재시작 여부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디스크 파일을 저장해도 실행 중인 프로세스가 새 소스를 다시 읽어야 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875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3875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3875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길어 보여도 설정을 전부 지울 필요는 없습니다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오류를 보고, 어느 단계에서 막혔는지부터 설명해 줘"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--transport stdio가 두 번 나오는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사용할 연결 방식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서버의 실행 방식.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오타가 아니다.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week-one.json을 직접 읽어 정답을 말했다면?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내용은 맞을 수 있지만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경로는 관찰하지 못한 것.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도구를 사용해 다시 읽도록 방향을 보충한다.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소스를 고쳤는데 이전 동작이 계속되면?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중인 서버 프로세스가 새 소스를 다시 읽어야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 재연결하거나 같은 프로젝트에서 앱을 다시 시작한다.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통로가 준비되었습니다 🚪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④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