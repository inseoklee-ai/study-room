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 3 · 강의 5 · 이미지 생성 (5)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코드로 불러 자동화에 끼웁니다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세 줄, 무료 GPU, 그리고 에이전트에게 통째로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두 경로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 A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 남의 서버에 요청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 B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GPU  직접 돌리기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에이전트에게  배치 시키기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코드가 부르라고 만든 입구. 세 줄이면 그림 한 장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무료 GPU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diffusers로 모델을 직접 올려 마음껏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마지막엔 사람이 코드를 쓰지 않는다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에이전트에게 명시적으로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시킨다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381876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81876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81876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한 줄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정할 것(모델·값·기록·실패처리)은 명시하고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반복문·파일쓰기 같은 건 맡긴다.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🔌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줄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이면 그림이 나온다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사람이 화면을 눌러 쓰는 게 아니라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코드가 부르라고 만들어 둔 입구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보통 키가 필요하지만, 지금은 키조차 필요 없는 경우.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2011680"/>
          </a:xfrm>
          <a:prstGeom prst="roundRect">
            <a:avLst>
              <a:gd name="adj" fmla="val 2273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9943"/>
            <a:ext cx="54864" cy="201168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921383"/>
            <a:ext cx="10707624" cy="1828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requests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urllib.parse import quote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= "a single factory worker in a white safety helmet " \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"leaning over a stainless steel inspection line"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= f"https://image.pollinations.ai/prompt/{quote(prompt)}"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requests.get(url, params={"width":768,"height":512,"nologo":"true"}, timeout=60)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open("worker.jpg","wb").write(r.content)      # → 57,015 바이트 저장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987927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987927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987927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자동화의 한 칸으로 넣기 쉽다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"상품 설명 목록을 읽어 각각 썸네일 만들고 상품 코드로 저장" = 에이전트가 이 세 줄을 목록 수만큼 감싸면 끝.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🖥️ 무료 GPU에서 직접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VRAM부터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메뉴에서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런타임 유형을 GPU로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바꿔야 그래픽카드가 붙는다(기본값은 없음 → 안 바꾸면 코드가 멈춤)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붙었으면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붙었는지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확인하는 습관 — 특히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VRAM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(그래픽카드 전용 메모리). 모델 파라미터가 통째로 여기 올라가야 계산된다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티어는 대개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Tesla T4 · VRAM 14.6GB 남짓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(구글이 보장하진 않음)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891540"/>
          </a:xfrm>
          <a:prstGeom prst="roundRect">
            <a:avLst>
              <a:gd name="adj" fmla="val 512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89154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2666619"/>
            <a:ext cx="10707624" cy="7086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torch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torch.cuda.get_device_properties(0)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print(f"{p.name} / VRAM {p.total_memory/1024**3:.1f}GB")   # 예: Tesla T4 / 14.6GB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61302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61302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61302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14.6GB가 잣대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이보다 큰 모델은 아예 안 돌거나, 일부를 본체 메모리로 밀어내며 아주 느려진다. (뒤 "무엇으로 만들까"에서 다시 등장)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⚙️ 파이프라인으로 마음껏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diffusers가 돌려주는 실행 단위. 문장을 좌표로 바꾸고, 잡음에서 여러 번 걷어 내고, 그림으로 펴내는 단계가 그 안에 묶여 있다(코드의 pipe)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= 브라우저에서 쓴 것과 같은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FLUX.2-klein 4B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Colab 무료 T4에서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11171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2620899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로드→GPU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2913507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94초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047238" y="2511171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412998" y="2511171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67862" y="2620899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장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86150" y="2913507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2.8초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11596" y="2511171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277356" y="2511171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2220" y="2620899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그다음부터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50508" y="2913507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0.9초/장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775954" y="2511171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141714" y="2511171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96578" y="2620899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VRAM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214866" y="2913507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7.5GB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754755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754755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장에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1초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프롬프트를 고쳐 가며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 있다1분이 걸리면 이런 실습은 성립하지 않는다 — 앞에서 본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증류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없었다면 이 칸은 존재하지 못한다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코드에서 눈여겨볼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곳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guidance_scale=0.0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오타 아님. 프롬프트를 얼마나 세게 밀지의 배율인데,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증류 모델은 그 과정이 이미 안에 구워져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있다 → 밖에서 또 밀면 상함.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증류 안 된 기본 모델은 3~7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torch_dtype=float16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7143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숫자를 몇 비트로 담을지. 공식 예제는 대개 bfloat16(같은 16비트, 범위 넓음)인데 오래된 GPU엔 float16이 낫다. 단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결과가 통째로 검게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나올 수 있어 눈으로 확인.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모델을 바꿀 때 이 값을 함께 안 바꿔 결과가 망가지는 일이 흔하다.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이름만 갈아 끼우면 안 된다.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🤖 에이전트에게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통째로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시키기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"이미지 생성 스크립트 만들어 줘"라고만 하면 에이전트가 알아서 모델·값을 정해 앞에서 배운 걸 하나도 못 쓴다.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정할 것을 명시하고 나머지를 맡긴다.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1787652"/>
          </a:xfrm>
          <a:prstGeom prst="roundRect">
            <a:avLst>
              <a:gd name="adj" fmla="val 255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9943"/>
            <a:ext cx="54864" cy="178765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921383"/>
            <a:ext cx="10707624" cy="16047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아래 조건으로 배치 이미지 생성 스크립트를 만들어 주세요.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입력 scenes.csv (열: id, subject, action, camera, lighting, environment, style)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각 행의 여섯 열을 한 영어 문장형 프롬프트로 조립 → out/{id}.png 저장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모델 stabilityai/sdxl-turbo, 스텝 4, 가이던스 0.0, dtype float16 고정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시드는 id를 정해진 규칙으로 숫자화(같은 id면 언제 돌려도 같은 값)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이미지마다 프롬프트·시드·모델명을 out/{id}.json에 함께 저장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파이프라인은 한 번만 GPU에 올리고 행을 순회, 실패 행은 건너뛰고 목록 출력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76389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76389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76389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정한 것 =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형식 · 모델과 값 · 재현 기록 · 실패 처리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이 넷은 품질과 재현성을 좌우하니 맡기지 않는다. 반복문·파일쓰기는 맡겨도 된다.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받은 코드에서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확인할 네 곳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파이프라인을 반복문 밖에서 한 번만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올렸나 — 안에서 올리면 행마다 재적재해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 배쯤 느려진다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(흔한 실수)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시드가 정말 재현 가능한가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파이썬 기본 해시는 실행마다 값이 달라지게 돼 있다(보안상). 그걸로 시드를 만들면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그림을 내일 못 뽑는다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가이던스·스텝이 지시대로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들어갔나 — 에이전트가 자기 기본값으로 되돌려 놓기도 한다(증류 모델에 가이던스 넣으면 상함)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파일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무엇이 들어갔나 — 프롬프트만 저장하고 시드를 빼먹으면 재현 불가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5876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85876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이건 이미지 생성만의 이야기가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에이전트에게 코드를 받을 때 늘 하는 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⚖️ 그런데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모델마다 라이선스가 다르다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FLUX.2-klein 4B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아파치 2.0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상업 포함 자유, 산출물 권리도 사용자에게. 그래서 실습 모델로 선택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SDXL-Turbo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Stability 커뮤니티(연매출 100만$ 기준),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FLUX.2-klein 9B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비상업 전용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모델을 바꿀 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라이선스는 물론 스텝 수·가이던스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그 모델 공식 예제에 맞춰야 한다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이름만 갈아 끼우고 나머지를 그대로 두면 결과가 이상해진다.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구분이 다음 덱("무엇으로 만들 것인가")의 주제.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5문장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21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21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코드가 부르는 입구 — 세 줄이면 한 장, 자동화 한 칸으로 넣기 쉽다(단 무료는 제한·가동 보장 없음).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5104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756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75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5104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돌릴 땐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런타임을 GPU로 + VRAM 확인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(무료 T4 ≈ 14.6GB, 이게 모델 크기의 잣대).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78608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791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791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78608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장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1초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덕분 — 그래서 프롬프트를 고쳐 가며 반복할 수 있다.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82112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8269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826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82112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코드의 두 곳 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guidance_scale=0.0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(증류) ·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dtype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모델 바꾸면 함께 바꾼다.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785616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8862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3886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3785616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모델·값·기록·실패처리를 명시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하고, 받은 코드는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 1회·재현 시드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확인.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API 방식의 장점과, 업무 자동화 심장으로는 부적절한 이유는?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무료 GPU에서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VRAM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먼저 확인해야 하는 이유는?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 장 1초가 실습에 왜 결정적인가? 무엇 덕분인가?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guidance_scale=0.0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오타가 아닌 이유는?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에이전트에게 배치를 시킬 때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맡기면 안 되는 넷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과, 받은 코드에서 볼 곳은?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세 줄로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자동화에 넣기 쉽다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단 익명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15초 제한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·같은 IP 차단·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가동 보장 없음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 업무 심장으로는 부적절.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모델 파라미터가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통째로 VRAM에 올라가야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계산되므로. 넘치면 안 돌거나 본체 메모리로 밀어내며 아주 느려진다(무료 T4 ≈ 14.6GB).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프롬프트를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고쳐 가며 반복 비교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 있어서.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50스텝을 4스텝으로 줄인 덕분.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증류 모델은 가이던스가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안에 구워져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있어, 밖에서 또 밀면 그림이 상하므로 0으로 끈다(기본 모델은 3~7).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맡기면 안 되는 넷 =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형식·모델과 값·재현 기록·실패 처리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확인 =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 1회 로드·재현 가능한 시드·가이던스/스텝·기록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코드로, 그리고 재현 가능하게 💻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코드로 불러 자동화에 끼웁니다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2026-08-12T11:38:52Z</dcterms:created>
  <dcterms:modified xsi:type="dcterms:W3CDTF">2026-08-12T11:38:52Z</dcterms:modified>
</cp:coreProperties>
</file>