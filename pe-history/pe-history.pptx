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엔지니어링의 변천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 문구의 역사가 아니라 — 바꿀 수 있는 조건의 확장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수치를 읽는 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인컨텍스트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CoT·ReAct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모델 내장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이정표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수치를 읽는 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숫자는 등급표가 아니라 조건에 묶인 관찰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이정표마다 넓어진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수 있는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모델의 능력이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 → 추론 형식 → 시스템 설계 → 조건 설계로 확장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기법은 주문이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과업에서 바꿔 볼 수 있는 조건에 관한 가설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수치를 읽는 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영구 등급표가 아니라 특정 실험의 압축 기록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데이터셋 · 설정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71.8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기억하면 안 되는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"GPT-3 175B가 SuperGLUE에서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71.8을 보고했다" (모델·데이터셋·설정을 한 문장에 복원)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"프롬프트에 예시를 넣으면 성능이 71.8이다" (모델·과업·조건을 지운 잘못된 일반화)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8833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= zero/one/few-shot뿐 아니라 가능하면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형식·평가 절차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표기는 인용의 예절이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전제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55168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5168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5168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다른 두 숫자의 차이를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하나의 효과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부를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기법이란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= 모델을 더 똑똑하게 만드는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 같은 과업에서 바꿔 볼 수 있는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조건에 관한 가설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평가 사례 · 성공 기준을 고정한 채, 한 조건만 바꿔 확인한다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6852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가설이므로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— "좋다더라"가 아니라 통과율·실패 유형으로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조건을 함께 바꾸면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분리할 수 없다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— 인컨텍스트 러닝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없이, 프롬프트 안의 예시가 과업 계약을 전달한다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GPT-3 175B · Brown 외 · 예시 계약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SuperGLUE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예시가 늘수록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(GPT-3 175B)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SuperGLUE 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zero-shot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 설명만 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one-shot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1개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few-shot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여러 개 추가 → 입력 형식·출력 관계를 보여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fine-tuned SOTA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표의 미세조정 최고치 — few-shot과 여전히 격차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64.3 → 68.2 → 71.8의 상승은 사실이지만,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SOTA 89.3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나란히 보면 "few-shot이 fine-tuning을 대체했다"는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 선언이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예시는 지식 주입이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"인컨텍스트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"이라는 이름 주의 — 실행 순간 행동을 바꿨을 뿐, 새 지식을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안정적으로 학습·파라미터 업데이트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안전한 설명 = 예시가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입력–출력 계약의 사례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(분류=레이블과 의미, 추출=답의 경계·형식, 생성=독자·구조)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Min 외 재검토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러닝의 이득에서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레이블 자체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분포·레이블 공간·형식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 중요할 수 있음 → "좋은 정답 예시를 많이 넣을수록 항상 좋다"의 반증.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5945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5945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5945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출발점 — few-shot을 관성으로 붙이지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zero-shot을 기준선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홀드아웃 사례·성공 기준을 고정한 뒤 예시 하나·레이블 표기·출력 형식 중 하나만 바꿔 통과율·실패 유형·토큰 비용·지연을 기록한다.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— CoT · ReAct · 도구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형식에서 시스템 설계로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절차 · 다수결 · 도구·관측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중간 절차를 조건화하다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CoT (Wei 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PaLM-540B · GSM8K · CoT 예시 8개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standard 17.9% → CoT 58.1%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zero-shot CoT (Kojima 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text-davinci-002 · MultiArith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 → 78.7% (Let's think step by step)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zero-shot CoT (Kojima 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text-davinci-002 · GSM8K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 → 40.7%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"긴 생각을 적었다"가 아니라 예시가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절차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바꿨다는 것 — 수량 찾기 → 변화 계산 → 단위 확인 → 답. step by step은 만능 주문이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답하기 vs 추론 요청을 같은 문제에서 비교하는 저렴한 기준선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🗳️ 여러 경로 · 쉬운 것부터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선택과 분해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Self-Consistency (Wang 외)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PaLM-540B · GSM8K  CoT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56.9%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SC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74.4%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least-to-most (Zhou 외)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 길이 일반화  CoT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16%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LtM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93522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Self-Consistency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단일 greedy decoding 대신 여러 추론 경로를 표본화해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바뀐 조건 = 표본 수·다양성·답 동치 규칙·호출 비용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least-to-most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하위 문제 먼저, 앞 단계 답을 다음에 넣어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것부터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푼다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985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985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985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체인의 목적은 "더 많이 생각"이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중간 산출물을 독립적으로 확인 가능하게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만드는 것. 단계마다 계약·검사·실패 정책이 없으면 초기 오류가 전파되고 지연·비용만 늘어난다.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도구와 관측을 잇다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Thought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무엇을 할지 판단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검색·코드 실행 등 호출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원문·결과·오류를 관측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기억에서 잇는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대신, 사실을 찾아 관측하고 그에 비추어 다음 행동을 고른다 (Yao 외)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HotpotQA·ALFWorld·WebShop 결과는 설정마다 달라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'ReAct 점수'로 못 줄인다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호출·관측 교대를 포함한 실행 프로토콜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(재시도·중단 조건 포함). 도구는 추측을 사실로 바꾸지 않는다 — 오래된 검색·잘못된 권한·실패한 호출도 그대로 관측으로 전달된다.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모델 내장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사라지지 않는다 — 형태를 바꿀 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budget · 조건 설계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 같은 문구,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달라진 실행 정책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 Technical Report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/ non-thinking 모드 구분,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budget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추론 토큰 예산 조절. 같은 문구라도 non-thinking에선 긴 추론이 안 나오고, thinking이라도 예산이 작으면 복잡한 문제를 못 끝낸다. 단순 추출에 큰 예산 = 답은 같아도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비용·지연만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오른다.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3423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CoT가 거짓이 된 게 아니라, 실행 정책이 달라졌으니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문구의 효과를 다시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이동: "풀이 문장을 어떻게 끌어낼지"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"모델이 무엇을 보고 무엇을 쥐고 판단해야 하는지"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9758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9758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9758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추론을 맡길수록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(작업 범위·금지, 신뢰 문서, 최신 관측, 도구, 형식, 통과 검사)이 흐리면 능력 있는 모델도 엉뚱한 근거를 읽는다. 긴 추론 노출 요구만으로 최신 정보 부재·잘못된 형식은 안 풀린다.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이정표 다시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설계자가 통제하는 조건의 확장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→ 형식 → 시스템 → 조건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조건은 이렇게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넓어졌다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이정표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확장된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바뀌었나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 인컨텍스트 러닝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재학습 없이 입출력 사례가 레이블 뜻·답 모양을 실행 시점에 보임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 CoT·self-consistency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상태 요청·여러 경로 답 선택으로 출력 절차 변경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2022–23 ReAct·chaining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도구·관측·다음 행동·종료 조건 연결로 모델 바깥 사실을 판단에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추론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근거·제약·도구·검사를 정확히 배치하고 조합을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시험할 때 — 변화가 줄이려는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그 실패가 줄었다고 판정할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정확도 이득과 맞바꿀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토큰·지연·권한 위험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둔다.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다섯 질문으로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기법을 위치시키기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과업·독자·범위·금지를 정하는가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(← few-shot)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필드·순서·허용값을 정하는가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(← few-shot)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추론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실제로 필요한가 (아니면 direct가 더 빠르고 안전)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(← CoT·self-consistency)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도구·최신 관측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필요한가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(← ReAct)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검증·재시도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무엇을 통과로 삼고 언제 다시 하는가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(← 채택/폐기 루프)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조건을 함께 바꾸면 원인을 모른다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입력·성공 기준을 고정한 뒤 한 조건씩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바꾼다.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"71.8"을 제대로 인용하려면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세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문장에 복원해야 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SuperGLUE에서 few-shot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71.8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fine-tuned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89.3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나란히 보아야 하는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Min 외의 재검토가 반증한 통념은 무엇이며, 예시의 질은 무엇으로 판단하나?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ReAct의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Thought → Action → Observation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교대에서 프롬프트 엔지니어링이 설계하는 것은?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추론 모델 시대에 "step by step"의 효과를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검증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모델·데이터셋·설정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(예: "GPT-3 175B가 SuperGLUE에서 few-shot으로 71.8"). 설정엔 zero/one/few-shot과 가능하면 프롬프트 형식·평가 절차까지.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64.3→68.2→71.8의 상승은 사실이나, 같은 표의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SOTA 89.3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여전히 격차가 있어 "few-shot이 fine-tuning을 대체했다"는 승리 선언이 아니기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"좋은 정답 예시를 많이 넣을수록 항상 좋다"를 반증. 예시의 질 = 정답 여부만이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분포·레이블 공간·형식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드러내는지.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호출·관측 교대를 포함한 실행 프로토콜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(재시도·중단 조건 포함). 도구는 추측을 사실로 바꾸지 않으므로 오류·권한 실패도 관측으로 다룬다.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과거 CoT가 거짓이 된 게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정책이 달라졌기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 — 모드·thinking budget에 따라 같은 문구의 효과가 달라질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조건의 확장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엔지니어링의 변천 — 여기까지 · 다음: 기법의 효과는 다시 검증한다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