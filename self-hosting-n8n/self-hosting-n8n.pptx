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자동화와 에이전트 ⑦ (선택 심화)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직접 띄워 보기 — 셀프 호스팅의 선택지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노트북에서 화면이 뜨는 순간, 운영 책임도 함께 옮겨옵니다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주체가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인스턴스를 운영하는 주체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n8n Cloud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n8n이 인스턴스를 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인스턴스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운영 환경이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셀프 호스팅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환경 · 데이터 보관 · 업데이트 · 장애 대응을 내가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Sustainable Use 라이선스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fair-code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소프트웨어이므로 이 방식으로 실행합니다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주소만 달라지는 것이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남나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정의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남나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남나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연결에 쓰는 비밀값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백업과 삭제, 접근 권한 회수도 내가 설계하고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내 컴퓨터에 있다고 해서 안전하다고 판단하지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컴퓨터에 누가 접근하는지, 백업이 있는지, 비밀값이 어디에 저장되는지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따로 점검합니다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짧은 경로부터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127.0.0.1:5678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셀프 호스팅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실행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범위를 넓히지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없이 내 컴퓨터에서 실행하고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127.0.0.1:5678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접속합니다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32304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뜻과 쓰임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127.0.0.1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사용 중인 컴퓨터를 가리킵니다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5678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포트로 n8n 화면에 연결됩니다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· HTTPS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사람이 인터넷을 통해 접속하도록 공개할 때 — 주소와 통신 암호화, 접근 경계를 관리합니다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148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1148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1148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로컬 실행은 공개 범위를 넓히지 않는 대신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노트북을 끄면 n8n도 중지됩니다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상자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함께 담아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Docker는 앱과 실행에 필요한 환경을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컨테이너라는 독립된 상자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함께 담아 실행합니다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이미지를 내려받아 컨테이너로 띄우면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운영체제마다 필요한 프로그램을 따로 맞추는 수고를 줄입니다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이미지를 사용하면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컴퓨터와 서버에서도 비슷한 조건으로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그래서 Docker는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호스팅을 시작할 때 널리 사용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컨테이너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프로그램과 실행 환경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포함합니다.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지우고 새로 만들면 그 안의 임시 파일도 함께 삭제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볼륨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데이터를 남겨 두는 저장 공간. n8n 데이터를 연결하면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바꾸거나 컨테이너를 다시 띄운 뒤에도 워크플로와 설정을 이어서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볼륨의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저장 장치와 백업 방법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Docker 설정과 운영체제에 따라 다르므로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규모가 아니라 운영 책임으로 고릅니다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· PostgreSQL · Redis · Kubernetes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셀프 호스팅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저장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알맞은 환경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SQLite (기본)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컴퓨터의 한 파일에 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관찰하거나 가볍게 실습하는 환경에서 간단하게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PostgreSQL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별도로 실행하는 데이터베이스 프로세스에 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사람이 지속적으로 사용하거나 백업과 복구를 운영해야 하는 환경에서 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겹치면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 mode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실행 프로세스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들어온 작업을 모두 처리합니다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queue mode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Redis가 작업 대기열을 관리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실행 프로세스가 작업을 나누어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처리량은 증가하지만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Redis와 실행 프로세스 상태, 실패한 작업 기록까지 확인할 대상도 증가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로컬에는 쓰지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Kubernetes(k8s)는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컨테이너를 여러 서버에 배치하고, 중지된 컨테이너를 다시 실행하며, 트래픽에 따라 수를 조절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Kubernetes용 Helm 차트 배포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지원합니다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개인이 로컬에서 살펴보는 환경에는 관리 대상이 너무 많으므로 사용하지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서버에서 지속적인 서비스를 운영하는 환경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— 컨테이너 상태를 매번 직접 관리하지 않기 위해 사용합니다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 맡기고, 다시 읽어 확인합니다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제안된 설정은 그대로 믿지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셀프 호스팅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요청문과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로컬에서 n8n을 Docker로 띄워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포트는 5678로 열고, 데이터는 볼륨에 남겨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 뒤에 확인할 주소와 생성된 파일·볼륨도 설명해 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094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4094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제안된 설정은 그대로 믿지 않고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이미지, 포트, 볼륨을 다시 읽어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0438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요청문에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목적과 조건을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넣는 것이 요령입니다 — 소단원 ④의 요청문 패턴과 같습니다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뒤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목록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127.0.0.1:5678을 열어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보이는지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Docker의 실행 목록에서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컨테이너가 계속 동작하는지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열리지 않으면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충돌 · 컨테이너 중지 · 이미지 내려받기 실패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관찰할 수 있는 신호부터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비밀번호나 API 키가 요청문·터미널 기록·공유 화면에 남지 않았는지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구성과 책임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검토할 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확인할 운영 책임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실행 + SQLite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컴퓨터와 데이터 파일의 보관·백업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소규모 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Docker + PostgreSQL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권한 · 데이터베이스 백업 · 업데이트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실행이 많이 겹침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Docker + PostgreSQL + Redis queue mode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대기열 · 실행자 상태 · 실패 작업의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서버를 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Kubernetes 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상태 · 장애 복구 · 권한과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정답표로 쓰지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큰 구성을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나은 구성으로 판단하지 않습니다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기준은 하나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워크플로가 중지됐을 때 누가 확인하고 복구할 수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맞춰 구성합니다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호스팅에서는 n8n을 내 환경에서 실행하며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실행 기록을 어디에 두고 어떤 책임을 맡을지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결정합니다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셀프 호스팅에서 옮겨오는 것은 접속 주소뿐인가?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정의 · 실행 기록 · 비밀값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어디에 남는지, 그리고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· 삭제 · 접근 권한 회수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내가 설계하고 확인한다.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컨테이너와 볼륨의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컨테이너는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중인 프로그램과 환경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지우면 임시 파일도 사라진다. 볼륨은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바깥에 데이터를 남기는 저장 공간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컨테이너를 다시 띄워도 워크플로와 설정이 남는다.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구성을 고르는 기준은?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규모가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책임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내 워크플로가 중지됐을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확인하고 복구할 수 있는지.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책임도 함께 옮겨옵니다 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에이전트 ⑦ — 여기까지 (중단원 ① 완결)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2026-09-02T13:29:05Z</dcterms:created>
  <dcterms:modified xsi:type="dcterms:W3CDTF">2026-09-02T13:29:05Z</dcterms:modified>
</cp:coreProperties>
</file>