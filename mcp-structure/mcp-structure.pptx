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연결 구조와 메시지의 흐름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앱마다 등록 방법은 달라도, 연결 뒤의 발견과 호출에는 공통 규약을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프로그램의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📂 기록을 읽는 프로그램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입력 형식을 공통 방식으로 알려 줍니다.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파일에서 읽을지는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이 프로그램의 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AI와 대화하는 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방식으로 기능을 발견하고 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이 연결 약속이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MCP(Model Context Protocol)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프로그램들이 메시지를 주고받을 때 따르는 규칙입니다.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기능이 있는지 알려 달라"와 "그중 이 기능을 이 입력으로 실행해 달라"를 서로 이해할 수 있는 형식으로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3110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프로그램 이름은 weekly-records.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앱에 서버를 등록하는 설정 화면이나 파일 형식까지 같아지는 것은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연결을 맡는 세 역할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· 클라이언트 · 서버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구체적인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또는 OpenCode — 대화와 모델 사용을 관리하고 어떤 서버를 연결할지, 도구 실행을 어떻게 허용할지 다룸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대화하는 앱과 서버 연결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 안에서 각 MCP 서버와 메시지를 주고받는 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서버에 메시지를 전달하는 연결인지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weekly_records_server.py로 제공하는 weekly-records — 요청에 기능이나 자료를 제공하는 프로그램의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기능이 공개되어 있고 어떤 자료를 반환하는지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클라이언트 프로그램을 별도로 작성하거나 설치하지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사용하는 앱이 이 역할을 담당합니다. 이번 실습의 서버는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실행하는 작은 Python 프로그램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말이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이동하는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호스트에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"첫 주 기록을 읽어 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말합니다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도구와 입력을 선택해 호출을 요청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실행 허용을 처리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클라이언트를 통해 서버에 메시지를 전달합니다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서버의 Python 코드가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읽어 결과를 돌려주면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호스트가 모델에게 전달해 답변을 이어 갑니다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선택을 요청하는 모델과 파일을 실제로 읽는 서버는 서로 다른 역할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안내와 업무 데이터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업무 기록을 곧바로 보낼 필요는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week-one 또는 week-two의 업무 기록을 읽습니다. 보고서 작성이나 완료·진행·위험 판정은 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week: 조회할 주차를 나타내는 문자열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반환할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· 팀 이름 · 기간 시작일 · 보고 기준일 · 업무 기록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7109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{"week":"week-one"}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2300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week는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항목의 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오른쪽 week-one은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호출에서 선택한 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{ }는 이름과 값을 묶는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객체(object)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서로 다른 언어로 만든 프로그램도 같은 데이터를 읽도록 텍스트로 표현. Python 딕셔너리와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겉모습은 비슷하지만 완전히 같은 문법은 아닙니다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(문자열은 큰따옴표, 값 없음은 None 대신 null)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"week": { "type": "string"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["week"]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object는 입력 전체가 객체라는 뜻, properties 아래에는 항목의 규칙, required는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들어가야 하는 항목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{}를 보내면 week가 빠져 있고, {"week": 1}은 항목은 있지만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자료형이 다릅니다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1689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1689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1689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"week-three"도 문자열이므로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규칙만 보면 맞습니다.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하지만 실습 자료에는 첫째·둘째 주만 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검사와 우리 업무에서 허용하는 값 검사는 구분됩니다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연결했다고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것은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안내를 받은 상태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get_weekly_records라는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사용법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받은 상태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TASK-102의 담당자와 상태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내용이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주차로 도구를 호출하고 결과를 받아야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기록을 근거로 말할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발견에서 호출까지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tools/list와 tools/call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 이름과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tools/list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제공하는 도구 목록을 요청하는 MCP 메서드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tools/call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지정한 도구의 실행을 요청하는 메서드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만든 업무 도구의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도구가 하나 더 생겨 find_task라는 이름을 붙여도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메시지의 메서드는 여전히 tools/call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어떤 업무 도구를 부를지는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안의 도구 이름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구분합니다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조회가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 모습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오가는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그때까지 알게 된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사용할 규약과 제공 기능을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통신할 준비가 되었습니다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클라이언트가 tools/list를 요청하고 서버가 이름·설명·입력 규칙을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도구의 사용법을 알게 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모델의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부탁과 안내를 바탕으로 이름과 인자를 정해 호출을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이번에는 week-one을 조회하려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클라이언트가 tools/call로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실행할 도구와 입력을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입력을 검사하고 첫 주의 JSON 파일을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자료에서 결과를 얻습니다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호스트로 돌아가고 모델이 읽어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기록을 근거로 말할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75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875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3875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단계가 매 대화마다 처음부터 반복되는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목록을 호스트가 보관할 수 있고,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모든 도구 정의를 모델에게 즉시 보여 주는지도 제품에 따라 다릅니다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JSON-RPC 메시지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 대신 식별자로 짝짓기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요청과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메시지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"jsonrpc": "2.0", "id": 1, "method": "tools/list"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"tools/call",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"get_weekly_records",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"arguments": { "week": "week-one"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0166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jsonrpc의 2.0은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JSON-RPC의 버전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Python SDK의 2.1.1이나 날짜로 적는 MCP 명세 버전과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params는 메서드에 전달하는 입력을 묶습니다.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바깥의 tools/call은 '도구 실행'이라는 공통 작업, 안쪽의 get_weekly_records는 '주간 기록 조회'라는 구체적 기능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같은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"TASK-102",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"로그인 안내 문구 개선",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"owner": "지우",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"개발 완료",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"due_date": "2026-09-07",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"deployed_at": null,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"verification": "미실시",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"blocker": null,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"note": "코드 작성은 끝났으며 다음 배포를 기다린다."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1668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id: "TASK-102"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업무의 식별자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id: 2 (호출 메시지)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 요청의 식별자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0011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50011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550011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앱이 첫 주를 id: 2, 둘째 주를 id: 3으로 보냈는데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주가 먼저 읽혔다면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먼저 도착했다는 이유로 첫 주의 답장으로 처리하면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보고서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 대신 식별자로 요청과 응답을 짝짓습니다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· resources · 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동사 하나로 정답을 정하지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993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팀 업무의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입력을 받아 실행하는 기능. 검색·계산·조회도 도구가 될 수 있음 — '도구는 수정 작업만 한다'고 이해하면 읽기 전용 MCP의 역할을 놓칩니다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주차를 받아 업무 기록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식별자(URI)로 가리켜 읽는 자료. team://guide/terms처럼 해당 서버에서 해석하는 식별자도 있어 브라우저에 붙여 넣어 열리는 것은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용어 안내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제공하는 대화 템플릿. 값이 들어간 대화 메시지 묶음을 호스트가 받아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주차가 들어간 보고 시작 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1726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1726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1726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읽으니까 무조건 resource"처럼 작업 동사 하나로 정답을 정하지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실행할 기능으로 제공할지, 읽을 자료로 제공할지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설계의 차이입니다.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종류를 모두 구현해야 MCP 서버가 되는 것은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메시지가 오가는 통로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stdio와 Streamable HTTP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구조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— 표준 입력과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출력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호스트의 클라이언트 ── 요청 ──▶ 서버의 stdin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호스트의 클라이언트 ◀─ 응답 ─── 서버의 stdout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서버용 명령을 실행해 로컬 서버 프로세스를 시작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별도 창에 서버를 항상 띄워 두고 기다리는 구조로 시작하지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첫 서버에는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주소가 없어도 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호스트는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시작할 실행 파일과 인자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알아야 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4876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4876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04876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익숙한 print()가 문제를 만듭니다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서버의 표준 출력은 이미 MCP 메시지용 통로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일반 문장을 섞으면 받는 쪽이 MCP 메시지로 해석하려다 실패할 수 있습니다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64686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964686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056126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서버가 시작되었습니다!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{"jsonrpc":"2.0","id":2,"result":{"content":[]}}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시작점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호스트가 알아야 하는 시작점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stdio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실행할 프로그램과 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앱이 내 컴퓨터에서 업무 기록 서버를 시작하고 입출력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Streamable HTTP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서버의 URL (https://.../mcp)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중인 팀 서버의 주소로 메시지를 보내 기록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차이를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'인터넷 사용 여부'로 외우면 예외가 생깁니다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HTTP 서버도 내 컴퓨터에서 띄울 수 있고,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stdio로 연결한 로컬 서버가 내부에서 Google API를 호출할 수도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58597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그려 볼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호스트와 MCP 서버 사이의 통로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서버가 업무 자료에 접근하는 방식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구현을 서버에 두고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기능만 제공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호스트와 주고받는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 서버에 둘 수 있는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이름·설명·입력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구현한 소스 코드와 내부 알고리즘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조회할 주차 같은 호출 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데이터베이스와 조회·가공 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반환하도록 정한 업무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응답에 포함하지 않은 다른 팀·다른 기간의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오른쪽이 자동으로 비공개가 되는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서버가 원본 자료를 응답에 넣으면 그 자료는 호스트로 전달됩니다.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키나 접근 토큰도 도구 설명이나 결과에 포함하지 않아야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접근 권한도 별도로 구현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97002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더하는 이점은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호스트가 같은 방식으로 도구를 발견하고 호출할 수 있다는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소스 코드를 배포하지 않는 구조 자체는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원격 API에서도 가능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원격으로 옮겨도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모델마다 다른 호출 표현이나 파서의 차이까지 해결되지는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호스트·클라이언트·서버 중 학생이 직접 만드는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뿐이다. 호스트는 쓰는 앱이고 클라이언트는 그 앱 안의 연결 구성 요소다.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tools/call과 get_weekly_records의 관계는?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정한 메서드 이름(도구 실행)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만든 업무 도구의 이름.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늘어도 메서드는 그대로다.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stdio 서버에서 print()를 조심해야 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표준 출력이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MCP 메시지용 통로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라서. 진단은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오류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보내고 실제 반환값은 return으로 돌려준다.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규칙 위에 기능을 얹습니다 🔗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