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컨텍스트 엔지니어링 ·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창에서 경쟁하는 다섯 종류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입력 예산을 나눠 쓴다 — 지시·문서·메모리·도구·이력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칸을 나누는 재료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역할이 아니다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예산표로 결정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호출 창에 함께 들어오는 것을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 카드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창에서 경쟁하는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재료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지시·문서·메모리·도구 목록·대화 이력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재료는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역할을 하지 않는다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서로를 대신할 수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무엇을 넣고 무엇을 뺄지 투명하게 결정한다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컨텍스트는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대화창이 아니라 자리 다툼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칸을 나누는 재료들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호출의 창에는 대화 이력만 들어오지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 카드 · 같은 입력 예산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🪟 맥락 = 대화 이력?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맥락이라 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 떠올리지만, 창을 나눠 쓰는 것은 이력만이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호출 창엔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 · 도구 정의와 실행 결과 · 검색 근거 · 출력 스키마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함께 들어온다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 다룬다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 관리가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구성요소 전체가 벌이는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 다툼을 설계하는 일.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🃏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 카드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왔나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크나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믿나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호출 창에 들어오는 각 재료를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본다 — 카드마다 출처·역할·길이·신뢰 수준이 다르다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카드를 늘리면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카드가 쓸 공간이 준다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지시·요청·이력·검색·도구·구조화 출력까지 넓게 보는 관점이다.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(Philipp Schmid, Context Engineering)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창에서 경쟁하는 다섯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막대를 나눠 쓴다 — 늘리면 어딘가 줄어든다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6724" y="5486400"/>
            <a:ext cx="51755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6724" y="5486400"/>
            <a:ext cx="5175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· 문서 · 메모리 · 도구 목록 · 대화 이력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🍱 하나의 창에서 경쟁하는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재료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모델의 역할·금지 사항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질문에 답할 근거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이전 작업의 요약·결정 기록·사용자 선호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모델이 쓸 수 있는 도구의 이름·매개변수·설명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사용자와 assistant가 주고받은 기록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화면은 나뉘어 보여도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예산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재료가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막대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나눠 쓴다  어느 하나를 늘릴 땐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영역과 다른 재료의 자리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확인화면에선 서로 다른 영역처럼 보여도 호출 때는 같은 입력 예산 안에 놓인다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하나를 늘리면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하나가 준다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 + 도구 정의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넣으면 안전 동작 바탕은 늘지만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문서·대화 이력 자리가 준다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대화를 모두 유지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선호·합의 결정은 보존되나 지금 질문에 직접 답하는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조항이 묻힐 수 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문서를 넓게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넣으면 근거 범위는 커지나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메모리와 충돌 가능성↑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하나가 본질적으로 불필요한 게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과제에 필요한 비중을 정해야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다섯은 같은 역할을 하지 않는다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대신할 수 없기에, 충돌하면 무엇을 다시 볼지 판단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구분 · 대체 불가 · 예산표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다섯 재료의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맡는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누구를 위해 어떤 형식으로 무엇을 하지 말지 정하는 규칙 — 역할·안전·출력 형식·예외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질문의 사실·규칙을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이전에 확정한 결정·선호를 짧게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조회·실행할 수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이력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경위와 최근 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답의 울타리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함부로 못 줄이지만, 같은 규칙 반복·무관한 예시는 근거 문서 자리를 줄인다. 지시에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출처·적용 범위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붙여 정책인지 예시인지 구분.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서로를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대신할 수 없다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메모리가 원문을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대신할 수 없다 — 요약은 결정·선호를 짧게 담을 뿐 근거 문서 자체가 아니다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설명이 실제 결과를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대신할 수 없다 — 무엇을 할 수 있는지와 무엇이 실제 나왔는지는 다르다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대화가 최신 주문 상태를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대신할 수 없다 — 경위는 지금의 사실이 아니다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종류를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충돌할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다시 확인할지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예산표는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줄일 대상을 찾는 도구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토큰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고정/가변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제거 시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확보할 출력량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이력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예산표 항목: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항목 · 실제 토큰 수 · 고정/가변 · 출처 · 제거 시 위험 · 확보할 출력량.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✂️ 예산표로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자리를 확보한다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지시 8k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매번 유지하되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예시 2k 절감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 12k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현재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안 하는 도구를 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절감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원문 + 결정 메모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분리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= 무조건 짧게가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근거와 설명할 출력의 자리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 어디서 확보할지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투명하게 결정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넣을지는 곧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뺄지의 판단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메모리를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남길 이유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전문을 넣어야 하는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쓸 도구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원문으로 되돌아갈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넷을 함께 적어야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선택이 검토 가능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해진다 — 무엇을 넣을지는 곧 무엇을 뺄지의 판단.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컨텍스트는 대화창 관리가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 전체의 자리 다툼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지시·문서·메모리·도구 목록·대화 이력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하나의 입력 예산을 나눠 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역할을 하지 않고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서로 대신할 수 없다 — 충돌하면 종류를 나눠 다시 본다.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무엇을 넣고 뺄지 투명하게 정한다 — 목적은 짧게가 아니라 자리 확보.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'컨텍스트를 다룬다'는 것은 대화창 관리와 어떻게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하나의 창에서 경쟁하는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재료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다섯이 화면에선 나뉘어 보여도 호출 때 공유하는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메모리·도구 설명·과거 대화가 각각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대신할 수 없는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예산표의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무엇이며, 어떤 항목으로 구성되나?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대화창 관리가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 전체가 벌이는 자리 다툼을 설계하는 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시스템 지시·도구·검색 근거·출력 스키마까지 함께 다룬다.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(역할·금지)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(근거)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(결정·선호)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(이름·매개변수·설명)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(주고받은 기록).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 예산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하나의 막대를 나눠 쓰므로 하나를 늘리면 출력 영역과 다른 재료의 자리가 준다.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메모리가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을, 도구 설명이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를, 과거 대화가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주문 상태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대신할 수 없다.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목적은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근거와 출력의 자리를 투명하게 확보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것. 항목: 입력 항목·토큰 수·고정/가변·출처·제거 시 위험·확보할 출력량.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 다툼을 설계한다 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창에서 경쟁하는 다섯 종류 — 여기까지 · 다음: 길수록 흐려진다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2026-08-26T08:14:43Z</dcterms:created>
  <dcterms:modified xsi:type="dcterms:W3CDTF">2026-08-26T08:14:43Z</dcterms:modified>
</cp:coreProperties>
</file>