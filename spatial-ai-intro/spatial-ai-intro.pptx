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7 · 공간을 다루는 AI (①②)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사진이 버린 거리를 되찾는다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 볼 수 있는 한 덩어리 · 그릇 넷과 알갱이 하나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 갈 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찍는다  폰 15초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된다  320만 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알갱이가 된다  부피·투명도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줄여서  내 주소에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덱은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왜 이 일이 성립하는지와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담는 그릇 넷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하나 안의 값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에이전트가 쓴다 — 이론의 목적은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지시문에 넣을 낱말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 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쥐여 주는 것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셔터가 닫힐 때 버려진 것이 거리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오늘 하는 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재는 장비 없이 사진에서 그 거리를 계산으로 되찾는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셔터가 닫힐 때 사라지는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거리를 버린다 · 되찾으면 무엇이 달라지나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 폰 15초 영상 하나에서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 볼 수 있는 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폰으로 걸으며  15~20초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15.3MB  알갱이 3,197,944개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마우스로 돌리고  휠로 가까이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영상이 아니다 — 재생 순서가 없다. 디자이너가 깎은 입체도 아니다.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폰으로 방을 걸어 다니며 찍은 영상 하나에서 나왔다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돌리면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없는 검은 자리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드러난다 — 고장이 아니다(마지막 덱에서 이유를 푼다)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화면엔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14.6MB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본문엔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15.3MB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다른 파일이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1024로 세느냐 1000으로 세느냐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차이. 어긋나 있으면 정상.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사진은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버린다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셔터 앞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공간  컵 30cm·벽 3m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격자에 눌림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칸마다 R·G·B  빛의 세기만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3차원이 2차원으로 눌리면서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없어진 것이 정확히 거리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컵 화소와 벽 화소는 파일 안에서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똑같은 자격의 세 숫자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앞이고 뒤인지, 30cm에서 왔는지 3m에서 왔는지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기록하지 않는다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853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하는 일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버려진 그 거리를 되찾는 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되찾아 놓으면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여러 장으로는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돌려 볼 한 덩어리면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중고 거래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흠집·꺾임 각도 물을 때마다 더 찍어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왕복이 통째로 사라진다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부동산 매물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평면도+사진 10장에도 "현관→거실 몇 걸음"이 안 보임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돌려 보며 거리를 가늠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수리 매뉴얼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뒤에서 손 넣는 부품은 그 각도 사진이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원하는 각도로 돌려 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같은 요구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사진 여러 장 대신 돌려 볼 수 있는 한 덩어리를 달라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것. 사원 수레를 훑는 3D 스캐너는 거리를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재는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비싼 장비지만, 오늘은 반대로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재는 장비 없이 사진에서 계산으로 되찾는다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네 걸음 전부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쓴다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다만 코드는 안 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폰으로 15~20초 → 사진 24장 뽑아 모델에 → 방이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점 300만 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→ 점에 부피·투명도 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 올릴 크기로 줄여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주소에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에이전트에게 시키고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나온 것을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 쪽에 시간을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시키는 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메시·포인트클라우드·복셀·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가우시안 스플랫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(담는 그릇 넷), 그리고 불투명도·크기·회전·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구면 조화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(알갱이 값)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 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710434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순서·시차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시키는 말은 틀려도 다시 시키면 되지만,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 말을 모르면 잘못 나온 걸 잘 나온 걸로 보고 지나간다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쓰면 원하는 것이 나오고, 안 쓰면 엉뚱한 것이 나온다 — 이론을 앞에 몰아 둔 목적이 이것.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오늘 남길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방 점 무더기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15~20초 영상에서 점 300만 개 안팎 + 카메라 위치 24개, 걸어 다니며 찍혔는지가 숫자 하나로 갈림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방 알갱이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점을 알갱이로 바꾼 파일이 손에 있고, 알갱이 하나가 몇 바이트인지 말할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주소에서 도는 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줄인 파일이 내 정적 주소에 올라가 있고, 폰으로 그 주소를 열어 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챙길 것 넷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찍을 폰·노트북·구글 계정·깃허브 계정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무대는 둘 — 계산을 빌리는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(영상이 올라감)과 아무나 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주소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(파일이 나감).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담고 무엇이라 부르나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그릇 넷 · NeRF에서 스플랫으로 · 알갱이 62값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이론 한복판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🫙 3차원을 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그릇이 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 쪽 / 약한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정점 + 삼각형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가볍고 고치기 쉽다 / 털·연기·유리에 약함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게임·영화·3D 인쇄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 클라우드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위치·색만 가진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장비가 그대로 냄 / 점은 크기가 없어 틈으로 뒤가 비침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측량·라이다·건설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격자 칸마다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속까지 담음 / 한 변 2배면 8배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 영상·시뮬레이션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가우시안 스플랫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퍼지는 반투명 타원 알갱이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흐린 경계·반투명·반짝임 / 편집 적고 파일 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사진에서 되찾은 장면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이름들이 그대로 요청이 된다 — "메시로", "포인트 클라우드로", "스플랫으로"는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주문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나오는 물건도 여는 프로그램도 다르다.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쓸 것은 맨 아래 것.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⚫→🔵 점과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 다른가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(포인트 클라우드)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위치·색만.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크기가 없다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화면에 찍어도 넓이 없는 한 자리. 점 사이가 벌어지면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틈으로 뒤가 비친다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(스플랫)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부피와 투명도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붙인 것. 찍히면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가운데가 진하고 가장자리로 옅어지는 얼룩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겹쳐 바르면 틈이 메워지고 경계가 부드럽다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모양은 공이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눌리고 기울어진 타원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벽·바닥 같은 평면은 납작한 알갱이 몇 개로 덮는 게 효율적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— 뒤엣것을 가리지 않고 섞인다. 이 성질 하나가 뒤에서 정렬 순서 문제를 만든다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갈 길은 표 위에서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클라우드 → 스플랫으로 가는 한 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메시로 안 가는 이유 — 점을 삼각형으로 이으려면 경계를 정해야 하는데 사진에서 되찾은 점엔 경계가 깨끗하지 않다. 알갱이는 그 결정을 아예 안 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무엇을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하느냐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이름이 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마우스를 끄는 동안 브라우저가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찍힌 적 없는 각도를 그때그때 만들어 내는 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시점 합성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(novel view synthesis) — 오늘의 주인공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반대쪽 끝 = 사진 한 장으로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찍히지도 않은 뒷면까지 지어내는 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사진에서 3차원 만들어 내기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(image-to-3D)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되찾는 쪽 (오늘)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사진에 있던 것을 되찾음 → 이상하면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모자란 곳을 다시 찍으면 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23494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지어내는 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것을 지어냄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맞는지 물어볼 상대가 없어진다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그대로 검색어다 — "사진으로 3d 만들기"는 앱 광고가 나오고, 정확한 이름으로 검색하면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논문과 코드 저장소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나온다. 에이전트도 같다.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2020 · NeRF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장면을 함수 하나에 외우게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신경망에 숫자 5개(좌표 3 + 보는 각도 2)를 넣으면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점의 불투명도와 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내놓는다 — 이 신경망 하나가 곧 장면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그리려면 광선을 쏘고 점을 수십 개 찍어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점마다 신경망에 물어본다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반투명·반사·잎 사이 빛까지 그럴듯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그리는 데 신경망 호출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수억 번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 화질 최고 계열이 한 프레임에 10초 — 초당 30장 도는 화면은 못 만든다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빛이 뿜어져 나오는 장(radiance field)을 신경망이 들고 있어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NeRF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표면이란 개념이 없어 표면으로 표현하기 어려운 것이 오히려 자연스러웠다. 남은 문제는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🪄 2023 · 가우시안 스플래팅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물어보는 대신 찍어 바른다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뒤집은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흐르는 방향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NeRF는 화소가 공간을 찾아갔고, 이쪽은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공간의 알갱이를 화면 쪽으로 눌러 찍는다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눌러 찍어 겹쳐 바르는 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 장치가 30년간 해 온 바로 그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신경망 호출을 평범한 작업으로 바꿔치기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4946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 속도(9장면 평균)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가우시안 스플래팅 (7,000걸음)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 fps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6분 25초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가우시안 스플래팅 (30,000걸음)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134 fps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41분 33초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화질 앞세운 NeRF 계열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0.06 fps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1744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91744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91744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splat = 붓을 튀겨 자국 남기기, 가우시안 = 가운데 진하고 옅어지는 종 모양 분포.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주장을 보면 어느 기계에서 잰 값인지부터 찾는다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논문은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A6000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(48GB, 노트북에 없는 카드).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스플랫 알갱이 하나 안엔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정하나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공간의 어디에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칸만 잡고 안 씀(0으로 채움)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각도에서든 공통인 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구면 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보는 각도에 따라 색이 어떻게 달라지나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불투명도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 진하게 쌓이나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방향 각각 얼마나 길쭉한가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길쭉한 방향이 어디를 향하나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합쳐 실수 62개, 하나 4바이트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하나 248바이트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구면 조화 180바이트 = 73%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큰 이유는 형태가 아니라 각도에 따른 색 변화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마지막에 이 막대를 잘라 낸다.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구면 조화가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코팅된 잡지 표지 — 정면엔 인쇄 색, 고개를 기울이면 형광등 반사로 흰 띠.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면인데 보는 방향이 바뀌니 색이 바뀐다.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금속·유리·젖은 바닥이 다 그렇다. 색을 하나로 못 박으면 이런 표면이 죽어 밋밋한 물감 덩어리가 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발상은 소리와 같다 — 복잡한 소리를 여러 순음의 합으로 쪼개듯,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 위의 색 무늬를 미리 정해 둔 기본 무늬 여러 장의 합으로 쪼개고 각 장이 얼마나 섞였는지만 적어 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기본 무늬가 구면 조화, 섞인 정도가 계수.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0304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차수별 장수 — 0차 1장(밋밋), 1차 3장, 2차 5장, 3차 7장.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차수까지 쓰면 조금만 기울여도 색이 달라지는 표면까지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여기선 3차까지 = 16장. 0차 1장은 기본 색으로 뺐으니 남는 15장 × RGB 3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86638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6638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0차 계수 하나만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남기면 방향에 상관없는 색 하나 = 기본 색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사진이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채우는 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근거가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 (기본 색 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사진에 그대로 찍혀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불투명도·크기·회전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근거는 없어도 규칙을 세워 정할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구면 조화 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각도별 색 변화라 비워 두면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사진이 안 준다. 규칙으로도 못 정한다 — 아무 데나 찍으면 다른 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43814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셔터가 닫힐 때 버려진 것이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그 위치 세 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화소는 색을 주지, 어디에서 온 색인지는 말해 주지 않는다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44988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4988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4988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다음 일이 저절로 정해진다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찍어 그 세 칸에 넣을 숫자부터 받아 온다.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3차원 점 하나가 곧 그 세 칸. 다음 덱에서 폰을 꺼낸다.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사진과 거리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3차원이 2차원으로 눌리며 거리가 버려진다 — 오늘 그걸 계산으로 되찾는다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그릇 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메시·포인트클라우드·복셀·스플랫 — 이름이 그대로 주문. 오늘은 스플랫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 vs 알갱이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점은 크기가 없고, 알갱이는 부피·투명도를 붙인 반투명 타원 얼룩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NeRF → 스플랫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물어보기(느림) → 찍어 바르기(GPU가 잘하는 일, 실시간)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알갱이 62값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구면 조화 45가 73% — 파일이 큰 건 형태가 아니라 각도별 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채우는 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3칸만은 방을 찍어 재야 나온다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"사진은 거리를 버린다"는 무슨 뜻이고, 오늘 하는 일은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담는 그릇 넷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쓰는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무엇이며, 왜 메시로는 안 가나?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결정적 차이는? 알갱이가 표면처럼 보이는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NeRF에서 가우시안 스플래팅으로 넘어가며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뒤집은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알갱이 하나 248바이트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차지하는 것과, 사진이 못 채우는 칸은?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3차원이 2차원 격자로 눌리며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칸마다 RGB만 남고 거리는 안 적힌다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오늘 하는 일은 재는 장비 없이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사진에서 그 거리를 계산으로 되찾는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가우시안 스플랫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메시는 점을 삼각형으로 이으려면 경계를 정해야 하는데 사진에서 되찾은 점엔 경계가 깨끗하지 않다 — 알갱이는 그 결정을 안 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겹쳐 바르면 된다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크기가 없어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틈으로 뒤가 비치고, 알갱이는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부피·투명도를 붙인 얼룩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겹쳐 바르면 틈이 메워지고 가장자리가 흐려 경계가 부드럽게 이어진다.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흐르는 방향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NeRF는 화소가 공간을 찾아가 점마다 신경망에 물어봤고, 스플래팅은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공간의 알갱이를 화면으로 눌러 찍어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GPU가 잘하는 일로 바꿨다.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구면 조화 45개(180바이트)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73% — 파일이 큰 건 형태가 아니라 각도별 색. 사진이 못 채우는 칸은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3칸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방을 찍어 재야 나온다.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되찾는다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사진이 버린 거리를 되찾는다 — 개념과 그릇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2026-08-13T12:31:33Z</dcterms:created>
  <dcterms:modified xsi:type="dcterms:W3CDTF">2026-08-13T12:31:33Z</dcterms:modified>
</cp:coreProperties>
</file>