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가능한 Python 하네스 읽기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함수를 외우거나 같은 파일 구성을 재현하는 것이 목표는 아닙니다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비교하며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관점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예제의 결정은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Python, 로컬 CLI, 파일 세션 저장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PRD에서 다른 선택을 했다면 그대로 바꿔야 한다는 뜻은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연결, 도구 실행, 상태와 검증을 어떻게 분리했는지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비교하는 구현 사례로 읽으세요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326386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 --locked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run.py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-c "import shutil; shutil.copytree('examples/workspace', 'work')"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49681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9681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49681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압축을 푼 harness-lab 프로젝트 루트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실행합니다 — pyproject.toml, run.py, harness_lab/가 함께 보이는 위치.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run harness_lab/cli.py처럼 패키지 내부 파일을 직접 실행하면 상대 import 오류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work가 이미 있으면 복사를 반복하지 말고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기존 내용을 확인하거나 새 이름을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파일별 책임과 명세의 연결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코드가 어느 결정에 해당하는가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Python 하네스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45643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설계에서 연결할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cli.py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요청·설정 입력, 승인, 모델 연결,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플랫폼과 첫 제공자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agent.py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자료형, 자체 반복, 한도, 세션, 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흐름과 완료·실패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providers.py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Responses와 Ollama 응답 변환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제공자와 내부 계약의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tools.py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파일과 승인된 명령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범위와 권한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local_agent.py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루프에 로컬 평가용 도구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작업의 실행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benchmark_source.py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고정한 원본 자료 확인과 경로 이식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버전과 입력 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grading.py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pytest 검증 실행과 결과 수집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모델과 분리된 채점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tests/test_agent.py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반복·어댑터·권한·중단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조건의 실행 증거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7433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97433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97433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어댑터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서로 다른 인터페이스를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내부의 공통 형태로 맞추는 코드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제공자가 달라도 Agent는 ModelReply를 받고, 실행 환경이 달라도 ToolRequest를 보내 ToolResult를 받습니다.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권한을 검사하는 코드가 모델 응답 필드 이름에 의존하지 않도록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나눈 것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이어지는 모델·도구 반복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표기만으로 실행 검사가 끝나지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Python 하네스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448830"/>
          </a:xfrm>
          <a:prstGeom prst="roundRect">
            <a:avLst>
              <a:gd name="adj" fmla="val 1867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44883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2659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 = await self.provider.complete(messages, self.backend.definitions)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@dataclass(frozen=True)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ToolRequest: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str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arguments: dict[str, Any] | str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validated = ToolRequest(request.id, request.name, arguments)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asyncio.timeout(self.limits.tool_timeout_seconds):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self.backend.execute(validated)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53927"/>
            <a:ext cx="11091672" cy="1720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messages는 현재 대화, definitions는 사용할 수 있는 도구 설명. await는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응답을 기다리는 지점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실행을 사용하면 기다리는 작업에 취소와 시간 제한을 적용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안의 반복과 도구 실행을 다른 에이전트 제품에 맡기는 호출은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요청과 결과를 연결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name은 도구 선택, arguments는 입력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표기만으로 실행 검사가 끝나는 것은 아니므로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루프에서는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JSON을 해석하고 도구의 JSON Schema로 인수를 검사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요청을 받아 실제 작업을 수행하는 부분 — 일상 사용에서는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승인받은 파일·명령 실행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로컬 평가에서는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작업 복사본의 파일 처리와 Python 실행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복사본은 운영체제 격리를 뜻하지 않습니다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808280"/>
            <a:ext cx="11091672" cy="702248"/>
          </a:xfrm>
          <a:prstGeom prst="roundRect">
            <a:avLst>
              <a:gd name="adj" fmla="val 7813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808280"/>
            <a:ext cx="54864" cy="70224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5808280"/>
            <a:ext cx="10707624" cy="7022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결과를 대화에 추가하면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반복이 다시 모델을 호출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발췌만 복사해 전체 구현이라고 생각하지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실제 함수에는 인수 오류, 결과 ID 검사, 기록, 중단 처리가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 처리하는 위치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3395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6446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OpenAIProvider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Responses API 사용. 모델의 function_call과 실제 결과의 function_call_output을 call_id로 연결. store=False로 요청하면서 다음 요청에 필요한 출력 항목과 추론 관련 항목도 보존 — 텍스트만 남기고 나머지 응답을 버리지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OllamaProvider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호환 경로를 가정하지 않고 네이티브 /api/chat 사용. 호출 ID가 없는 응답에는 내부 ID를 붙이며 — 이는 Ollama 서버가 발급한 ID라고 설명하지 않습니다. 모델의 도구 지원과 답변 품질은 별도로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518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5186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5186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어댑터가 모두 구현되어 있어도 학생의 첫 검증은 선택한 제공자 하나부터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할 수 있습니다 — 추가 제공자를 평가할지는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D08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맞춥니다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읽기와 코딩 실행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도우미가 아니라 실행한 하네스에 요청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Python 하네스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18482"/>
          </a:xfrm>
          <a:prstGeom prst="roundRect">
            <a:avLst>
              <a:gd name="adj" fmla="val 346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1848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356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run.py --provider openai --model gpt-4.1-mini --workspace work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--session reading --prompt "meeting.txt를 읽고 모임 시각과 준비물을 알려 줘."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run.py --provider ollama --model qwen3.5:2b --workspace work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--session local-reading --prompt "meeting.txt를 읽고 모임 시각과 준비물을 알려 줘."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34080"/>
            <a:ext cx="11091672" cy="1318482"/>
          </a:xfrm>
          <a:prstGeom prst="roundRect">
            <a:avLst>
              <a:gd name="adj" fmla="val 346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34080"/>
            <a:ext cx="54864" cy="131848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925520"/>
            <a:ext cx="10707624" cy="11356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run.py --provider openai --model gpt-4.1-mini --workspace work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--session receipt-fix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--prompt "영수증 계산의 테스트를 실행하고 잘못된 부분을 고쳐 줘. 테스트는 바꾸지 말고 다시 확인해 줘."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unittest discover -s work -p test_receipt.py -v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296559"/>
            <a:ext cx="11091672" cy="131248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receipt.py는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할인액을 영수증 전체에서 한 번 차감하고 결과가 음수가 되지 않아야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예제.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저장과 명령 실행은 터미널의 승인 내용을 읽고 y를 입력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진행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전 실패와 변경 후 결과를 구별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검사를 실행한 사실과 에이전트가 스스로 수정에 성공한 사실도 따로 기록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기본 주소는 http://localhost:11434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모델의 정확성을 보장된 것으로 취급하지 않습니다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5753039"/>
            <a:ext cx="11091672" cy="757489"/>
          </a:xfrm>
          <a:prstGeom prst="roundRect">
            <a:avLst>
              <a:gd name="adj" fmla="val 7243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5753039"/>
            <a:ext cx="54864" cy="7574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5753039"/>
            <a:ext cx="10707624" cy="7574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LocalTools는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경로·숨김 경로·링크를 검사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쓰기를 승인받습니다. run_command는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인수 목록을 받아 셸 해석 없이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실행하지만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승인한 코드 자체는 사용자 권한을 가집니다. 작업 폴더를 지정했다고 운영체제 격리가 생긴 것은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· 저장 ·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8295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한도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호출 12회, 도구 호출 30회, 전체 300초, 도구당 30초. 도구 출력 16,000자, 대화 JSON 200,000자 초과 시 context_limit로 중단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.harness/sessions/에 저장. 도구 요청과 각 결과를 중간 저장하고 임시 파일을 완성한 뒤 교체. 재개 시 제공자·모델·주소·작업 폴더가 다르면 새 이름을 요구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중단되어 결과가 없는 요청은 repair_pending이 오류 결과로 종결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모델·도구 호출 수, 도구 오류 수, 경과 시간, 보고된 입력·출력 토큰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0085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0085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0085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 한도는 모델의 토큰 한도와 같지 않으며 대화를 자동 요약하는 기능도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세션을 여러 프로세스에서 동시에 사용하는 설계가 아니며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변경과 세션 저장이 하나의 거래처럼 묶인 것도 아니므로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 여부가 불확실한 작업을 자동 반복하지 않고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파일을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71678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71678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71678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usage_known=False라면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0을 무료 사용이나 실제 무사용으로 해석하지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completed도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텍스트를 반환했다는 상태이며 업무 정답이나 벤치마크 통과가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루프를 로컬 평가에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판단 루프는 기존 Agent가 맡습니다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Python 하네스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평가용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await Agent(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provider,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LocalBenchmarkTools(workspace, options["command_timeout"]),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limits, trace, SYSTEM,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).run(instruction + "\n\nLocal task working directory (relative to workspace): 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options.get("task_cwd", "."))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81528"/>
            <a:ext cx="11091672" cy="2226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읽기·쓰기 도구와 run_python을 제공하고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CLI의 run_command는 제외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모델이 Python 코드를 실행하려면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작업 폴더에 .py 파일을 만든 뒤 파일 경로와 인수 목록으로 요청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임의 셸 명령을 받는 방식과 구별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판단 루프는 기존 Agent가 맡고, 실행 범위와 도구 목록은 평가용 백엔드가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작업 복사본 안의 변경은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허용된 동작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다루지만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허용이 사용자 컴퓨터의 다른 파일 접근까지 뜻하지는 않습니다.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CLI의 매번 확인하는 승인 방식과 평가의 자동 실행 정책을 구별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execution.py는 실행할 파일 경로를 검사하고 출력·시간을 제한. 출력이 상한을 넘으면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프로세스를 종료하면서 파이프를 계속 비워 무한 대기를 줄임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POSIX는 프로세스 그룹, Windows는 자식 프로세스를 종료.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세션으로 벗어난 자식까지 가두는 운영체제 샌드박스는 아닙니다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문제와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경로의 계약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9499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평가 문제는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작성한 연습문제가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Terminal-Bench Pro의 고정 커밋에서 원본 난이도 쉬움 2·중간 4·어려움 4를 선정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원래 컨테이너의 절대 경로를 로컬 작업 폴더로 옮겨 실행.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난이도는 원본 메타데이터의 분류이며 이 로컬 환경에서 새로 측정한 난도가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benchmark_source.py는 manifest의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커밋과 파일별 크기·SHA256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확인.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SHA256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파일 내용에서 계산한 식별값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단계는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Dockerfile의 파일 복사와 필요한 초기화 작업을 명시적으로 옮깁니다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Dockerfile 전체를 자동으로 해석하는 범용 도구는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원본의 /app, /protected, /home/user는 작업 폴더 안의 대응 위치로.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지시와 채점 코드도 같은 경로 계약을 적용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하나만 바꾸고 원본 환경과 같다고 주장하면 입력 위치나 작업 디렉터리가 달라져 엉뚱한 실패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생길 수 있습니다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6786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46786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46786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실행 위치와 도구·의존성이 원본 컨테이너와 다르므로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컨테이너 점수와 동일한 평가라고 표현하지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로컬 실행의 재현 여부와 한계를 따로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분리된 채점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 --locked --extra dev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pytest -q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229019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grading.py는 원본 tests/test_outputs.py의 경로를 작업 복사본에 맞추고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pytest로 실행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결과는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JUnit XML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표준 출력·오류로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"완료했다"고 말한 문장을 점수로 사용하지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테스트가 실제 산출물을 확인한 결과를 수집.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테스트 실행 오류나 시간·출력 한도 초과도 기록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테스트를 작업 폴더 밖에 두는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파일 도구에 노출하지 않기 위한 구조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호스트에서 실행되는 Python 코드가 다른 파일을 읽을 수 없게 보장하는 장치는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정답과 채점 파일을 학생 하네스의 입력이나 개선 프롬프트에 넣지 않는 평가 규칙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지킵니다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검사는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연결, 잘못된 인수, 한도, 승인 거절, 실행 정리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확인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 응답 검사 성공을 실제 OpenAI·Ollama의 열 문제 성능으로 기록하지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어댑터가 하는 일은?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서로 다른 인터페이스를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내부의 공통 형태로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맞춘다. 덕분에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검사 코드가 모델 응답 필드 이름에 의존하지 않는다.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completed는 무엇을 뜻하나?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텍스트를 반환했다는 상태.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업무 정답이나 벤치마크 통과가 아니다.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평가를 공식 점수라고 부를 수 있나?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없다. 원본 문제·난이도는 고정 커밋에서 가져왔지만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위치와 도구·의존성이 컨테이너와 다르다.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local-port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기록한다.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루프, 다른 백엔드 ⚙️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⑨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2026-09-08T01:39:01Z</dcterms:created>
  <dcterms:modified xsi:type="dcterms:W3CDTF">2026-09-08T01:39:01Z</dcterms:modified>
</cp:coreProperties>
</file>