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2 · AIFFEL_LMS · 메인 퀘스트 ③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기록 — 에이전트와 스펙부터 배포·관리자까지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세부 손놀림은 다음 소단원에서 — 여기선 '이렇게 흘러가는구나'만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흐름은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걸음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먼저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Supabase를  에이전트에 연결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배포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기능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615184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걸음에서 지난 시간에 배운 것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주도 · MCP · 트랜잭션 · 행 수준 보안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실제로 어디에 쓰이는지 짚어 갑니다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313829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13829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13829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여기서 쓰는 도구(스펙 도구·Supabase·배포처)는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'이렇게도 된다'를 보여 주는 한 가지 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최종 과제에서는 각자 판단해서 고르면 됩니다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스펙부터 — 코드보다 문서를 먼저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OpenSpec · opsx 워크플로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실전 기록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'만들어 줘'라고 하면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규칙이 슬쩍 빠집니다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에이전트는 그럴듯한 코드를 쏟아내지만,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정원 초과 금지 같은 '내 규칙'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슬쩍 빠지곤 합니다. 그래서 코드 전에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먼저 세웁니다.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 (소단원 ④에서 씀)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30543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'무엇을'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기획서 한 장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1829943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OpenSpec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2305431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PRD를 도구로 정형화해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제안·설계·명세·작업목록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나눠 주는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심화판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(필수는 아님)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844927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844927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" y="2936367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@fission-ai/openspec@latest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openspec init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OpenSpec(opsx)이 뭔가요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change 단위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다룹니다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짜기 전에 명세를 먼저 확정하고, 그 명세를 기준으로 구현·검증·기록을 관리하는 도구입니다. 일을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change(변경 제안)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단위로 다뤄,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무엇을·왜(proposal) / 어떻게(design·명세) / 할 일(tasks)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먼저 문서로 만들고 사람이 검토한 뒤 구현합니다.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7118"/>
            <a:ext cx="11091672" cy="1563624"/>
          </a:xfrm>
          <a:prstGeom prst="roundRect">
            <a:avLst>
              <a:gd name="adj" fmla="val 2924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87118"/>
            <a:ext cx="54864" cy="156362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178558"/>
            <a:ext cx="10707624" cy="1380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/opsx:explore   생각·요구 정리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/opsx:propose   change 문서 일괄 생성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/opsx:update    (필요하면) 계획 문서 수정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/opsx:apply     코드 구현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/opsx:sync      변경분을 메인 명세에 반영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/opsx:archive   완료·보관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797046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코드부터 짜서 방향이 어긋나는 걸 막고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'왜 이렇게 바꿨는지'가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단위로 남습니다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opsx는 OpenSpec의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실험적(experimental) 워크플로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 명령이 바뀔 수 있습니다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의도만 주면 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아니라 문서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먼저 나옵니다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339596"/>
          </a:xfrm>
          <a:prstGeom prst="roundRect">
            <a:avLst>
              <a:gd name="adj" fmla="val 341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33959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1567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"원데이 클래스 신청 기능을 OpenSpec 변경 제안으로 먼저 정리해 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로그인한 사람만 신청, 한 사람은 한 번, 정원은 절대 못 넘김,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내 신청 내역 보기.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그리고 백엔드 스택 후보를 비교해서 왜 그걸 골랐는지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근거도 설계 문서에 남겨 줘."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8575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29603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29603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15568" y="28575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무엇을·왜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4655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" y="35684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" y="35684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5568" y="34655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문서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어떻게 만들지와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 선정 근거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0736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" y="41765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" y="41765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5568" y="40736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명세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로그인·정원·중복 규칙을 문장으로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6817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" y="47845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" y="47845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15568" y="46817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목록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3446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53446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" y="53446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🔎 나중에 코드가 규칙과 어긋나면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문서로 되짚을 수 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고르고, 근거를 남기게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아무거나 기본값으로 고르지 말고, 에이전트가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후보를 견줘 고르고 근거를 남기게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하세요. 실제로 이 앱에서는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'설치가 어느 환경에서나 깨지지 않고, 정원 지키는 한 줄 저장을 읽기 쉽게 쓸 수 있는'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조합을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트레이드오프와 함께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골라 설계 문서에 적었습니다.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7118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87118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PRD에는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선택을 넣지 않되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(무엇을 만들지는 사람이 정함)  스택은 AI가 고르고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근거를 설계 문서에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남깁니다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Supabase를 에이전트에 직접 연결하기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· DB 함수 · RLS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실전 기록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MCP로 붙이면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직접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표를 만듭니다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add --scope project --transport http supabase \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"https://mcp.supabase.com/mcp?project_ref=&lt;내 프로젝트 ref&gt;"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85416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등록하면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로그인으로 한 번 승인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그때부터 에이전트가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생성·정책·함수 실행을 대신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강의의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여기서 실제로 쓰입니다 — "AI에게 새 능력·연결을 준다"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04876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04876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04876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여기서 오늘의 핵심 두 가지가 실제로 쓰입니다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안에서 정원 지키기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남의 데이터는 안 보이게 RLS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정원 초과 방지는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화면이 아니라 DB 안에서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브라우저에서 '남은 자리를 세고 나서 신청을 넣는' 방식은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명이 동시에 누르면 뚫립니다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(지난 시간의 그 문제).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5362956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939671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232279"/>
            <a:ext cx="5216652" cy="9235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화면에서 세고  → 저장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11596" y="1829943"/>
            <a:ext cx="365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77356" y="1829943"/>
            <a:ext cx="5362956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2220" y="1939671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50508" y="2232279"/>
            <a:ext cx="5216652" cy="9235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'현재 신청 수 &lt; 정원'을 조건으로 한  단일 원자적 저장 (DB 함수)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393567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무조건 그 함수를 거치게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한 자리에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 명이 동시에 눌러도 딱 한 명만 성공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남의 데이터는 안 보이게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 수준 보안(RLS)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115568"/>
          </a:xfrm>
          <a:prstGeom prst="roundRect">
            <a:avLst>
              <a:gd name="adj" fmla="val 409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11556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932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"Supabase에 클래스와 신청 표를 만들고, 행 수준 보안을 켜서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각자 본인 신청만 보게 해 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신청은 정원을 절대 못 넘기게 DB 함수로 원자적으로 처리하고,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로그인한 사용자만 부를 수 있게."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633472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표에 RLS를 켜고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'본인 신청만 조회' 정책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걸면, 로그인해도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남의 신청은 못 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자리 집계나 신청 처리는 위 함수가 대신하니,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화면은 안전한 통로로만 DB에 닿습니다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49681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49681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49681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👀 확인(직접 눈으로) — 마지막 한 자리를 두고 서로 다른 계정으로 동시에 신청해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딱 한 건만 성공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하는지, 다른 계정으로 로그인하면 앞 사람 신청이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보이는지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무료로 배포하고, 관리자 기능까지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Pages · 권한은 DB에서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실전 기록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화면은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Pages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화면은 HTML/CSS/JS 한 벌이라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없이 정적 호스팅에 올라갑니다.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저장소에 올리고 Pages를 켜면 몇 분 뒤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누구나 들어오는 주소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생깁니다.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82994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배포물에는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키만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담기게 하세요 — 공개 저장소이니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 키가 들어가면 그대로 노출됩니다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24887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524887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2616327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"이 정적 화면을 GitHub Pages로 배포하는 절차를 알려 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공개 키만 들어가게 하고 비밀 키는 빼 줘."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페이지 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버튼만 숨기기는 보안이 아닙니다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클래스를 추가·수정·삭제하고 신청자 명단을 보는 건 관리자만 해야죠. 이때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'화면에서 버튼만 숨기기'는 보안이 아닙니다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누구든 요청을 직접 보낼 수 있으니까요.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936623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936623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1829943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명단을 DB에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둔다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45639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2552319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2552319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445639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관리용 함수가 실행될 때마다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 '관리자냐'를 다시 확인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하게 만든다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061335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316801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316801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5568" y="3061335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화면은 관리자에게만 패널을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보여 줄 뿐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문지기는 DB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31895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731895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9" name="Text 17"/>
          <p:cNvSpPr/>
          <p:nvPr/>
        </p:nvSpPr>
        <p:spPr>
          <a:xfrm>
            <a:off x="768096" y="3823335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"관리자만 클래스를 추가·수정·삭제하고 신청자 명단을 볼 수 있게 해 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관리자 판별과 권한 검사는 화면이 아니라 DB 쪽에서 하고,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관리자가 아니면 거부해 줘."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76973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76973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476973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👀 확인 — 관리자가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계정으로 관리 요청을 보내면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거부되는지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관리자 계정에서만 추가·삭제와 명단 보기가 되는지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 읽기 — 이 데모를 '진짜 서비스'로 올리려면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당장 다 할 필요는 없습니다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실전 기록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프로덕션 체크리스트 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키와 계정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627126"/>
          </a:xfrm>
          <a:prstGeom prst="roundRect">
            <a:avLst>
              <a:gd name="adj" fmla="val 13123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2971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2971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62712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 키·토큰 재발급과 서버 전용 보관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공개 배포물에는 공개 키만. 서비스 롤(secret) 키나 접속 토큰이 한 번이라도 새어 나갔다면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재발급.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키 하나로 접근 제어가 통째로 우회된다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90166"/>
            <a:ext cx="11091672" cy="627126"/>
          </a:xfrm>
          <a:prstGeom prst="roundRect">
            <a:avLst>
              <a:gd name="adj" fmla="val 13123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248281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248281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090166"/>
            <a:ext cx="10378440" cy="62712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확인 켜기 + 커스텀 SMTP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확인을 끄면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남의 이메일로도 무제한 가입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됩니다. 실사용에선 확인을 켜고, 내장 메일 대신 Resend·SendGrid·Amazon SES·Postmark 같은 SMTP를 연결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08732"/>
            <a:ext cx="11091672" cy="627126"/>
          </a:xfrm>
          <a:prstGeom prst="roundRect">
            <a:avLst>
              <a:gd name="adj" fmla="val 13123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966847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966847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808732"/>
            <a:ext cx="10378440" cy="62712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 정책과 유출 검사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최소 길이만으로는 약하다. 길이·복잡도 규칙과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유출된 비밀번호 차단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(HaveIBeenPwned 연동)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527298"/>
            <a:ext cx="11091672" cy="627126"/>
          </a:xfrm>
          <a:prstGeom prst="roundRect">
            <a:avLst>
              <a:gd name="adj" fmla="val 13123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685413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685413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527298"/>
            <a:ext cx="10378440" cy="62712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남용 방어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가입·신청에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확인(CAPTCHA)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제한(rate limit)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두어 봇의 대량 가입·요청을 막는다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프로덕션 체크리스트 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제어와 운영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제어 재점검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표에 행 수준 보안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켜고, 서버 권한으로 도는 함수는 꼭 필요한 역할에만.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점검 도구(advisor)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주기적으로 돌려 빠진 정책을 잡는다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도메인·주소 설정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자체 도메인과 HTTPS, 그리고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뒤 돌아올 주소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(Site URL과 허용 목록)를 배포 주소로 정확히 맞춘다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기본기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로그·모니터링, 그리고 이메일 같은 개인정보를 어떻게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보관·파기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할지 정해 둔다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티어의 한계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무료 호스팅·DB는 한동안 쉬면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잠들거나(콜드 스타트)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용량·발송 한도가 있다. 실사용 규모가 되면 유료·전용으로 옮길 준비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당장 다 할 필요는 없습니다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체크리스트로 하나씩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채워 가면 됩니다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코드보다 스펙을 먼저 쓰는 이유는?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518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5188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518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바로 "만들어 줘"라고 하면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정원 초과 금지 같은 '내 규칙'이 슬쩍 빠진다.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문서로 남기면 코드가 규칙과 어긋날 때 되짚을 수 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39877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398776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39877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정원 초과 방지를 화면에서 하면 안 되는 이유는?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12364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12364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12364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'세고 나서 저장'은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명이 동시에 누르면 뚫린다.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'현재 신청 수 &lt; 정원'을 조건으로 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원자적 저장(DB 함수)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거치게 해야 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25952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25952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25952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관리자 권한을 화면에서 처리하면 안 되는 이유는?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3954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39540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3954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버튼만 숨겨도 누구든 요청을 직접 보낼 수 있다.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관리자 명단을 DB에 두고 함수가 실행될 때마다 스스로 확인 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문지기는 DB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2648" y="445312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453128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445312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공개 배포물에 절대 들어가면 안 되는 것은?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" y="496671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966716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496671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 키(secret/service_role)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한 번이라도 새어 나갔다면 즉시 재발급 — 이 키 하나로 접근 제어가 통째로 우회된다.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· 원자성 · 문지기 📋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퀘스트 ③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2026-08-27T14:13:39Z</dcterms:created>
  <dcterms:modified xsi:type="dcterms:W3CDTF">2026-08-27T14:13:39Z</dcterms:modified>
</cp:coreProperties>
</file>