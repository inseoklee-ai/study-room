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하네스 돌아보기 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기능을 덜 넣어도 끝까지 도는 루프 만들기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미니멀 — 적게 넣는 것이 목표가 아니라, 끝낼 수 있는 가장 작은 루프의 조건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미니멀의 목표는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적게 넣는 것이 아닙니다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과업을 끝낼 수 있는 가장 작은 루프의 조건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찾는 일입니다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66544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21284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기능 하나를 덜면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9808" y="2542032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 비용과 설정 부담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줄 수 있습니다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7356" y="2066544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8524" y="221284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그러나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78524" y="2542032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행동이나 안전 경계까지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빠질 수 있습니다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루프도 조건 아래에서는 작동합니다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mini-swe-agent · pi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42916" y="54864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2916" y="5486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미니멀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mini-swe-agent 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100줄 에이전트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SWE-agent 팀이 만든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실험용 최소 에이전트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스스로를 "100줄 에이전트"라 소개하며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Bash만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사용하고, 셸 상태와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선형 이력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단순하게 다룹니다.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9943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README는 SWE-bench Verified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74% 초과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보고합니다  다만 이 수치는 모델과 측정 시점이 고정되어 있지 않습니다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3126867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법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풍성한 인터페이스보다 항상 낫다는 결론이 아니라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기능을 뺀 조건에서도 과업이 끝날 수 있다는 출발점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— 도구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짧은 프롬프트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명의 개발자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Mario Zechner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만든 미니멀 코딩 에이전트입니다.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939671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232279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47238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12998" y="1829943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67862" y="1939671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86150" y="2232279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11596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77356" y="1829943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2220" y="1939671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0508" y="2232279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edit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775954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141714" y="1829943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96578" y="1939671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4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214866" y="2232279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bash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3073527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프롬프트와 도구 정의를 합쳐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1,000토큰 미만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저자의 가설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좋아질수록 복잡한 하네스가 덜 필요할 수 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이는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저자 에세이의 설계 가설이며 이를 뒷받침하는 독립 학술 근거는 확인하지 못했습니다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카드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pi에서 확인할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터미널에서 여는 대화형 코딩 CLI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 안의 대화와 도구 결과가 다음 판단으로 이어집니다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행동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read write edit bash 네 도구로 읽고 바꾸고 실행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 경계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내장 permission system이 없으므로 — 컨테이너 등 외부 격리에 권한 경계를 맡깁니다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근거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공식 문서와 저자 에세이를 함께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Terminal-Bench 2.0을 과업당 5회 실행했다는 언급은 있으나 측정 수치는 확인하지 못했습니다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수만 다른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비교가 아닙니다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🧰 SWE-agent의 풍성한 ACI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쓸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행동과 관측을 인터페이스로 정교하게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만듭니다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mini-swe-agent의 100줄 Bash 루프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가운데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부분이 현재 모델에서는 줄어들 수 있는지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묻습니다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3865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3865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모델과 과업을 고정하지 않으면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 차이를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 효과라고 말할 수 없습니다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"미니멀이면 충분하다"는 아직 가설입니다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등급과 실패 조건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42916" y="54864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2916" y="5486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미니멀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등급을 숨기지 않습니다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152144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등급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mini-swe-agent 74% 초과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벤더 자체 보고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모델·시점 미고정, 독립 논문 ✗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pi의 단순성 주장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저자 경험담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독립 학술 검증 ✗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67004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267004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267004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작은 루프가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오히려 실패할 수 있는 조건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ACI가 필요한 과업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이력에서 관측을 골라야 하는 과업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격리로 해결되지 않는 권한 요구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상용 도구에서도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덜어내는 방향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관찰됩니다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152144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덜어낸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보고된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Code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 프롬프트 80% 이상 제거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코딩 평가에서 측정 가능한 손실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장기 실행 멀티에이전트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sprint 구조 제거, 평가를 실행 끝 한 번으로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개선을 검토한 뒤의 조정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670048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관찰의 내용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최악 시나리오를 막기 위한 규칙이 모델 개선 뒤에는 필요 없어졌고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충돌하는 지시가 과잉 제약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되었습니다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이는 미니멀 가설의 반대 사례가 아니라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모델이 스스로 해내는 일을 스트레스 테스트해 불필요한 장치를 덜어낸 상용 관찰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미해결 질문 —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격차가 줄어들까요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세대가 오를수록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풍성한 ACI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Bash-only 선형 이력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성능 격차가 줄어들까요.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944243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944243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1829943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mini-swe-agent의 74% 초과가 나온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· 시점 · 과업 조건을 먼저 고정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60879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575179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575179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460879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조건에서 두 루프의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성공률 · 토큰 · 실행 횟수 · 권한 요청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비교합니다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146679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146679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조건을 고정하기 전에는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숫자를 재현했다고 말하지 않습니다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미니멀 기능의 목표는?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적게 넣는 것이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과업을 끝낼 수 있는 가장 작은 루프의 조건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찾는 것.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74% 초과와 pi의 단순성 주장을 그대로 인용하면 안 되는 이유는?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각각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벤더 자체 보고(모델·시점 미고정)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저자 경험담(독립 검증 없음)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이기 때문.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Claude Code의 프롬프트 80% 제거가 뜻하는 것은?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과거 최악 시나리오용 규칙이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개선 뒤 불필요해졌고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충돌하는 지시가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과잉 제약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되었다는 관찰. 스트레스 테스트로 덜어낸 결과.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작은 루프의 조건 🔩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하네스 돌아보기 ⑦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2026-09-02T03:45:18Z</dcterms:created>
  <dcterms:modified xsi:type="dcterms:W3CDTF">2026-09-02T03:45:18Z</dcterms:modified>
</cp:coreProperties>
</file>