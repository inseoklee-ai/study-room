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6 · 멀티모달 (3~4)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소리를 글자로 바꾸는 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정렬의 역사, 그리고 내 노트북에서 고르기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 덱의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소리≠글자  시간 정렬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CTC·wav2vec2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강건함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고르기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소리는 이어져 흐르고 글자는 끊어진다 — 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누가 맞추느냐가 역사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정렬을 고르지 말고 전부 더한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CTC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라벨 없이 배운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wav2vec2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강건한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한국어에선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크기보다 그 언어를 봤느냐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먼저 — tiny·base는 못 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노트북 사양별로 무엇이 도는가, 그리고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단위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세기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낡은 모델이면 먼저 바꾸되, 그다음 가장 큰 손잡이는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아니라 마이크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🎙️ 받아쓰기는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 끝점이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(말→글자)·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(글자→말)의 구분은 여전히 유용(콜센터 문서화·안내 음성)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멀티모달 관점에선 질문이 바뀐다 — "얼마나 정확히" →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"어떤 단서가 판단에 필요했나"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"네, 알겠습니다"는 텍스트론 동의지만,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침묵 뒤 낮은 목소리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 불만·포기 신호일 수 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회의록에서도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말했나·서로 끊었나·특정 단어 앞에서 망설였나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의사결정 단서가 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소리를 글자로 — 정렬의 역사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자로 맞추다 → 확률에 맡기다 → 모델이 스스로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4780" y="5486400"/>
            <a:ext cx="427939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4780" y="5486400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스펙트로그램 · CTC · Whisper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🧅 소리를 다루는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보는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쓸 수 있는 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놓치기 쉬운 위험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발화 내용을 텍스트로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회의록·상담 요약·문진 초안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억양·감정·침묵이 사라짐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단서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속도·높낮이·강세·배경음·화자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 품질·발표 피드백·이상음 감지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감정 추정은 문화·상황에 틀릴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네이티브 대화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음성을 입출력으로 직접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안내·화면 공유 상담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 말한 답이 즉시 행동으로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네이티브 음성 대화 모델은 톤·억양·비언어 발성·배경 발화 무시·화면 이해를 함께 다룬다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STT+TTS를 붙인 기능 목록보다 훨씬 넓은 설계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먼저 소리를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파형은 같은 말이라도 매번 달라 그대로 비교하면 안 된다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 쪽으로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옮긴다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구간마다 어떤 높이가 얼마나 강한지 재서, 가로=시간·세로=주파수로 펼친 것이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스펙트로그램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성대의 웅웅거림이 입·목 관을 지나며 특정 높이가 강조되는 자리가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모음마다 다르다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파형엔 안 보이던 차이가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드러난다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모델도 이 방식 — 오디오를 스펙트로그램으로 바꿔 신경망에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63588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63588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63588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음성 모델은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귀로 듣는 모델이자 소리의 무늬를 읽는 모델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소리는 글과 그림 사이 어딘가의 입력이다.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🧵 진짜 벽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정렬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1970년대 전환 — 규칙을 적지 말고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손으로 정하는 쪽으로 다신 안 돌아갔다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남는 문제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소리의 길이와 글자의 길이가 안 맞는다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느리게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"안녕하세요" 3초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빠르게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"안녕하세요" 1초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다섯 글자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소리를 잘게 잘라 앞에서부터 글자와 하나씩 짝지으면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어긋나 전부 틀린다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"어느 소리 조각이 어느 글자인가" — 그게 우리가 모르는 것. 이것이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정렬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문제.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네 조각을 따로 만들어 붙이던 시절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만드나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 조각 → 어떤 발음일지 확률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데이터+전문가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발음 사전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단어 → 발음 기호 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손으로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단어 다음에 올 법한 단어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대량 텍스트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디코더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셋을 합쳐 가장 그럴듯한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공학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손이 많이 갔다 — 영어 발음 사전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13만 5천 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손으로 적혀 있고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사전에 없는 단어는 인식 불가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소리 조각 조합도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55,000개 중 데이터엔 18,500개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뿐. 그리고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언어·분야면 넷을 전부 다시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한국어가 오래 뒤처진 구조적 이유.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➕ 정렬을 고르지 말고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더한다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CTC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신경망으로 소리→글자로 바로 가고 싶은데, 학습하려면 "이 조각=이 글자" 짝을 알려 줘야 — 그게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모르는 것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이미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2006년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나와 있었다(당시엔 신경망·데이터 부족). 발상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정렬이 옳은지 고르지 말고 가능한 정렬을 전부 더한다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"빈칸"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기호를 추가하면 같은 정답에 대응하는 배열이 여럿 → 그 확률을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합한 값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문장 확률로. 정렬을 알아낼 필요가 사라진다 =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CTC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575179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"안녕" = 안안_녕녕 = _안__녕 = 안_녕녕_ … (전부 같은 답)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033522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p(정답 | 소리) = Σ (모든 정렬의 확률)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49186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49186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49186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글자의 순서에만 의존하고 길이·분할엔 의존하지 않는다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긴/짧은 발음 가중치를 손으로 맞추는 요령이 필요 없다. (발음 사전은 글자 단위로 옮기며 사라짐)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🎧 라벨 없이 배우고(wav2vec2),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강건해지다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(Whisper)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벽은 데이터 — 받아쓴 자료가 비싸다(수천 시간 필요, 7천여 언어 대부분엔 없음). "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아기는 전사본이 아니라 그냥 듣고 배운다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→ 라벨 없는 소리로 먼저 구조를 배우고 받아쓴 자료는 마지막에 조금만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wav2vec2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(라벨 1시간이 예전 100시간을 넘김)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특정 데이터셋에 다듬지 말고 인터넷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68만 시간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학습 후 아무 데나 던진다. 30초 단위 스펙트로그램 → 트랜스포머, 크기 여러 종.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가중치를 내려받아 내 컴퓨터에서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(오늘 실습 도구)</a:t>
            </a:r>
            <a:endParaRPr lang="en-US" sz="14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7396"/>
          <a:ext cx="11091672" cy="19202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시험지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감소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낭독체 표준 벤치마크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회의(각자 헤드셋)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54.3%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회의(회의실 마이크 하나)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67.6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46.2%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평균(14줄)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55.2%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5394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85394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85394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시험지엔 소수점까지 동점, 다른 시험지 전부엔 오류가 절반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이게 강건함. 그리고 새 모델을 쓴 뒤 남는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손잡이는 마이크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(같은 회의도 헤드셋 16.9 vs 회의실 마이크 36.4).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노트북에서 돌아가는 것 고르기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한국어에선 크기 선택이 특히 크게 갈린다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34740" y="5486400"/>
            <a:ext cx="491947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34740" y="5486400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크기 · faster-whisper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Whisper 크기와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오류율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내려받기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CER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3,900만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36.6%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7,400만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148MB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40.6%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small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2억 4,400만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486MB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17.5%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7억 6,900만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13.9%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large-v3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15억 5천만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large-v3 turbo(빠른 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8억 900만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0624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20624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tiny·base는 한국어에서 못 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(열에 넷 틀리면 소설). turbo는 빨라도 오류가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오히려 커진다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결정적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한국어로 다시 학습한 base가 8.7%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로, 스무 배 큰 large-v3(8.0%)에 붙는다.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크기보다 그 언어를 봤느냐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먼저.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🔢 단위를 먼저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글자냐 단어냐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모델·같은 한국어인데 어떤 문서는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3%대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어떤 문서는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14%대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네 배 차이인데 둘 다 맞다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단위(CER)로 셌나 단어 단위(WER)로 셌나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한국어는 띄어쓰기가 유연 — "할 수 있다"를 "할수있다"로 받아쓰면 내용은 맞는데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기준으론 전부 오답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단위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본다"한국어 정확도 97%" 광고를 보면 무엇을 기준으로 셌는지부터 물을 것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내 노트북에서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돌아갈까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컴퓨터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쓸 수 있는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1시간 녹음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없는 윈도우 노트북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small, 8비트로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8분 남짓(CER 17.5%라 초안용)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애플 실리콘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small 편하게, large 무리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small 6분 / large 85분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외장 GPU(VRAM 6GB+)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medium까지 편하게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5분 안팎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코랩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large-v3까지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10분 안팎(세션 끊기면 처음부터)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 실측(35분 녹음) — small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3:28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turbo 10:43 / medium 11:11 / large-v3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50:41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turbo는 small의 빠른 판이 아니라 large의 빠른 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small보다 느리다. large는 수업 중 돌릴 물건이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소리는 이어지고 글자는 끊어진다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정렬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 분야의 진짜 벽이었다.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스펙트로그램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(소리를 무늬로), 그리고 규칙→확률.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CTC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정렬을 전부 더해 그 문제를 없앴다.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68만 시간으로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같은 시험지 동점, 다른 시험지 오류 절반.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한국어에선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tiny·base 못 쓴다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크기보다 그 언어를 봤느냐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먼저(재학습 base가 large에 붙음).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단위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세고, 새 모델 뒤 남는 손잡이는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파형 대신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스펙트로그램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쓰는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정렬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문제란 무엇이며,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CTC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어떻게 풀었나?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Whisper의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강건함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"같은/다른 시험지"로 설명하면?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한국어에서 tiny·base를 못 쓰는 이유와, "크기보다 언어"의 증거는?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한국어 오류율은 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단위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세나? 새 모델 뒤 남는 손잡이는?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파형은 같은 말도 매번 달라 비교 불가. 주파수로 옮기면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모음마다 다른 무늬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드러난다.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3초/1초 발음이 같은 다섯 글자라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조각이 어느 글자인지 모른다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것. CTC는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빈칸을 넣어 가능한 정렬을 전부 더해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정렬 문제를 없앴다.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훈련 분포와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시험지엔 사람과 동점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안 본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시험지엔 오류가 절반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처음 보는 것에도 잘한다.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한국어 CER 36~40%라 소설 수준.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한국어로 재학습한 base(8.7%)가 스무 배 큰 large(8.0%)에 붙는다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크기보다 언어를 본 것.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띄어쓰기가 유연해 단어 단위는 실제보다 나빠 보임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단위(CER)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새 모델 뒤 가장 큰 손잡이는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정렬을 넘어, 강건함으로 🎙️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소리를 글자로 바꾸는 길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2026-08-12T23:16:07Z</dcterms:created>
  <dcterms:modified xsi:type="dcterms:W3CDTF">2026-08-12T23:16:07Z</dcterms:modified>
</cp:coreProperties>
</file>