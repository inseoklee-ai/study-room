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OPENCLAW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기록 읽기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말한 것과 한 것은 서로 다른 줄로 저장됩니다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WebChat의 직접 메시지는 기본적으로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이어지는 대화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session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들어갑니다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대화의 표준 키는 agent:&lt;agentId&gt;:main이며, 웹 앱에서는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화면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엽니다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대화의 연속성은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화면만이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설정·세션·워크스페이스에 남는 정보와 함께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읽습니다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가지를 구분합니다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 · 세션 기록 · 워크스페이스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세션 기록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남는가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~/.openclaw/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· 자격 증명 · 세션을 보관하는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~/.openclaw/openclaw.json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설정 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~/.openclaw/agents/&lt;agentId&gt;/agent/ openclaw-agent.sqlite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에이전트별 기록 — 세션 행 · 대화 기록 · 에이전트별 실행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~/.openclaw/agents/&lt;agentId&gt;/sessions/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형식의 이전 입력과 보관·지원용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워크스페이스는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워크스페이스는 ~/.openclaw/workspace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도구가 상대 경로를 해석하는 기본 작업 폴더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MEMORY.md에는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남길 사실과 결정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이, memory/ 폴더에는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날짜별 메모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놓입니다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파일 이름 예 — memory/2026-09-04-제목.md처럼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날짜에 제목이 붙은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 · 세션 기록 · 워크스페이스는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파일이 아니며 각자 역할이 다릅니다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WebChat 뒤의 변화를 관찰합니다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 수정 시각을 비교합니다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세션 기록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위치를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터미널에서 ~/.openclaw/ 아래를 열고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파일과 에이전트별 디렉터리 이름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먼저 찾습니다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WebChat의 Home에서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대화를 한 번 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위치에서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저장소와 워크스페이스의 파일 이름·수정 시각을 다시 비교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364992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memory status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7705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87705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87705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워크스페이스 메모의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 상태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이 명령으로 살핍니다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말보다 실행 기록을 먼저 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"말한 것"과 "한 것"은 다른 줄입니다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세션 기록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기록의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담기는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assistant (모델이 낸 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 — 말한 문장 · toolCall — 하겠다고 요청한 도구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toolResult (실행 결과 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content · details — 실제로 일어난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67004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요청과 결과는 각자 붙은 번호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toolCallId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짝지어집니다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3193161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193161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여부를 묻는다면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 아니라 결과 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보아야 합니다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기록을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나란히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놓습니다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Home의  이어지는 대화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에이전트별  SQLite 기록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워크스페이스  메모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도구 호출과 파일 변경은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세션 저장소와 워크스페이스의 기록을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보아야 읽힙니다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대화가 어떤 흔적을 남겼는지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문장만으로 완료를 판단하지 않고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기록의 경로와 변화도 함께 근거로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삼습니다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메인 세션의 표준 키는?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agent:&lt;agentId&gt;:main. 웹 앱에서는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화면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연다.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"완료했다"를 확인하려면 어느 줄을 보나?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assistant 줄의 text나 toolCall이 아니라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toolResult 줄의 content·details.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toolCallId로 요청과 짝짓는다.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설정 파일·세션 기록·워크스페이스의 관계는?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파일이 아니며 각자 역할이 다르다.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설정은 openclaw.json, 세션은 에이전트별 SQLite, 워크스페이스는 파일 도구의 기본 작업 폴더.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말한 것과 한 것 📝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③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2026-09-04T13:25:00Z</dcterms:created>
  <dcterms:modified xsi:type="dcterms:W3CDTF">2026-09-04T13:25:00Z</dcterms:modified>
</cp:coreProperties>
</file>