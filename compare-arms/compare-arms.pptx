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멀티에이전트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단일과 멀티 비교 판정하기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고정한 조건과 달라진 조건을 구분한 뒤에만 결론을 말합니다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결과표를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나란히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놓습니다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results-table.md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grading.jsonl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비교표에 함께 있는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인스턴스별 테스트 결과 · 비용 · 턴 · 경과 시간 · 세 가지 행동 판정 · 실패 분류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실행한 결과가 표에 반영되므로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실행에서 얻은 수치를 그대로 일반화하지 않습니다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4876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04876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04876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A는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에이전트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가, B는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코드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가, C는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 모델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다음 행동을 정합니다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차이가 결과 파일에 어떻게 남았는지부터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고정한 조건과 달라진 조건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구분이 없으면 차이의 출처를 알 수 없습니다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비교 판정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다음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859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859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· 모델 별칭 · 저장소 준비 · 채점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고정됐는지 확인합니다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025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168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025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뒤 세 실행에서 달라진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 방식과 턴 예산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따로 표시합니다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6883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6883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구분이 없으면 표의 차이가 방식에서 왔는지 실행 조건에서 왔는지 알 수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파일의 근거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연결합니다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전사와 diff로 확인할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워크플로 실행(B)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 보고가 수정으로 이어졌는지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오케스트레이션 실행(C)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리드가 locator를 어떻게 활용했는지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 실행(A)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25턴을 모두 썼는지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표의 한 행을 읽을 때 연결할 것 — result.json의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여부·비용·턴·시간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changes.diff의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grading.jsonl의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근거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실행 폴더와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공정성을 점검하고 범위를 정합니다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 예산이 다릅니다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비교 판정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 예산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턴 예산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 실행(A)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25턴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워크플로 실행(B)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locator 12턴 + fixer 18턴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오케스트레이션 실행(C)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40턴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턴 예산이 다르므로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여부·비용·시간만 나란히 놓고 "구조의 효과"라고 해석할 수는 없습니다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고정한 조건과 실행마다 달라진 조율 방식을 구분한 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파일이 직접 보여 주는 범위에서만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결론을 정합니다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실험의 결론은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한정적입니다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SymPy 인스턴스와 이 실행 조건에서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기록이 무엇을 보이는지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말할 수 있습니다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문제나 다른 예산에서도 같은 결과가 난다고 말하려면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조건으로 다시 실행하고 같은 방식으로 기록을 읽어야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95541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95541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95541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 태도가 소단원 ③에서 보고서 숫자를 다룰 때 쓴 규칙과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남의 수치든 내 수치든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붙여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표의 차이를 읽기 전에 무엇을 확인하나?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문제·모델 별칭·저장소 준비·채점 조건이 고정됐는지.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뒤 달라진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 방식과 턴 예산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따로 표시한다.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 25턴, B 12+18턴, C 40턴이 뜻하는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예산이 다르다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것. 해결 여부·비용·시간만 나란히 놓고 "구조의 효과"라고 말할 수 없다.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실험으로 말할 수 있는 범위는?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SymPy 인스턴스와 이 실행 조건에서 남은 기록이 보이는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까지. 다른 조건은 다시 실행해야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밝힌 만큼만 말합니다 ⚖️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⑧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2026-09-03T08:00:51Z</dcterms:created>
  <dcterms:modified xsi:type="dcterms:W3CDTF">2026-09-03T08:00:51Z</dcterms:modified>
</cp:coreProperties>
</file>