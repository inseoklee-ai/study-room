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바이브코딩 작업대 ⑥⑦⑧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실습 3종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탐험 · AI에게 정리 맡기기 · 비교 회고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실습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 폴더 탐험·생성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정리  dry-run·승인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vs AI  비교 회고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파일을 '치우는' 게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계획을 먼저 내고 내가 승인하는 협업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 중 하나가 항상 낫지 않다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실행 결과 검토는 내 책임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친 사실이 아니라 출력으로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이동할 때마다 pwd와 ls를 번갈아.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터미널로 폴더를 탐험하고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규칙 · 명령 · 세 단계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실습 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🎒 안전 규칙과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명령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pwd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있는 폴더의 전체 경로 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폴더 안 파일·폴더 이름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 폴더이름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폴더로 이동(cd ..는 한 단계 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mkdir 폴더이름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폴더 만들기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touch 파일이름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파일 만들기(또는 수정 시각 갱신)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 원본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이동·이름 바꾸기 — 실행 전 원본·대상을 꼭 읽는다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🪟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PowerShell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pwd·ls·cd·mkdir·mv는 같은 이름으로 동작. 둘만 다르다: touch가 없어 ni 파일이름, 폴더 여럿은 mkdir ideas, assets, archive처럼 쉼표.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세 단계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출력으로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228136"/>
          </a:xfrm>
          <a:prstGeom prst="roundRect">
            <a:avLst>
              <a:gd name="adj" fmla="val 1081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2281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0452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1단계 — 내 위치를 보고 연습 공간 만들기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terminal-practice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terminal-practice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ideas assets archive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2단계 — 파일을 만들고 이동하기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ideas/landing-page.txt          # PowerShell: ni ideas/landing-page.txt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assets/images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 ideas/landing-page.txt assets/images/landing-page.txt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assets/images                       # landing-page.txt가 보일 때만 성공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3단계 — 길을 잃었을 때 돌아오기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5745220"/>
            <a:ext cx="11091672" cy="765308"/>
          </a:xfrm>
          <a:prstGeom prst="roundRect">
            <a:avLst>
              <a:gd name="adj" fmla="val 716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745220"/>
            <a:ext cx="54864" cy="765308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5745220"/>
            <a:ext cx="10707624" cy="7653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 뒤 ls assets/images에 landing-page.txt가 보일 때만 성공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친 사실이 아니라 출력으로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cd ..는 상위 폴더로. 화면 이름만 믿지 말고 이동할 때마다 pwd·ls를 번갈아.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폴더 정리를 맡기고 검토하기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dry-run · 체크리스트 · 승인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 실습 2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dry-run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계획부터 받는다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작업 폴더의 파일과 폴더를 읽고 정리 계획을 세워줘.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삭제 명령(rm 등)은 절대 실행하지 마.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먼저 dry-run으로 파일별 '현재 위치 → 제안 위치' 목록과 분류 기준만.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이동은 내가 목록을 검토하고 '승인'이라고 답한 뒤에만 실행해.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이름을 추측하지 말고, 확장자와 현재 이름을 근거로 분류해.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실행 뒤에는 이동한 목록과 남은 파일 목록을 보여줘.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dry-run은 실제 변경 없이 "무엇을 할지" 미리 보여 주는 실행 계획. AI가 먼저 mv를 실행하려 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"아직 실행하지 말고 dry-run 목록만 보여줘"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바로 중단시킨다.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산출물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체크리스트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전 dry-run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파일의 현재 위치·제안 위치가 목록으로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방지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명령·제안이 없고 보류 파일은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확장자·용도 등 읽을 수 있는 기준, 애매한 파일은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안전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폴더 밖을 안 건드리고 중요한 폴더를 통째로 안 옮김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ls·목록으로 이동 결과와 남은 항목을 보여줌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913632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계획을 검토했어. .png와 .jpg만 images 폴더로 옮기고,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확장자를 알 수 없는 파일과 프로젝트 폴더는 그대로 둬.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삭제·이름 변경은 하지 마. 실행 후 이동 전후 목록을 비교해 보여줘.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8600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86003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86003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좁혀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준다 — 무엇만 옮기고 무엇은 그대로 둘지, 무엇은 하지 말지.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한 것과 AI에게 맡긴 것 비교 회고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방식의 강점 · 마무리 3문장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실습 3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비교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한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맡긴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어떻게 옮길지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mkdir·mv를 한 줄씩 결정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 목록을 받고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확인한 증거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pwd·ls 출력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목록 + 내가 실행한 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위치·각 파일을 세밀하게 이해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목록화·계획 작성 속도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실행 결과 검토는 내 책임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마무리 3문장 — ①pwd가 알려 준 "내 위치"는 어디였나 ②AI dry-run에서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멈추거나 수정한 제안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무엇이고 왜였나 ③다음에 Node 버전을 바꿔야 하면 nvm을 어떻게 쓸지 한 문장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명령 없이 연습 폴더에서 — 공백 이름은 따옴표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출력으로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명령을 친 사실이 아니라 ls 출력으로. 이동마다 pwd·ls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dry-run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계획부터 받고 승인 뒤에만 실행. rm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범위 좁히기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무엇만·무엇은 그대로·무엇은 하지 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직접=세밀한 이해, AI=속도 — 검토는 항상 내 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mv로 파일을 옮긴 뒤 "성공"을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폴더 정리를 맡길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dry-run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 요구하는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실습의 목표는 "AI가 치우게" 하는 것인가? 아니라면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 조작과 AI 협업은 각각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강한가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방식 어느 쪽이든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변하지 않는 책임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 폴더에서 ls를 실행해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파일이 실제로 보일 때만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명령을 친 사실이 아니라 출력으로 확인.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변경 전에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할지"를 미리 목록으로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줘, 내가 검토·승인한 뒤에만 이동이 실행되게 하려고. rm은 금지시킨다.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계획을 먼저 내고 내가 승인하는 협업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AI가 먼저 mv를 하려 하면 중단시킨다.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직접은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위치·각 파일을 세밀하게 이해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AI는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목록화·계획 작성 속도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 검토는 내 책임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어느 쪽으로 하든 변하지 않는다.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완주했다 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실습 3종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2026-08-13T22:52:14Z</dcterms:created>
  <dcterms:modified xsi:type="dcterms:W3CDTF">2026-08-13T22:52:14Z</dcterms:modified>
</cp:coreProperties>
</file>