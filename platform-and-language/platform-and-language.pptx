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플랫폼과 언어 선택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화면, 하네스 실행 위치, 모델 실행 위치는 서로 다른 결정입니다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사용자가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사용할 수 있고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내가 AI와 함께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읽고 검증할 수 있는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조합을 시험할 필요는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특별한 이유가 없다면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실행하는 Python CLI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기본안으로 권합니다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화면을 만드는 일보다 모델과 도구 사이의 실행 흐름을 먼저 관찰하기 좋기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익숙한 언어나 분명한 화면 요구가 있다면 그쪽을 선택해도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위치와 화면 형태 구분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"웹으로 만든다"만으로는 정해지지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플랫폼과 언어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결정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실행 위치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실행 위치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2226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CLI도 UI의 한 종류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버튼과 입력란을 둔 웹 화면도 UI입니다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웹 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컴퓨터에서 서버 프로그램을 실행하고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컴퓨터의 브라우저로 접속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여기서 서버는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브라우저의 요청을 받아 작업을 처리하는 프로그램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멀리 있는 컴퓨터를 뜻하지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CLI든 웹이든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 읽기와 테스트 실행은 하네스가 동작하는 컴퓨터에서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처리하도록 설계할 수 있습니다 — 반대로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서버에 하네스를 올리면 파일 작업의 기준도 그 서버가 됩니다. 내 노트북의 폴더가 자동으로 서버에 연결되지는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로컬에서 실행된다고 모델까지 반드시 로컬에서 실행되는 것도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로컬 하네스가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모델 API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호출할 수도,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모델 서버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호출할 수도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맞는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지금의 사용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권할 첫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고려할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자료 정리와 코드 점검에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CLI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기록과 승인 내용을 터미널에서 읽기 쉽게 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터미널에 익숙하지 않은 사람이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입력·진행·결과·승인을 화면에서 구별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기기나 여러 사람이 접속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접속 요구를 먼저 구체화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위치, 인증, 사용자별 파일 접근 범위가 추가로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웹을 고르면 입력 화면뿐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중 표시, 완료·실패 상태, 승인 버튼과 처리 중 중복 요청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설계해야 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있다는 사실만으로 이런 동작이 갖춰지는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CLI를 먼저 골라도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처리와 터미널 입출력을 분리해 두면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나중에 웹 화면을 붙일 여지가 생깁니다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그렇다고 웹 전환이 자동으로 끝나는 것은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고칠 수 있는 구현 언어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바꾼다고 모델이 더 정확해지지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플랫폼과 언어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붙는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981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적합한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알아 둘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간결한 문법으로 파일 처리와 API 연결 코드를 읽어 가고 싶은 경우의 기본안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학습했다면 아는 자료 구조와 함수로 하네스 흐름을 설명하기 좋음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JavaScript 경험이 있거나 웹 화면과 서버 코드를 같은 언어 계열로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타입으로 실행 전에 일부 불일치를 발견 — 외부 API에서 받은 값이 올바른지는 실행 중에도 검사해야 하며, TypeScript를 쓴다는 이유만으로 잘못된 모델 응답이 차단되지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경험이 있거나 컴파일된 CLI의 구조와 자원 관리를 깊게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소유권 규칙 등 새로 익힐 개념이 늘어날 수 있음 — 학습의 중심이 하네스 설계라면 그 규칙까지 함께 배우고 싶은지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771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771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771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언어를 모두 설치하거나 같은 기능을 세 번 구현할 필요는 없습니다.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Python으로도 웹 앱을, TypeScript로도 CLI를 만들 수 있으므로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"웹이므로 반드시 TypeScript"보다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TypeScript를 알고 있고 화면과 서버를 함께 다루고 싶다"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더 구체적인 선택 이유입니다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선택을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Python을 배웠고, 내 컴퓨터에서 문서 정리와 코드 점검에 쓸 거야.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CLI와 로컬 웹 중 맞는 구성과 이유를 설명해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고른 뒤 PRD와 결정 기록에 남기자. 구현은 아직 하지 마.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09444"/>
          <a:ext cx="11091672" cy="171754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예 (정답이 아닌 예시)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D02 플랫폼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컴퓨터에서 실행하는 CLI. 요청·진행·결과와 파일 변경 승인을 터미널에서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D03 언어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Python. 기존에 배운 함수와 파일 처리 코드를 활용해 실행 흐름을 읽고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DECISIONS.md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이유와 받아들이는 불편 — "현재 사용자는 터미널에 익숙한 나 자신이다. 이미지나 표를 나란히 보는 화면은 첫 요구에 없으며, 필요해지면 웹 화면을 추가로 설계한다"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73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273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273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문서의 기존 형식을 유지하고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결정하지 않은 모델 제공자나 권한까지 임의로 확정하지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달라졌는지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웹을 골랐는데 공개 서버 배포가 구현 계획에 들어가 있거나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Python을 골랐는데 완성된 다른 에이전트 CLI에 모든 작업을 넘기도록 되어 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요구가 달라진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Code와 OpenCode는 여기서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소스를 함께 만드는 개발 도우미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만드는 제품의 모델 요청과 도구 실행 반복은 제품의 소스에서 구현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73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선택의 결과는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D02와 D03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남습니다  아직 모든 설계가 끝난 것은 아니므로 설치와 구현을 서두르지 않습니다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"웹으로 만든다"가 정해 주지 않는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어디에서 실행되는지.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로컬 웹 앱도 있고, 원격 서버에 올리면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작업의 기준도 그 서버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TypeScript를 쓰면 잘못된 모델 응답이 차단되나?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타입은 실행 전 일부 불일치를 잡을 뿐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값은 실행 중에도 검사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화면과 언어는 한 묶음인가?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Python으로 웹 앱을, TypeScript로 CLI를 만들 수 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아는 언어이고 이런 이유로 필요하다"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더 구체적인 이유.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결정을 나눕니다 🖥️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