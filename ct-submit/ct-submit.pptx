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COMPUTATIONAL THINKING ⑤ + 제출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키보드를 잡습니다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제출 · OT 3일을 한 줄로 · 그리고 핵심 정리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제출하기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도메인 업무 분해 예시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제출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· 목표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도메인 업무 분해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본인의 도메인 전문성을 AI 서비스 관점에서 정리하고, 과정 전체에서 다룰 개인 문제를 초안으로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마크다운 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145536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[도메인 맥락]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____ 도메인 ____ 년 차이고, ____ 작업을 자동화/정리하고 싶습니다.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[네 동작 분석]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분해: ____      2. 패턴: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추상화: ____    4. 알고리즘: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[출력 요구]      ____ 형식으로, 한국어로.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[검증 기준]      ____ 한 사람이 ____ 라고 평가할 것.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제출 예시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도입 컨설팅 · 블로그 발행 프로세스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제출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맥락과 네 동작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[도메인 맥락]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중소기업 대상 AI Agent 도입 컨설팅을 하는 1인/소규모 사업자이고,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서비스 홍보를 위해 매일 AI 관련 블로그 글 1개를 발행하고 싶습니다.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5123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123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40944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소재수집 → 소재선별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카테고리분류(트렌드/사례/성과)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핵심메시지추출 → 초안작성 → CTA삽입 → 검토 → 발행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8단계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120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120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01752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트렌드형·도입사례형·성과형 3가지 유형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별로 반복되는 문장 구조(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도입-전개-시사점-CTA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발견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2559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728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728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62559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유형을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"빈칸만 채우면 되는" 마스터 템플릿 3종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일반화.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 수치·과도한 기술 디테일은 제거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3367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33654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433654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423367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소재 수집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배정(요일별 캘린더)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템플릿에 소재 대입 → 체크리스트 검토 → 발행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기록(주/월 피드백 루프)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요구와 검증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[출력 요구]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매일 발행 가능한 블로그 콘텐츠 생성 프로세스 문서로, 한국어로.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[검증 기준]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실제로 매일 1시간 이내에 초안을 완성할 수 있고,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중소기업 대표가 읽고 "우리 회사 얘기 같다"고 느낄 것.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31882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3188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308152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"매일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 이내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초안 완성"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9722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8039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69722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판단하는지 명시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대표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읽고"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1292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4196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419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31292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전문가만 아는 합격선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 얘기 같다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느낄 것"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9834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9834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이게 좋은 [검증 기준]입니다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스스로 정할 수 없는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정해 줘야 하는 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프로젝트 제출 루브릭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평가기준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제출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문제를 분해했는가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문제를 더 작은 하위 문제로 나누어 제시합니다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절차로 표현했는가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과정을 순서가 있는 단계로 작성합니다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패턴·추상화를 적용했는가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구조를 패턴으로 정리하고 핵심만 남기는 추상화를 수행합니다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" y="31607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" y="3160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568" y="30540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· PDF · 이미지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첨부 가능 (최대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5MB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업로드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6697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3776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3776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36697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또는 URL 중 한 가지 방식으로만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업로드 가능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28548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" y="43921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" y="4392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568" y="428548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수정은 불가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링크가 열리는지, 저장소가 public인지 미리 확인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 모듈 3일을 한 줄로 잇기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 · 루틴 · 사고법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동안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손에 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도메인 경력은 약점이 아니라 출발점 — 정체성·지도·함께 배우는 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막힘은 정상 신호 — 막힘을 연료로 바꾸는 내 루틴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일을 시키는 사고법 — 큰 문제를 네 동작으로 나누기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가지는 따로가 아닙니다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출발점(Day 1)에 서서, 막혀도 버틸 루틴(Day 2)을 들고  AI에게 일을 또렷하게 시키는 사고법(Day 3)으로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내일부터 첫 결과물을 만들러 갑니다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 · 더 찾아보기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1621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 사고법(Computational Thinking)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Jeannette M. Wing (2006), "Computational Thinking," </a:t>
            </a:r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Communications of the ACM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49(3), 33–35 · cs.cmu.edu/~15110-s13/Wing06-ct.pdf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용어를 대중화한 원 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· 패턴 인식 · 추상화 · 알고리즘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컴퓨터과학에서 오래 쓰여 온 일반 개념으로,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윙이 이를 '일상 사고의 도구'로 다시 정리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사람·AI·조합 성능 비교(메타분석)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Michelle Vaccaro, Abdullah Almaatouq &amp; Thomas Malone (2024), "When combinations of humans and AI are useful: a systematic review and meta-analysis," </a:t>
            </a:r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Nature Human Behaviour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8, 2293–2303 · doi.org/10.1038/s41562-024-02024-1 — 106개 실험 종합.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조합의 이득은 사람이 AI보다 나은 과제에서 커진다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쥐고 갈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소단원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손에 쥐고 갈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한 문장 — 컴퓨팅 사고법 = 큰 문제를 AI가 풀 수 있는 작은 조각으로 나누는 사고법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하나의 사고법, 네 동작 — 분해·패턴 인식·추상화·알고리즘. 한 사이클로 오감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나는 이미 이 사고법을 쓰고 있다 + 컴퓨팅 사고법이 못 푸는 영역(창의·맥락·가치 판단)은 사람의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도메인 문제 한 가지를 네 동작으로 쪼갠 한 페이지 + AI 전달 형식 초안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제출 루브릭 세 항목은 네 동작 중 무엇에 대응하나?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/ 알고리즘(절차) / 패턴+추상화.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동작을 성실히 채우면 자연히 충족된다.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[검증 기준]의 요소는?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기준 + 누가 판단하는지 + 도메인 전문가만 아는 합격선.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예: "매일 1시간 이내에 초안 완성 / 중소기업 대표가 '우리 회사 얘기 같다'고 느낄 것".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OT 3일을 한 줄로 잇는다면?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출발점(Day 1)에 서서, 막혀도 버틸 루틴(Day 2)을 들고, AI에게 일을 또렷하게 시키는 사고법(Day 3)으로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내일부터 첫 결과물을 만들러 간다.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키보드를 잡습니다 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Thinking — 강의 완결 (5/5 + 제출)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2026-08-27T20:31:30Z</dcterms:created>
  <dcterms:modified xsi:type="dcterms:W3CDTF">2026-08-27T20:31:30Z</dcterms:modified>
</cp:coreProperties>
</file>