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도구와 문맥 부담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단어를 주고받았는데 13만 토큰 — 무엇이 그 숫자를 만들었나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대화와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사용량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ping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pong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그런데 오른쪽 숫자는 Context 138,233 tokens · 69% used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있는 것은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대화와 큰 문맥 사용량, 여러 MCP 연결이 함께 보인다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사실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138,233토큰이 전부 MCP 도구 설명이라는 뜻은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호스트의 기본 지시, 프로젝트 규칙, 도구 안내 등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말풍선 바깥에서 제공되는 정보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항목이 얼마나 차지했는지는 입력의 구성 내역을 더 확인해야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 밖에서 함께 읽는 정보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· 토큰 · 문맥 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문맥 부담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들어갈 수 있는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실습의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늘어나는 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시스템·프로젝트 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에이전트의 작업 방식, 프로젝트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지침이나 설정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요청·대화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 기록 요청, 이전 질문과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대화를 이어 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get_weekly_records의 이름·설명·입력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추가 또는 상세 정의 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조회된 주차 정보와 업무 기록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많은 자료를 가져옴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읽은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보고 기준, 필요한 프로젝트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파일과 참조 자료를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이 모든 것을 항상 원문 그대로 전송하는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항목을 고르거나, 오래된 내용을 요약하거나, 읽는 시점을 조절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모델이 문자열을 나눈 조각입니다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단어나 글자와 정확히 일치하지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한국어·영어·코드 기호가 어떻게 나뉘는지도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따라 다릅니다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"한국어 한 글자는 한 토큰"처럼 바꾸어 계산하기보다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표시하는 사용량을 읽는 편이 낫습니다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모델이 한 번에 다룰 수 있는 정보의 범위 — 화면의 69% used는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환경이 표시한 사용 비율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수치가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지식 중 69%를 썼다거나 계정의 월간 이용량을 69% 사용했다는 뜻은 아닙니다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7012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7012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 작성할 때는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기록과 판단 기준을 충분히 읽을 공간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정의와 실제 기록의 차이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줄은 서로 다른 정보입니다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문맥 부담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도구,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정보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쓰이는 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get_weekly_records, 업무 기록을 읽음, week 문자열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기능을 선택하고 입력을 만들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{"week":"week-one"}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실행을 요청할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주의 팀 정보·보고 기준일·업무 기록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기록을 받아 내용을 이해할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35452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정의를 읽었다고 첫 주 업무를 읽은 것은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주 기록을 받았다면 그 내용은 더 이상 사용 안내가 아니라 보고서의 원자료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MCP에서도 tools/list와 tools/call은 구분됩니다.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목록을 받아 보관하는 단계와 그 상세 내용을 모델 문맥에 넣는 단계도 구분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모든 정의를 매번 한꺼번에 읽히도록 강제하는 것은 아닙니다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3750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750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3750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별개의 단계로 보기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 → 도구 정의 발견·로드 → 도구 호출 → 결과 읽기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연결할 기능을 유지하면서 모델이 읽는 상세 설명의 양은 줄일 수 있는 이유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두 가지 부담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· 실행 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문맥 부담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100개 도구 × 정의당 평균 500토큰 = 약 50,000토큰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검색을 위한 안내 1,000토큰 + 두 도구의 정의 1,000토큰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약 2,000토큰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필요한 도구가 두 개라면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98개의 상세 사용법은 이번 작업에서 사용하지 않을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설명의 길이, 검색에 쓰는 안내, 발견한 도구 수가 모두 달라집니다.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 이 숫자에는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이력이나 업무 기록의 실행 결과가 들어 있지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968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968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968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다른 상황 — 찾은 도구의 설명은 아주 짧지만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실행하자 1년치 업무 기록이 수천 줄 반환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정의를 나중에 읽는 기능을 켜더라도 커진 실행 결과 자체가 작아지지는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생기는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실행 전의 부담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사용하지 않을 도구의 상세 설명이 많음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정의만 필요한 시점에 읽는 방식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실행 후의 부담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가져온 데이터가 너무 많음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기간과 항목을 좁히거나 필요한 결과를 추려 전달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서버가 week를 받아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주의 파일만 반환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것도 이 구분과 연결됩니다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서버에 1년치 조회 기능이 있다는 뜻은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데이터로 확장할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"일단 전부 가져오자"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판단에 어떤 범위가 필요한가"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정하면 읽어야 할 결과를 줄일 수 있습니다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사용량이 줄어드는 것과 전체 작업의 비용·시간이 줄어드는 것도 따로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 — 검색 단계가 추가되면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한 번 더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있고, 재사용할 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캐시나 요금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영향을 줍니다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설명을 찾은 뒤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로딩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문맥 부담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상세 정의를 먼저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정의를 찾아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도구의 상세 사용법을 모델에게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발견하는 데 필요한 안내를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요청에 맞는 도구를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요청에 관련된 도구를 검색·발견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읽은 사용법으로 호출 입력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도구의 상세 사용법을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호출하고 결과를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입력을 작성하고 실행 결과를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도구 검색은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사용할 수 있도록 연결된 기능 중에서 관련 도구를 찾는 과정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인터넷에서 새 MCP 서버 저장소를 찾고 설치하는 검색과는 대상이 다릅니다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13308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Tool Search 설명도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단계가 추가되므로 도구 수가 적을 때와 많을 때의 이점이 다를 수 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설명합니다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관찰할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기능 · 실제 호출 입력 · 반환된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결과에 이름만 나타난 것을 기록 조회 성공으로 읽지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환경에서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단서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연결된 MCP 도구가 어떻게 AI에게 알려지는지 확인해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실제로 확인한 내용과 추정은 구분해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관찰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"연결된 도구의 목록을 볼 수 있다"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작업에서 검색 도구가 호출되었다"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"업무 기록이 반환되었다"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토큰 수를 제시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확인한 값인지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읽어 보세요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모델 입력이나 서버별 사용량을 보여 주지 않는 환경에서는 직접 확인하기 어렵습니다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호출이 매 요청마다 보여야만 정상인 것은 아닙니다.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도구가 적으면 처음부터 제공될 수도 있고, 한 대화에서 이미 발견한 정의를 다시 쓸 수도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 효과를 보려고 필요 없는 서버를 잔뜩 설치할 필요도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"문맥이 크다"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뒤의 다른 원인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관찰한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살펴볼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대화를 거의 하지 않았는데 많은 도구 설명이 제공됨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도구 정의만 불러오는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번의 조회에서 수천 줄의 원자료가 반환됨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범위와 반환할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대화에서 여러 작업을 오래 이어 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남아 있는 대화·파일·결과와 호스트의 문맥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도구는 발견했는데 인증 만료 오류가 반환됨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서비스의 인증 상태와 서버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비슷한 이름의 다른 기능을 호출함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발견한 도구 설명과 실제 호출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기록이 지나치게 많이 반환됐다면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설정부터 바꾸기보다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요청한 기간과 반환된 기간이 맞는지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확인하는 편이 원인에 가깝습니다.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인증이 만료됐다면 도구 설명을 덜 읽게 해도 접근 권한은 복구되지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부담은 어디에서 생기나?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사용하지 않을 도구의 상세 설명,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가져온 데이터의 양. 지연 로딩은 앞의 문제만 다룬다.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절의 도구 검색은 무엇을 찾는 것인가?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연결된 기능 중에서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관련 도구를 찾는 것. 인터넷에서 새 서버를 찾아 설치하는 검색이 아니다.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69% used가 뜻하지 않는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지식의 69%나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월간 이용량의 69%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아니다. 해당 환경이 표시한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창 사용 비율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단계의 부담인가 ⚖️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