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프레임워크 ①②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프레임워크는 왜 이렇게 많을까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뼈대라는 뜻 · 반복·변화·연결이라는 세 문제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문법이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뜻과 판단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건축의 철골·비계처럼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프레임워크(framework) = 뼈대·틀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웹서비스에서 반복되는 일을 미리 정리해 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골조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상자(라이브러리)와 다르다 — 프레임워크는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"이렇게 화면을 나누고 연결하자"는 약속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준다(제어의 역전: 프레임워크가 흐름을 쥐고 내 코드를 불러 준다)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한 문장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종류가 수십 개지만 비전공자가 다 배울 필요는 없다. 큰 그림을 잡고, 내 상황을 AI에게 설명해 추천받고, 그 근거를 판단하는 것이 선택법.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989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2989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오늘의 산출물은 코드가 아니다"내 조건에서 어떤 게 맞는지"를 AI에게 제대로 물을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프롬프트와 평가표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하나 고치려다 서른 곳을 손댄 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반복·변화·연결 · 컴포넌트·상태·라우팅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세 문제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반복을 덜어내는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· 풀려던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2006 jQuery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브라우저마다 다른 JS를 덮어줌("적게 쓰고 더 많이") — 화면이 늘면 여전히 뒤엉킴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2010 AngularJS·Backbone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구조적으로 나누자 — 데이터가 바뀌면 화면도 규칙적으로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2013 React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화면을 컴포넌트로 나눔 · "어떻게"가 아니라 "무엇이어야"를 선언(선언형 UI)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2014 Vue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 사고를 받되 점진적으로 배우게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2016~ Svelte·Solid·Qwik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각자 다른 병목(컴파일러·반응형 성능·서버 상태 이어받기)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여기까진 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프론트엔드(화면)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프레임워크. 백엔드에도 같은 이유로 Django·FastAPI·Spring·Express·Rails가 있다. 공통 질문은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"규모가 커질 때 반복되는 일을 어떻게 줄일 것인가?"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(오늘은 프론트엔드로 좁힘)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커질 때 생기는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문제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순수 웹 코드에서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 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비슷한 카드·폼·버튼을 여러 곳에 복사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 — 재사용 조각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선택값·로딩·실패·완료를 여러 코드가 따로 바꿈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— 지금의 현재값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화면이 늘수록 어느 주소에 어떤 화면인지 헷갈림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라우팅 — 주소별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5409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카드 30개면, 복사해 두면 배지 하나 추가에 30곳을 고쳐야. 컴포넌트는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설계를 한 곳에 두고 데이터만 바꿔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필터를 바꾸면 목록·결과 수·안내 문구가 함께 바뀌어야. 손으로 흩어 놓으면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곳은 바뀌고 한 곳은 예전 값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버그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/search·/profile처럼 주소와 화면을 연결. 커지면 주소 체계가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찾기이자 작업 지도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눈으로 — 순수 JS는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30번, 수정 30번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카드 하나를 직접 적고, 같은 구조를 30번 복사... --&gt;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class="expert-card"&gt;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&lt;h3&gt;김민준 변호사&lt;/h3&gt;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 class="badge"&gt;형사전문 15년&lt;/p&gt;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동적으로 만들어도 구조를 문자열로 직접 조립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experts.forEach(expert =&gt;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card.innerHTML = `&lt;h3&gt;${expert.name}&lt;/h3&gt;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class="badge"&gt;${expert.badge}&lt;/p&gt;`;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배지에 아이콘을 추가하려면? 이 코드를 다시 찾아 고쳐야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4256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4256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44256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디자인을 바꾸려면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30곳을 모두 찾아 고쳐야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 "어떤 요소를 찾아 → 어떻게 바꿀지"를 개발자가 일일이 적는다.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React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만들고, 데이터만 바꿔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355848"/>
          </a:xfrm>
          <a:prstGeom prst="roundRect">
            <a:avLst>
              <a:gd name="adj" fmla="val 136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3558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1729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ExpertCard.jsx: 카드 설계를 "한 번" 만든다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ExpertCard({ name, badge, bio }) {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className="expert-card"&gt;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&lt;h3&gt;{name}&lt;/h3&gt;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 className="badge"&gt;{badge}&lt;/p&gt;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데이터만 바꿔 여러 번 부른다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{experts.map(expert =&gt; 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&lt;ExpertCard key={expert.name} {...expert} /&gt;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8737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8737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배지에 아이콘을 추가하려면?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ExpertCard 한 곳만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카드가 모두 바뀐다 — 이것이 모듈화·재사용의 힘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59344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59344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59344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오늘 외울 필요 없다 — 핵심은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JS는 30번 복사, 컴포넌트는 한 번 만들고 데이터만 바꿔 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차이가 "프레임워크가 왜 생겼는가"의 가장 직접적인 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💥 상태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필터를 바꾸면 함께 바뀌어야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"형사전문" 필터를 고르면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곳이 아니라 다섯 곳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바뀌어야 한다 — 필터 버튼 표시·결과 목록·결과 수·빈 결과 안내·페이지 제목.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순수 JS 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상태가 있으면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목록만 바꾸고 카운트를 안 바꿈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상태를 공유해 일관됨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결과 문구 조건을 빠뜨림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상태가 비면 자동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128391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128391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8" name="Text 5"/>
          <p:cNvSpPr/>
          <p:nvPr/>
        </p:nvSpPr>
        <p:spPr>
          <a:xfrm>
            <a:off x="768096" y="3219831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[selectedFilter, setSelectedFilter] = useState('all');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상태에서 파생 — 개발자가 따로 안 바꿈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filtered = selectedFilter === 'all'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experts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experts.filter(e =&gt; e.specialty === selectedFilter);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결과 수, 빈 안내, 목록이 filtered에서 모두 자동으로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83831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83831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83831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개발자는 selectedFilter를 바꾸는 한 줄만 적는다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곳을 바꾸면 연결된 곳이 모두 일관되게 바뀌는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상태 관리의 가장 큰 이점.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CS 교양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추상화와 모듈화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추상화 (abstraction)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속을 감추고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조작만 밖으로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자동차는 엔진을 몰라도 페달·핸들만. 프레임워크는 손 많이 가는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 조작을 손잡이 뒤로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"무엇이어야 한다"만 적는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선언형 UI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모듈화 (modularity)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덩어리를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갈아 끼울 수 있는 조각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레고처럼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이것. 조각 사이 약속만 지키면 한 조각을 고쳐도 다른 게 안 무너진다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AI에게 좋은 지시는 이 두 언어로 된다 — "카드를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 재사용해"(모듈화), "검색 결과가 바뀌면 목록이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바뀌게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"(상태=추상화).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조각으로 나누고 무엇을 상태로 둘지는 여러분이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판단이 문법보다 오래 쓸모 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🏗️ 가상 DOM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설계도를 먼저, 차이만 칠하기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칠하기 (실제 DOM)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 하나하나 붓을 들고 — 벽이 100개면 손이 100번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설계도에 먼저 (가상 DOM)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리모델링 뒤를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설계도에 그리고, 지금 집과 나란히 놓아 다른 점만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바뀐 벽이 3개면 붓은 3번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— ①메모리 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DOM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(설계도)을 그리고 ②실제 DOM과 비교 ③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부분만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적용(이 과정이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3829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13829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13829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오해 — 가상 DOM이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가장 빠른 건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Svelte처럼 컴파일 때 미리 알아내면 비교가 필요 없어 더 빠를 수도. 가상 DOM의 강점은 "가장 빠르다"가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"개발자가 직접 DOM을 안 만져도 된다"는 편의성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(일관성·개발 효율).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반복되는 일을 미리 정리한 개발 골조(약속까지 준다)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반복·변화·연결 = 컴포넌트·상태·라우팅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설계를 한 곳에 두고 데이터만 바꿔 재사용 — 한 곳 고치면 다 바뀜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값을 바꾸면 연결된 곳이 모두 일관되게 바뀐다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추상화·모듈화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복잡함을 감추고(추상화) 조각으로 나눠(모듈화) 반복을 줄인다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DOM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설계도와 현실의 차이만 칠하기 — 편의성이 강점(항상 최속은 아님)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라이브러리와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차이(제어의 역전)는?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프레임워크가 풀려는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문제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개발자 용어는?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카드 30개에서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주는 이점은?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필터를 바꿀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있으면 무엇이 달라지나?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가상 DOM이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"항상 가장 빠르다"가 아닌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이유와, 진짜 강점은?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라이브러리는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필요할 때 불러 쓰지만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프레임워크는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흐름을 쥐고 있다가 내 코드를 불러 준다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(제어의 역전) — "이렇게 나누고 연결하자"는 약속까지.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반복·변화·연결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(재사용 조각)·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(현재값)·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(주소별 화면).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두고 데이터만 바꿔 부르므로, 배지 하나 추가에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 한 곳만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고치면 30개가 다 바뀐다.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상태에서 목록·결과 수·빈 안내·제목이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돼, 한 곳을 바꾸면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연결된 곳이 모두 일관되게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바뀐다(한쪽만 예전 값인 버그 방지).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Svelte처럼 컴파일 때 미리 알아내면 비교가 필요 없어 더 빠를 수도. 진짜 강점은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개발자가 직접 DOM을 안 만져도 되는 편의성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(일관성·효율).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이름보다 문제를 본다 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프레임워크는 왜 이렇게 많을까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2026-08-13T23:41:26Z</dcterms:created>
  <dcterms:modified xsi:type="dcterms:W3CDTF">2026-08-13T23:41:26Z</dcterms:modified>
</cp:coreProperties>
</file>