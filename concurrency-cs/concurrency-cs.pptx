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세 겹 &amp; 게임 ③ · 오늘의 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웹이 멈추지 않는 이유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동기·비동기 · 프로세스·스레드·코어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아래로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층씩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내려간다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동기·비동기  기다림 다루기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프로세스·스레드  작업실·일꾼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 물리적 일손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개념은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쓰기 위한 게 아니라 문제를 말하기 위한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"가끔 버벅여요"(AI가 추측) vs "목록이 많아지면 끊겨. 무거운 계산이 화면 갱신을 막는 듯"(범위가 좁아짐)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145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145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145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달라지는 것은 커피가 나오는 시간이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동안 다른 일을 할 수 있느냐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📞 동기와 비동기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전화와 문자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(전화)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상대가 받을 때까지 기다리고 통화가 끝날 때까지 붙잡힘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 다른 일을 못 한다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한 작업이 끝날 때까지 다음 줄로 안 넘어간다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(문자)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보내놓고 하던 일을 계속하다가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답장 알림이 오면 그때 확인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오래 걸리는 걸 걸어두고 다음 일을 진행하다 신호가 오면 결과 처리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카페 진동벨없으면 커피 나올 때까지 카운터 앞에 서 있고(동기), 받으면 자리로 가 하던 일을 하다 울리면 받으러(비동기) 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나오는 시간은 같다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121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121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9121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달라지는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동안 다른 일을 할 수 있느냐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JavaScript는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일꾼이 한 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웹페이지 안 JS는 기본적으로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가지 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한다 — 일꾼이 한 명(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싱글 스레드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 동기 방식으로만 일하면, 버튼 클릭 코드가 서버 응답을 3초 기다리는 동안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모든 것이 멈춘다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(스크롤·다른 버튼·영상까지)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오래 걸리는 일은 비동기로 — fetch·setTimeout은 요청만 걸어두고 즉시 다음으로. 무거운 일은 브라우저가 뒤에서 하고, 끝나면 결과를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올린다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8739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명뿐인 일꾼이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대기줄을 확인해 처리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구조= 이벤트 루프(event loop)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8481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481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8481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코드에서 async·await·setTimeout·.then(...)을 만나면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"여기는 기다리지 않고 걸어두는 부분이구나"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읽으면 된다 — 외울 필요 없다.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프로세스와 스레드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작업실과 일꾼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(작업실)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중인 프로그램 하나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독립된 메모리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갖고 다른 프로세스 메모리를 못 넘본다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(일꾼)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작업실 안에서 실제로 일하는 일꾼 — 한 작업실에 여럿일 수 있고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재료(메모리)를 공유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2008 크롬의 탄생이 보여준다 — 예전 브라우저는 프로그램 전체가 프로세스 하나라, 탭 하나 오류가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전체를 끌고 넘어져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웹메일 초안·문서 열 개가 한꺼번에 사라졌다. 구글은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'탭마다 독립된 프로세스'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OS식 격리를 선택.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02508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결과가 오늘의 화면 — 탭 하나가 "응답하지 않습니다"로 죽어도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탭은 멀쩡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 작업실에 불이 나도 옆은 안전). 작업 관리자에 크롬 항목이 수십 개인 게 증거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멀티스레딩 vs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멀티프로세싱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멀티스레딩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멀티프로세싱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작업실에 일꾼 여러 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작업실 자체를 여러 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각자 독립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가볍고 재료를 바로 주고받음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하나가 죽어도 나머지 안전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재료를 동시에 건드리면 꼬임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무겁고 재료 전달에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탭 안 렌더링·네트워크 일꾼들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크롬의 탭들·개발 서버·빌드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멀티스레딩의 약점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일꾼 둘이 같은 장부에 동시에 숫자를 쓰면 기록이 꼬인다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그래서 재료를 공유하는 프로그램은 강력하지만 조심스럽게 설계해야 하고,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JS가 아예 일꾼을 한 명으로 정한 것도 이 문제를 피하는 선택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🔲 코어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일손은 결국 몇 개인가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CPU 안에서 실제로 계산하는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일손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8개면 진짜로 동시에 8가지 일을 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2000년대 초까진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속도(클럭) 경쟁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가만히 있어도 해마다 빨라졌다. 그런데 클럭을 올릴수록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발열·전력이 감당 안 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물리학에 막혔고, 칩 회사는 방향을 틀었다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적당히 빠른 것을 여러 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(멀티코어 시대)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1171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 서터, 2005 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"공짜 점심은 끝났다"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프로그램은 가만히 있으면 빨라지지 않고, 여러 일손을 쓰도록 설계해야 빨라진다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7187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7187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7187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내 컴퓨터엔 수백 개의 프로세스·그보다 많은 스레드가 있다. 일손 8개가 어떻게 그 많은 일을?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운영체제가 아주 빠르게 번갈아 실행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한다(사람 눈엔 동시). 혼자 여러 테이블을 도는 능숙한 홀 직원처럼.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⏱️ 번갈아 쓰기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시분할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비밀번호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번갈아 쓰기(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시분할, time-sharing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)의 뿌리는 1960년대 — 컴퓨터가 방 하나 크기에 기관당 한 대라, 천공카드로 제출하고 결과를 몇 시간 뒤에 받았다(쉼표 하나 틀리면 하루가 사라짐)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 존 매카시가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"컴퓨터가 여러 사람 사이를 빠르게 오가며 각자가 자기 컴퓨터를 독차지한 듯 느끼게"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하자고 제안, 코르바토 팀이 CTSS로 구현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1171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덤으로 남은 유산 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사람이 한 컴퓨터를 나눠 쓰자 서로의 파일을 구분할 장치가 필요해 태어났다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7187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7187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7187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내 컴퓨터로 — macOS sysctl -n hw.ncpu, Windows echo $env:NUMBER_OF_PROCESSORS. 그 숫자와 작업 관리자의 프로세스 수를 비교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일손보다 일감이 압도적으로 많은데도 화면이 안 멈추는 것, 그게 운영체제가 하는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다시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겹으로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지시가 바뀐다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 물리 일손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 ·스레드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탭마다  프로세스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일꾼 한 명  비동기로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개념은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말하기 위한 것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367588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67588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367588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"게임이 가끔 버벅여요"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AI가 원인을 추측한다.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"목록 항목이 많아지면 화면이 뚝뚝 끊겨. 무거운 계산이 화면 갱신을 막는 것 같은데, 계산을 나누거나 뒤로 미룰 수 있어?"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AI가 살펴볼 범위가 좁아진다.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어느 쪽이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필요한가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즉시 끝나는 계산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버튼을 눌러 점수를 1 올려 화면에 표시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기다림이 없다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네트워크 왕복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버튼을 눌러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서버에서 랭킹을 받아와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 — 언제 끝날지 모르는 기다림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기다림이 있는 곳에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필요하다= B. A까지 비동기로 만들 필요는 없다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472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472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비동기는 공짜가 아니다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코드의 실행 순서를 읽기 어렵게 만드는 비용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있어, 기다림 없는 일까지 비동기로 감쌀 필요는 없다.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동기·비동기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전화 vs 문자 — 기다리는 동안 다른 일을 할 수 있느냐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싱글 스레드·이벤트 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JS는 일꾼 한 명 — 오래 걸리는 일을 걸어두고 대기줄을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프로세스·스레드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작업실 vs 일꾼 — 크롬은 탭마다 프로세스로 격리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멀티스레딩 약점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재료를 동시에 건드리면 꼬임 — JS가 일꾼을 한 명으로 정한 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코어·시분할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 일손 / OS가 빠르게 번갈아 실행(비밀번호도 시분할 유산)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쓸모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코드가 아니라 문제를 말하기 위한 개념 — 지시 범위를 좁힌다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동기와 비동기의 차이를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설명하면?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JS가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싱글 스레드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인데도 화면이 안 멈추는 방법은?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크롬이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탭마다 프로세스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격리해 얻은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코어가 8개인데 프로세스가 수백 개일 때, OS는 어떻게 처리하나?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A(점수 +1)와 B(서버에서 랭킹 받기) 중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비동기가 필요한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쪽과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진동벨이 없으면 커피 나올 때까지 카운터 앞에 서 있음(동기), 받으면 자리에서 하던 일을 하다 울리면 받으러 감(비동기).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나오는 시간은 같고, 기다리는 동안 다른 일을 할 수 있느냐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다르다.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38985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38985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38985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오래 걸리는 일을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비동기로 걸어두고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브라우저가 뒤에서 처리, 끝나면 대기줄에 올린다. 한 명의 일꾼이 하던 일을 마친 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대기줄을 확인(이벤트 루프)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50637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0637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50637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탭 하나가 죽어도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탭은 멀쩡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작업실에 불이 나도 옆은 안전. AJAX 이후 잃을 게 많아진 웹에서 필요했다.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073756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73756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73756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 빠르게 번갈아 실행(시분할)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스레드를 잠깐 돌리고 멈추고 다음으로. 전환이 빨라 사람 눈엔 동시로 보인다.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641141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41141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641141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네트워크 왕복이라 언제 끝날지 모르는 기다림이 있어서. A는 즉시 끝나 비동기가 불필요(비동기는 순서를 읽기 어렵게 하는 비용이 있음).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기다림을 다룬다 ⏱️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동기·비동기, 프로세스·스레드·코어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2026-08-13T23:08:25Z</dcterms:created>
  <dcterms:modified xsi:type="dcterms:W3CDTF">2026-08-13T23:08:25Z</dcterms:modified>
</cp:coreProperties>
</file>