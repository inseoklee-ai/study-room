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메인 퀘스트 ④ · 따라하기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 있는 '원데이 클래스 신청'을 5단계로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→ 작업대 → 화면 → 저장+정원 → 한 바퀴+배포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통과하면 생기는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이번에 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통과하면 생기는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PRD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것을 한 장으로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AI에게 줄 설계도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작업대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 고르고 빈 프로젝트 세우기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화면에 프로젝트가 뜬다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눈에 보이게 만들기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클래스와 남은 자리가 진짜처럼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 저장 + 정원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신청을 저장하고 정원을 지키게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신청이 남고, 정원을 넘지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 한 바퀴 + 내보내기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처음부터 끝까지 돌려 보고 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누구나 드는 신청 주소가 생긴다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⛰️ 이 중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4단계('정원을 넘기지 않게')가 오늘의 진짜 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이자, DB 강의의 '동시에 눌러도 안 꼬이는 법'을 실제로 써먹는 자리입니다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— 명령을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'무엇을'로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줍니다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주지 않는 것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"어떤 DB를 써라", "이 방식으로 막아라" 같은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방법(how)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그건 AI가 정할 몫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우리가 하는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원하는지(의도)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됐는지 확인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안 나와도 괜찮습니다 — 바이브 코딩은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→ 결과 확인 → 안 되면 다시 지시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몇 바퀴 도는 일입니다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단계마다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'막히면 이렇게 다시 지시'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뒀습니다. 그대로 따라 하세요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PRD — 만들 것을 한 장으로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'무엇'과 '어떻게 동작하면 좋겠다'만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다섯 단계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폴더를 만들고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하네스를 켭니다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class-signup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class-signup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094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4094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4094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명령은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줄에 하나씩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적었습니다 — 여러 명령을 한 줄에 잇는 방식(&amp;&amp; 같은 것)은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종류에 따라 다르게 동작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해서(윈도우 PowerShell 5, cmd, 맥·리눅스 셸이 제각각), 한 줄씩 실행하면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어디서든 똑같이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2536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기준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(2단계에서 설명)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계획부터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스택은 정하지 말고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[무엇] 정원이 정해진 '원데이 클래스' 신청 페이지.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[기능] 클래스 정보(제목·일시·정원)와 남은 자리를 보여준다 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이름을 넣고 '신청'을 누른다.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[동작] 신청은 새로고침해도 남는다. 정원이 차면 더 받지 않고 '마감'을 보여준다.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여러 명이 거의 동시에 마지막 자리를 눌러도 정원을 넘기지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[규칙] 무료 도구만. 비밀값은 코드에 노출하지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로그인·결제·후기는 이번엔 만들지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PRD로 만들 계획을 세워 줘. 어떤 데이터를 저장할지,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정원을 어떻게 지킬지, 어떤 스택으로 갈지 네가 정해서 먼저 보여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Code라면 /plan을 치고 이 PRD를 그대로 붙여넣으세요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 더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쓰는가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로그인해서 사용자를 구분해야 하는 서비스인지,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이름만으로 충분한지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여기서 정합니다.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신청 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이름만으로 흐름이 완결되니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로그인은 이번 MVP에서 빼고 '다음 단계'로 계획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빠뜨리는 게 아니라 순서를 정하는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(소단원 ②의 스코프 컷 그대로)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구분이 서비스의 핵심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이라면, 그때는 미루지 말고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자리에서 PRD에 넣습니다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'빼기'와 '미루기'는 다릅니다 — 미룬 것은 소단원 ⑤에서 실제로 올립니다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· 막히면 ·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통과하면 커밋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4114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4114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저장할 데이터(클래스 한 건, 신청 여러 줄)와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정원을 지키는 방법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계획에 담는가. 정원 얘기가 빠졌으면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짚어 주세요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코드가 나오기 전에 잡는 게 제일 쌉니다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13026"/>
            <a:ext cx="11091672" cy="649986"/>
          </a:xfrm>
          <a:prstGeom prst="roundRect">
            <a:avLst>
              <a:gd name="adj" fmla="val 1266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8257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82571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113026"/>
            <a:ext cx="10378440" cy="64998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곧장 코드부터 쏟아내면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"아직 코드는 말고, 무엇을 저장할지와 정원을 어떻게 지킬지부터 계획으로 먼저 보여 줘"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09316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09316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00756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-A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"PRD와 계획"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작업대 — 하네스 고르고 프로젝트 세우기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브라우저형 · 편집기형 · 터미널형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다섯 단계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종류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좋은가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하네스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생김새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좋은가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없이 웹에서 코딩·실행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아주 처음, 설치가 부담일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편집기형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Cursor·VS Code 같은 편집기 + 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여러 개를 다루기 시작하면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터미널형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글자로 명령하는 에이전트(예: Claude Code)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설치·실행·배포까지 AI가 스스로 하게 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🖥️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과정에서는 Claude Code를 씁니다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터미널에서 claude 한 줄로 시작해 계획(/plan)·구현·실행·검증·git 커밋까지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한자리에서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되고, 오늘처럼 저장·배포까지 한 바퀴 도는 데 매끄럽습니다(Claude Pro/Max 구독에 포함)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970020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브라우저형으로 시작해도 좋지만,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배포까지 갈 거라면 Claude Code를 권합니다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화면이라도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떠야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"방금 세운 계획대로 빈 프로젝트를 세워 줘. 무료로 시작할 수 있게.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로컬에서 실행하는 법과, 지켜야 할 규칙을 CLAUDE.md에 정리해 줘."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2997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2997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18541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실행하는 방법과 화면이 뜨는 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보세요. 안 뜨면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메시지를 그대로 복사해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AI에게 붙여넣고 물어봅니다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9306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9306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816352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통과하면 커밋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0215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CLAUDE.md를 여기서 만드는 건 강 4에서 배운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파일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대화를 리셋해도 남습니다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화면 — 눈에 보이게 만들기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저장은 아직 없어도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다섯 단계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진짜처럼 보이는 예시 값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채웁니다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"'원데이 클래스 신청' 화면을 만들어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클래스 제목·일시, 남은 자리(예: '7 / 10'), 이름 입력칸,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'신청' 버튼이 한 화면에 보이면 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지금은 저장 없이 예시 값(제목 '초보 손그림 원데이',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일시 '이번 주 토요일 14시', 정원 10명·현재 3명)으로 채워."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971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971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857500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제목·일시·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자리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·이름칸·'신청' 버튼이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보이는가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88436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6027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6027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488436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버튼을 눌러 본다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반응이 있는가 (아직 저장은 없으니 새로고침하면 사라져도 OK)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74236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보이는 결과(또는 오류)를 그대로 붙여넣고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"이렇게 나왔는데 왜 그런지, 어떻게 고칠지 알려 줘"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통과하면 커밋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걸음 더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frontend-design 스킬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다듬기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기본으로 나온 화면은 대개 밋밋합니다. 흔한 보라 그라데이션에 기본 폰트, 어디서 본 듯한 카드 — 이른바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'AI 슬롭'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이죠. 여기서 강 4에서 배운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써먹을 자리입니다.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anthropics/claude-code   # 마켓플레이스 등록 후 frontend-design 켜기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신청 화면을 frontend-design 스킬을 써서 다듬어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이 클래스의 분위기(예: 손그림·아늑함)에 맞는 개성 있는 디자인으로,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남은 자리는 숫자만 말고 눈에 보이게.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흔한 AI 티 나는 밋밋한 스타일은 피해 줘."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39871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색·글꼴·여백이 주제에 맞게 살아났는가, 남은 자리가 한눈에 들어오는가,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 상태가 뚜렷한가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마음에 안 들면 방향(예: "더 차분하게" / "더 발랄하게")을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한마디로 다시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저장 + 정원 — 오늘의 진짜 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신청을 남기고, 정원을 지키게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다섯 단계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방법은 AI에게,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동작만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말합니다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"이름을 넣고 '신청'을 누르면 저장돼서 '남은 자리'가 줄고,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새로고침해도 남게 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정원이 차면 더 받지 말고 '마감'을 보여줘.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그리고 여러 명이 거의 동시에 마지막 한 자리를 눌러도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정원을 절대 넘기지 않게 해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무료로 시작할 수 있는 방법으로, 비밀값은 코드에 노출되지 않게."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DB를 쓸지, 어떤 방식으로 막을지는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지시하지 않습니다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그건 AI의 몫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신청하면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'남은 자리'가 즉시 줄고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화면에 반영되는가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새로고침해도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정원까지 채우면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'마감'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뜨고 더는 신청이 안 되는가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(오늘의 핵심)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"마지막 한 자리를 두고 동시 신청 여러 건을 보내는 간단한 테스트를 만들어 돌려서, 딱 한 건만 성공하고 정원이 10을 넘지 않는지 로그로 보여 줘"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로그를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(AI 설명만 믿지 말고)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7974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7974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07974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⛰️ 4번이 DB 강의의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'동시에 눌러도 안 꼬이는 법(트랜잭션·제약)'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실제로 쓰는 지점입니다 — 마지막 한 자리를 두 사람이 동시에 누르면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11명이 되면 안 되죠.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이걸 코드가 막아야 '정원'이 진짜 정원입니다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·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확인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커밋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동시 신청 테스트에서 11명이 되거나 '마감'이 안 걸리면, 그 로그를 그대로 붙여넣고 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"동시에 눌러도 정원을 절대 못 넘기게 </a:t>
            </a:r>
            <a:pPr indent="0" marL="0">
              <a:lnSpc>
                <a:spcPct val="102000"/>
              </a:lnSpc>
              <a:buNone/>
            </a:pPr>
            <a:r>
              <a:rPr lang="en-US" sz="1300" b="1" i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원자적 저장</a:t>
            </a:r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처리해 줘. 지금은 왜 넘치는지도 짚어 줘"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확인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민감한 값이 코드가 아니라 별도(예: .env)로 빠지고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관리에서 제외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됐는가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통과하면 바로 커밋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 단계의 안전망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한 바퀴 + 내보내기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검증하고 배포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다섯 단계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되어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해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보기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넣고 신청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자리 감소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'마감' 확인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 유지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615184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615184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2706624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앱을 무료로 인터넷에 올리고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내 프로젝트에 맞는 무료 배포처를 추천하고 필요한 단계를 순서대로 알려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재배포·재시작 후에도 저장한 데이터가 남는 곳으로.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비밀값은 배포 화면의 설정에 넣고 코드에는 넣지 마."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877056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끊기는 데가 없어야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남는지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0209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0209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끊기지 않고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되는가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34921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16541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16541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34921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기기(또는 시크릿 창)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신청 주소를 열어 실제로 신청되는가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98242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2873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2873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98242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배포한 주소에서 신청한 뒤 잠시 후(또는 재배포 후) 다시 열어도 신청이 남아 있는가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서버에 DB를 얹는 무료 배포처는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시 데이터가 사라지기도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합니다(Supabase 같은 외부 DB를 쓰면 그 걱정은 없죠)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61563"/>
            <a:ext cx="11091672" cy="571881"/>
          </a:xfrm>
          <a:prstGeom prst="roundRect">
            <a:avLst>
              <a:gd name="adj" fmla="val 143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9205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920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361563"/>
            <a:ext cx="10378440" cy="5718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비밀값이 코드에 노출되지 않았는가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7974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오류나 상황을 그대로 붙여넣고 </a:t>
            </a:r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배포처에서 왜 이런지 짚고, </a:t>
            </a:r>
            <a:pPr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남는 방식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i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다시 안내해 줘"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통과하면 커밋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오늘의 가장 중요한 커밋입니다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못 가도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3단계까지면 오늘은 성공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배포까지 끝나면  오늘의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'굴러가는 첫 조각'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세상에 나온 겁니다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이 튜토리얼 그대로 만들면 — 정원이 차면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'마감'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뜨고, 마지막 한 자리에 동시 신청이 몰려도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11명이 되지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강의에서 배운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트랜잭션이 지켜 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것입니다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어디까지 갔든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도달한 지점이 오늘의 성과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루브릭의 '기능 완성도'도 그렇게 봅니다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명령을 줄 때 '무엇을'과 '어떻게' 중 무엇을 주는가?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'무엇을'(의도)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만. 어떤 DB·어떤 방식은 AI가 정한다. 우리는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의도와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집중.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명령을 한 줄에 하나씩 적는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&amp;&amp; 같은 연결은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종류에 따라 다르게 동작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한다(PowerShell 5·cmd·맥·리눅스). 한 줄씩이면 어디서든 같다.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4단계에서 AI 설명만 믿지 말고 확인해야 하는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신청 테스트 로그.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마지막 한 자리에 여러 건을 보내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한 건만 성공하고 정원이 10을 넘지 않는지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눈으로 본다.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 후 반드시 확인할 '무료 배포처의 함정'은?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재배포·재시작 후 데이터가 사라지는지.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서버에 DB를 얹는 무료 배포처가 그렇다 — 외부 DB(Supabase 등)를 쓰면 걱정 없다.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· 확인 · 커밋 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퀘스트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2026-08-27T14:13:39Z</dcterms:created>
  <dcterms:modified xsi:type="dcterms:W3CDTF">2026-08-27T14:13:39Z</dcterms:modified>
</cp:coreProperties>
</file>