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대단원 2 · AIFFEL_LMS · 에이전트 도구 ⑥ · 실습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어제 만든 Todo 앱을 'AI가 아는' 앱으로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CLI + 규칙 파일 + 스킬 — 범용 AI를 내 앱 전용 조수로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실습에서 하는 것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가지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447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447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앱에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CLI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(todo list·summary 같은 명령)를 갖추고,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AGENTS.md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(규칙 파일)에 사용법을 적는다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79676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8254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8254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79676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AI에게 그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CLI를 실제로 돌리게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해 내 할 일 데이터를 읽는다 (이때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 승인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관찰하고, 위험 작업 전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커밋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되돌릴 지점을 만든다)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587752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69062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69062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587752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SKILL.md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하나 만들어, 매번 반복하던 정리 작업을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 적어 재사용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한다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195828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329869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329869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3195828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(덤) 같은 걸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MCP로 붙이면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어떻게 다른지 짧게 체험한다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858768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3858768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2" name="Text 20"/>
          <p:cNvSpPr/>
          <p:nvPr/>
        </p:nvSpPr>
        <p:spPr>
          <a:xfrm>
            <a:off x="786384" y="3858768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🧰 준비물 — 지난 시간에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로컬에 만든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Todo 앱 폴더(데이터가 todo.db 같은 내 컴퓨터 파일에 저장되는 형태) + 에이전트형 도구(Claude Code·Cursor 등) 하나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1단계 — 앱에 '명령줄 사용법(CLI)'을 붙이기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얇은 진입점 하나만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106924" y="5486400"/>
            <a:ext cx="1975104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06924" y="5486400"/>
            <a:ext cx="19751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⑥ 실습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다루기 편한 창구는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명령줄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🖱️ 화면(웹)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1847088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사람이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클릭하라고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있는 것 — AI가 붙잡기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번거롭다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371600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8524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⌨️ 명령줄(CLI)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78524" y="1847088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"명령어를 쳐서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결과를 글로 받는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 방식 — AI가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그대로 실행하고 읽기 좋다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2386584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앱을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새로 만들 필요는 없습니다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할 일을 추가·조회·완료하는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로직은 이미 앱 안에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있으니, 터미널에서 부를 수 있는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작은 입구(진입점) 하나만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더 얹으면 됩니다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데이터도 앱이 쓰던 그 파일(todo.db)을 그대로 씁니다 — 새 데이터를 만드는 게 아니라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데이터를 여는 문을 하나 더 다는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셈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3249930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3249930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3" name="Text 11"/>
          <p:cNvSpPr/>
          <p:nvPr/>
        </p:nvSpPr>
        <p:spPr>
          <a:xfrm>
            <a:off x="786384" y="3249930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CLI 한 줄 정의 — 프로그램에 "무엇을 할지"를 화면 클릭 대신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명령어 + 값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전달하는 방식. node todo.js add "우유 사기"에서 add가 명령, "우유 사기"가 넘겨주는 값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AI에게 이렇게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부탁합니다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1115568"/>
          </a:xfrm>
          <a:prstGeom prst="roundRect">
            <a:avLst>
              <a:gd name="adj" fmla="val 4098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111556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93268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"우리 Todo 앱의 기존 로직을 재사용해서 터미널에서 쓸 todo 명령을 만들어 줘.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add(추가)·list(목록)·done(완료)·summary(오늘 완료 요약) 네 개면 돼.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데이터는 지금 쓰는 todo.db를 그대로 쓰고,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앱 코드를 갈아엎지 말고 얇은 진입점만 더해 줘."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633472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그러면 이렇게 동작합니다.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3091815"/>
            <a:ext cx="11091672" cy="891540"/>
          </a:xfrm>
          <a:prstGeom prst="roundRect">
            <a:avLst>
              <a:gd name="adj" fmla="val 5128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3091815"/>
            <a:ext cx="54864" cy="891540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768096" y="3183255"/>
            <a:ext cx="10707624" cy="7086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node todo.js list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[x] 1. 발표 자료 초안 작성하기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] 4. 헬스장 PT 예약 변경 문의하기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4129659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앱이 파이썬이면 python todo.py list처럼,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쓰는 언어에 맞는 진입점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생깁니다 — 형태만 다를 뿐 원리는 같습니다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summary가 '오늘 완료'를 세려면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완료한 시각이 데이터에 있어야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합니다. 없으면 AI에게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"완료 시각도 기록하게 해 줘"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함께 부탁하세요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사용법을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 파일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5~10줄로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3803904"/>
          </a:xfrm>
          <a:prstGeom prst="roundRect">
            <a:avLst>
              <a:gd name="adj" fmla="val 1202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380390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36210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Todo 앱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개요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할 일을 추가·완료·조회하는 1인용 앱.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명령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목록: node todo.js list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추가: node todo.js add "&lt;내용&gt;"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완료: node todo.js done &lt;번호&gt;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오늘 완료 요약: node todo.js summary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규칙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데이터는 todo.db에 저장한다. UI 문구는 존댓말로.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하지 말 것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todo.db(실데이터)를 직접 지우거나 덮어쓰지 말 것.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5321808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5321808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5321808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파일 이름은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도구를 탑니다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Cursor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등은 AGENTS.md를 그대로 읽고,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Code는 CLAUDE.md만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자동으로 읽습니다(CLAUDE.md 첫 줄에 @AGENTS.md를 적어 불러와도 됩니다)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1단계 통과 기준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대화에서 물어보기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대화를 연다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002024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67784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22648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440936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"이 프로젝트  어떻게 실행해?"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821168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186928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41792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260080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방금 적은 명령을  먼저 읽고 답하면 성공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2615184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대화를 리셋해도 이 파일은 자동으로 읽히니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설명을 두 번 안 해도 됩니다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소단원 ④에서 본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"규칙 파일에 적은 건 리셋해도 유지된다"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여기서 확인됩니다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2단계 — AI에게 그 CLI를 실제로 돌리게 하기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그리고 권한을 관찰하기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106924" y="5486400"/>
            <a:ext cx="1975104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06924" y="5486400"/>
            <a:ext cx="19751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⑥ 실습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"오늘 할 일 목록 좀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보여 줘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 파일을 읽은 AI는 스스로 node todo.js list를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해서 그 출력을 가져옵니다.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복사·붙여넣기 없이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AI가 내 앱을 직접 돌려 데이터를 읽는 거죠.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9943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829943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1829943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핵심은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소스 코드가 아니라 '실제 할 일 데이터'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보는 것입니다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524887"/>
            <a:ext cx="11091672" cy="37680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소단원 ①의 루프가 여기서 눈에 보입니다 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계획(어떤 명령?) → 실행 → 관찰(출력) → 답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여기서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권한을 관찰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하세요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828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828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명령을 실행하기 직전, 도구가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"이 명령을 실행해도 될까요?"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묻는다 — list·summary처럼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읽기만 하는 건 승인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87296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9397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9397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87296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번은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일부러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위험한 걸 시켜 본다 — </a:t>
            </a:r>
            <a:pPr indent="0" marL="0">
              <a:lnSpc>
                <a:spcPct val="102000"/>
              </a:lnSpc>
              <a:buNone/>
            </a:pPr>
            <a:r>
              <a:rPr lang="en-US" sz="1300" i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"todo.db 파일을 지워 줘."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승인창이 뜨면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거부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하고, 규칙 파일의 '하지 말 것'과 연결해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'내가 문지기'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라는 감을 익힌다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602992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70967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7096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602992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뭔가 시키기 전에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 commit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되돌릴 지점을 먼저 만든다 — 잘못돼도 그 지점으로 되돌아갈 수 있다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273552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273552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273552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왜 CLI로 할까요? 소단원 ⑤의 '요즘 흐름' 그대로 — AI는 node·git 같은 명령을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 알고 있어서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무거운 연결을 새로 세우지 않고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있는 명령을 그냥 부르는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게 가볍고 빠릅니다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3단계 — 반복 작업을 스킬로 외워 두기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Code 기준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106924" y="5486400"/>
            <a:ext cx="1975104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06924" y="5486400"/>
            <a:ext cx="19751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⑥ 실습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매번 똑같이 시키는 일을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 적어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"오늘 완료한 것만 뽑아 커밋 메시지 형식으로 정리해 줘" 같은 일이죠. 앱 폴더의 .claude/skills/todo-summary/SKILL.md에 이렇게 적습니다.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9943"/>
            <a:ext cx="11091672" cy="2011680"/>
          </a:xfrm>
          <a:prstGeom prst="roundRect">
            <a:avLst>
              <a:gd name="adj" fmla="val 2273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29943"/>
            <a:ext cx="54864" cy="2011680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7" name="Text 5"/>
          <p:cNvSpPr/>
          <p:nvPr/>
        </p:nvSpPr>
        <p:spPr>
          <a:xfrm>
            <a:off x="768096" y="1921383"/>
            <a:ext cx="10707624" cy="1828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todo-summary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description: 오늘 완료한 할 일을 커밋 메시지 형식으로 요약할 때 사용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오늘 완료 요약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`node todo.js summary`를 실행하고, 그 출력을 그대로 보여준다.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3987927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3987927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" y="3987927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핵심 — 스킬이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데이터를 뒤지는 게 아니라, 앞서 만든 CLI를 대신 불러 준다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것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그리고 </a:t>
            </a:r>
            <a:pPr indent="0" marL="0">
              <a:buNone/>
            </a:pPr>
            <a:r>
              <a:rPr lang="en-US" sz="2400" b="1" dirty="0">
                <a:solidFill>
                  <a:srgbClr val="6B4D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대화에서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한마디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내가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"요약 스킬 써서  오늘 한 일 정리해 줘"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002024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67784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6B4D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22648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440936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스킬을 꺼낸다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821168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186928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41792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260080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 summary  → 결과 정리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2615184"/>
            <a:ext cx="11091672" cy="37680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소단원 ③에서 배운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점진 공개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실제로 동작하는 순간입니다 — 평소엔 description 한 줄만 알고 있다가, 지금 일이 맞을 때 본문을 펼칩니다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3138297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138297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138297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🧱 층이 쌓인 걸 보세요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 파일(사용법) → CLI(실행) → 스킬(반복 자동화)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덤 — 같은 걸 MCP로 붙이면?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 남으면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106924" y="5486400"/>
            <a:ext cx="1975104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06924" y="5486400"/>
            <a:ext cx="19751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⑥ 실습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파일시스템 MCP를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등록해 보기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2011680"/>
          </a:xfrm>
          <a:prstGeom prst="roundRect">
            <a:avLst>
              <a:gd name="adj" fmla="val 2273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2011680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1828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"mcpServers": {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"todo-files": {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"command": "npx",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"args": ["-y","@modelcontextprotocol/server-filesystem","/내-Todo앱-경로"]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3529584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붙여 두면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"우리 앱 소스에서 할 일을 어떻게 저장하는지 설명해 줘"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같은 걸 시켜 볼 수 있습니다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다만 차이가 느껴질 거예요 — 이 서버는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파일(소스)을 읽는 데는 좋지만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데이터가 담긴 todo.db는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이진 파일이라 내용까지 세어 주진 못합니다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방금 CLI로 한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"오늘 완료 몇 건"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같은 건 결국 앱의 명령(todo summary)을 돌려야 나옵니다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4733163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4733163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" y="4733163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🧭 그래서 오늘 배운 판단이 그대로 쓰입니다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혼자 작은 앱이면 CLI + 스킬이 가볍고, 여럿이 쓰고 권한·기록을 챙겨야 하면 MCP.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도구가 아니라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상황이 고릅니다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 — 오늘의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결과물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447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447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앱에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CLI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(list·summary 등) +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 파일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(AGENTS.md, Claude Code면 CLAUDE.md)에 사용법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79676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8254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8254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79676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그 CLI를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실행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 내 할 일 데이터를 읽음 (권한 승인창을 한 번은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거부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위험 작업 전 git commit)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587752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69062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69062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587752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SKILL.md 1개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(Claude Code 기준) — 다른 대화에서 한마디로 발동, 스킬이 CLI를 대신 호출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195828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329869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329869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3195828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(덤) 같은 걸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MCP로도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붙여 보고 CLI와 비교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858768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3858768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2" name="Text 20"/>
          <p:cNvSpPr/>
          <p:nvPr/>
        </p:nvSpPr>
        <p:spPr>
          <a:xfrm>
            <a:off x="786384" y="3858768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❓ 마지막 확인 — 범용 AI가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Todo 앱을 아는 조수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바뀐 지점은 어디였나요? (규칙 파일? CLI 실행? 스킬?)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감각이 오늘의 핵심입니다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CLI · 규칙 · 스킬 🧪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 도구 ⑥ 실습 — 여기까지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2026-08-27T13:52:35Z</dcterms:created>
  <dcterms:modified xsi:type="dcterms:W3CDTF">2026-08-27T13:52:35Z</dcterms:modified>
</cp:coreProperties>
</file>