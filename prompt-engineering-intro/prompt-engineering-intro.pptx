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거대 언어모델과 프롬프트 ·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엔지니어링이란?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"무슨 문구를 썼나"가 아니라 — 결과는 어디서 갈리는가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사실과 해석 나누기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어디서 갈리나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화제가 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이야기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사실과 해석으로 나눈다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과제인데 결과가 갈린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실증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차이를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지시·맥락·도구·루프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조건으로 설명한다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= 지시와 맥락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프롬프트가 다루는 영역을 경계 짓는다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결과가 갈리면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능력이 아니라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화제부터 사실과 해석으로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유명한 사례가 실제로 보여 주는 것은 무엇인가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Air Canada · 고액 연봉 · "PE는 죽었다"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"무슨 문구"보다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답에는 여러 일이 섞인다 — 분명한 요청 · 읽은 근거 · 제공된 도구 · 사람의 검토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실패도 문장이 나빠서가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없거나 검사가 없는 구조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온다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근거로 답했나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기준으로 책임졌나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프롬프트는 모델이 읽는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맥락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 좋은 지시도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없는 사실을 참으로 만들 수는 없다.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📰 화제가 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이야기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사실은?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화제(해석)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확인된 사실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진짜 쟁점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 Canada — "AI가 항공권을 협상"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챗봇이 사별 운임을 정책과 다르게 안내 → 2024.2 민사심판소가 항공사 책임 인정(C$812.02)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성공담이 아니라 출력 신뢰성·정책 근거·배포 주체의 책임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"프롬프트 엔지니어가 연 $335,000"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Bloomberg가 보도한 상한 보수 채용 사례(2023.3)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표준·평균·직무 범위를 증명하지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"프롬프트 엔지니어링은 죽었다"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구호일 뿐 — 최초 주장·추세·비교 조건이 불명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도발적 문장은 토론의 출발점이지 결론이 아님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35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사례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문장의 마법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아니라, 근거·검증·책임이라는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문제를 가리킨다.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어디서 갈리는가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과제인데 해결률이 달랐다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26764" y="5486400"/>
            <a:ext cx="453542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6764" y="5486400"/>
            <a:ext cx="4535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Verified · 하네스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같은 모델,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6.6%p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구성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세션에서 명령 고르고  파일 수정 → 63.7%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구성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시도 + 회귀 필터 +  후보 선정 → </a:t>
            </a:r>
            <a:pPr algn="ctr"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70.3%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 · 같은 489개 과제인데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판정 비율이 6.6%p 달랐다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SWE-bench Verified = OpenAI가 사람 검토로 검증한 500개 중, 기준 패치가 통과 안 된 11개를 뺀 489개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391210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1210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91210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모델을 둘러싼 도구·검사·권한·실행 절차의 장치. "같은 모델"이라며 차이를 순수 능력 차로 단정하면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장치를 지워버린다.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하네스가 한 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부품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시도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실행의 패치를 기다리지 않고, 서로 다른 시도가 각자 해결안(여러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패치 후보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 만든다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 필터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 작동하던 동작을 깨는 후보를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제거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(고친 척해도 실제 해결로 볼 수 없으므로)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남은 대안을 점수 모델이 순위 매겨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제출할 것을 고른다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수치는 각 부품에 성능을 배정하는 근거가 아니라,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관측·검사·선정의 실행 조건을 함께 설계하고 별도로 시험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한다는 근거다.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차이를 비교하는 네 조건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설계하고 바꿀 수 있는 모델 밖의 영역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74820" y="5486400"/>
            <a:ext cx="363931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74820" y="5486400"/>
            <a:ext cx="3639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 · 맥락 · 도구 · 루프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네 조건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비교할 질문과 다음 선택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비교할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뒤의 다음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과업·형식·제약을 어떻게 요청했나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요청이나 출력 계약을 고친다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문서·파일·이력을 읽게 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필요한 사실을 넣거나 불필요한 것을 뺀다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기능·권한을 어디까지 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도구·입력 범위·승인을 조정한다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루프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뒤 무엇을 검사하고 언제 재시도하나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검증·중단·재시도 절차를 고친다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= 지시 + 맥락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(모델이 읽는 내용). 모든 실패를 프롬프트 탓으로 돌리면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없는 문제·검사 없는 문제를 가린다.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네 조건, 실패를 이렇게 고친다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"친절하게 답하라"는 안전 조건을 못 정함 → "주문 번호 없으면 배송일 단정 말고 번호를 한 가지 질문하라"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환불 예외 조항을 모델이 못 읽었다면 일반 규칙만 답한 건 지시 불이행이 아님 → 조항을 출처로 넣고 다시 실행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로그 조회 권한이 없으면 추측 수정안 → 읽기 전용 로그 검색 허용 후 근거가 실제 오류 메시지로 바뀌는지 확인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변경 뒤 테스트를 안 하면 "수정했다"는 완료 증거가 아님 → 테스트 실행·실패 재투입·횟수와 중단 조건 설정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🧪 원칙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능력이 아니라 조건을 비교한다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입력 고정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문의·코드 상태  ·문서 버전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성공 기준 고정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형식? 테스트 통과?  출처 유무?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한 항목만 변경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지시·맥락·도구·루프  중 하나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오염된 비교 — A안엔 최신 문서+검색 도구, B안엔 오래된 문서만 넣고 차이를 "문장 하나의 효과"라 부르면,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조건이 한꺼번에 바뀐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화제 사례는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문구의 마법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근거·검증·책임이라는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문제였다.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모델·같은 과제도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결과가 갈린다(SWE-bench 63.7% → 70.3%).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차이는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지시·맥락·도구·루프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조건으로 나눠 본다.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= 지시 + 맥락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결과가 갈리면 능력이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비교한다.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Air Canada 사례가 실제로 보여 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쟁점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모델·같은 과제에서 63.7%와 70.3%를 가른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부품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차이를 비교하는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조건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프롬프트는 네 조건 중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해당하는가?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실행을 "제대로" 비교하려면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바꿔야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하나?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좋은 프롬프트의 성공담이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출력의 신뢰성·정책 근거 확인·배포 주체의 책임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관한 사례.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시도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(여러 후보 생성)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 필터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(나쁜 후보 제거)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(제출할 것 선택).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어떻게)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읽을지)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(무엇을 할 수 있는지)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(언제 검사·반복).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맥락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모델이 읽는 내용의 설계. 도구·루프는 실행 조건으로 프롬프트와 구분된다.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같은 입력·같은 성공 기준.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지시·맥락·도구·루프 중 한 항목만.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능력이 아니라 조건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엔지니어링이란? — 여기까지 · 다음: 에이전트의 구조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2026-08-24T11:59:54Z</dcterms:created>
  <dcterms:modified xsi:type="dcterms:W3CDTF">2026-08-24T11:59:54Z</dcterms:modified>
</cp:coreProperties>
</file>