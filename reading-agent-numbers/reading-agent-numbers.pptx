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멀티에이전트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숫자 읽기와 적용 조건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보고서의 숫자를 오늘 결과의 예고로 읽지 않습니다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파일의 필드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바꿔 읽습니다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예를 들어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시간을 줄였다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관측은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병렬로 나눌 수 있는 복잡한 조사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나온 것입니다.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SymPy 버그 하나를 고치는 실행에서 같은 일이 일어난다고 보장하지 않습니다.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보고서의 숫자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결과의  예고 ✗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방식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232279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확인할지  정하는 단서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07352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실행이 끝난 뒤 생성된 파일의 필드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읽습니다 — 감상이나 주장이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이름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 소진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결과를 받아 다음 행동을 정하는 한 사이클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실행(A)의 첫 실행에서 haiku는 SymPy 버그를 조사하고 수정하려 했습니다. 그러나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25번째 사이클까지 마친 뒤에도 종료하지 못했습니다.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24887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주는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result.json의 num_turns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실행이 몇 사이클까지 탐색했는지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JSONL의 tool_use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사이에 어떤 도구를 몇 번 호출했는지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823335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823335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값을 함께 보면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탐색이 길어진 것인지, 같은 도구 호출을 되풀이한 것인지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구분됩니다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관측을 조건과 함께 해체합니다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오늘 어떤 필드로 확인하는가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숫자 읽기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90.2%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성능 차이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research eval에서 측정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Opus 4 리드 + Sonnet 4 서브에이전트 vs 단일 Opus 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보고서에 평가 방식이 밝혀져 있지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확인할 필드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resolved — 각 실행이 정답 커밋의 테스트를 통과했는지. A·B·C 모두 같은 필드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 수치를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haiku 구성의 성능 우위로 옮길 수 없습니다.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resolved가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먼저여야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비용이나 시간이 좋은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실행을 성공처럼 읽지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연구 시간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90% 감소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— 리드가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3~5개 서브에이전트를 병렬로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만들었고,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서브에이전트도 3개 이상 도구를 병렬로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썼습니다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두 변경이 함께 있을 때의 시간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탐색과 수정을 나눈 B나 리드가 조율하는 C가 같은 시간을 줄인다는 보장은 없습니다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오늘 확인할 필드 — result.json의 wall_s.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SymPy 인스턴스와 모델 조건에서 측정한 시간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나란히 봅니다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토큰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15배 / 약 4배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 에이전트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15배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4배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두 값 모두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채팅을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에이전트와 멀티 에이전트의 직접 비용 비교가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따라서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15배를 A 대비 C의 비용으로 읽지 않습니다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364992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확인할 필드 — cost_usd.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resolved 결과끼리만 비용을 견줍니다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분산의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 / 95%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분산 설명 비중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사용량 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+ 도구 호출 수 + 모델 선택 세 요인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BrowseComp 평가의 여러 실행에서 나타난 분산의 설명 비중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SymPy 버그 한 건의 품질 점수가 아닙니다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36499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확인할 필드 — num_turns와 세션 JSONL tool_use 레코드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실행(A)이 25턴을 모두 써도 종료하지 못한 경우처럼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탐색이 길어진 것인지 같은 도구를 되풀이한 것인지 가르는 근거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도구 설명 개선 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 감소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바뀐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설명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실행이 더 싼 실행이나 더 높은 정답률을 뜻하지는 않습니다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그래서 오늘의 wall_s는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cost_usd, resolved, 그리고 같은 인스턴스·모델·실행 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떨어뜨려 읽지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조건까지 남겨야 A의 단일 실행, B의 탐색·수정 워크플로, C의 리드 조율 구성을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공정하게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비교할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results-table.md를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resolved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정답 커밋의 테스트를 통과했는지 봅니다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결과에 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wall_s와 cost_usd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봅니다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num_turns와 tool_use 합계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보며 — 빠르거나 비쌌던 이유가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부족인지 반복 호출인지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7355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하나가 좋아도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기록을 덮지 않습니다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433425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33425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33425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범례 — 성능은 resolved, 걸린 시간은 wall_s, 비용은 cost_usd.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resolved가 같아도 시간이 다를 수 있고, 시간이 짧아도 비용이 낮다는 뜻은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점수는 판정의 출발점입니다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층으로 나뉜 채점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숫자 읽기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루브릭을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 수정에 맞춰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좁힙니다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보고의 루브릭은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정확성 · 인용 정확성 · 완결성 · 출처 품질 · 도구 효율성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봅니다. 오늘의 버그 수정에서는 이 다섯 물음이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문장의 그럴듯함이 아니라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수정에 이른 행동 기록을 읽는 물음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7118"/>
          <a:ext cx="11091672" cy="13335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남는 필드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1층 (결정론적)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커밋의 테스트를 적용해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resolved (통과 여부) · invalid (테스트 파일을 건드렸는지)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2층 (LLM judge)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JSONL 전사를 읽어 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근거_추적 · 편집_최소성 · 검증_성실성 각각 0·1·2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6692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56692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56692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1층에서는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설명이 좋아도 테스트가 통과했다는 판정을 대신할 수 없습니다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서술을 부탁하지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output_format의 json_schema가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점수 · MAST 계열 실패 분류 · evidence_quote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출력 구조로 요구합니다.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evidence_quote에는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근거가 된 전사 구절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들어가야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인용이 없으면 스키마가 결과를 허용하지 않으므로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"검증을 했다"는 말만으로 점수를 얻을 수 없습니다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분류 예 — 턴_소진 · 무근거_편집 · 과잉_편집 · 검증_생략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3352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03352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03352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기준선 실행(A)이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25턴을 모두 쓴 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이렇게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과정을 분류하는 근거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모델은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모델과 다르게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모델이 자기 행동을 채점하면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설명에 끌릴 수 있기 때문입니다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모델은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haiku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판정 모델은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모델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비교표에 함께 모으는 것 — resolved · invalid · cost_usd · num_turns · wall_s 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점수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분류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resolved와 2층 세 점수를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봐야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통과했지만 근거가 약한 실행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통과하지 못했지만 어디에서 막혔는지 남긴 실행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구별할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보고서 숫자를 어떻게 쓰나?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오늘 결과의 예고가 아니라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확인할지 정하는 단서.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결과는 실행이 만든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파일의 필드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읽는다.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결과표를 읽는 순서는?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resolved → wall_s·cost_usd → num_turns·tool_use 합계.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하나가 나머지 기록을 덮지 않는다.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evidence_quote를 필수로 둔 까닭은?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추측으로 점수를 매기지 않기 위해서.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인용이 없으면 스키마가 결과를 허용하지 않는다.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측정 기준부터 나눕니다 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③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2026-09-03T08:00:51Z</dcterms:created>
  <dcterms:modified xsi:type="dcterms:W3CDTF">2026-09-03T08:00:51Z</dcterms:modified>
</cp:coreProperties>
</file>