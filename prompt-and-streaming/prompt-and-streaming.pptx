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조립과 로컬 LLM 스트리밍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프롬프트의 문장 하나가 모델의 행동 경계입니다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배포해도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답을 대신 만들지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Pages에 배포한 챗봇의 주소에서 질문을 보낼 때,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공개되어도 Ollama 호출이 막힐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배포된 앱은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컴퓨터의 브라우저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실행되고  브라우저는 여전히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컴퓨터의 로컬 엔진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직접 호출합니다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"정적 파일을 배포하면 서버가 로컬 모델 호출을 대신할 것"이라는 해석은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틀립니다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경계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확인한 뒤에는, 연결 문제와 별개로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어떤 근거에서 답해야 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프롬프트에 명시해야 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5399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5399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5399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환경의 연결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근거의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서로 다른 층에서 검증합니다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프롬프트는 검색 결과를 근거로 바꾸는 경계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buildPrompt()의 순서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프롬프트와 스트리밍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모두의연구소 컨퍼런스 모두콘의 공개 문서 청크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소개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원칙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명시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안에 근거 청크의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[ID]를 표시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요구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시각 해석을 위한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현재 시각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뒤에만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[자료]와 [질문]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배치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능력을 높이는 주문이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어떤 범위에서 답하고 무엇을 인용해야 하는지를 문장으로 고정하는 계약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청크마다 MC-xxx 형식의 ID와 section을 보존하면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답변의 문장을 원문 청크까지 되짚을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모델도 막연한 "자료에 따르면"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가능한 근거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남깁니다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근거일 때의 문장은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보존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자료는 모두의연구소의 컨퍼런스 '모두콘'에 대한 공개 문서에서 뽑은 조각입니다.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주의: 검색된 조각의 유사도가 낮습니다. 질문과 완전히 맞는 근거가 아닐 수 있으니,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근거에 있는 내용만 짧게 답하고 자료에 없는 부분은 없다고 말합니다.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근거가 된 조각의 [ID]를 답 안에서 표시합니다.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시각은 [KST 시각]입니다. '지금', '올해', '다음 주' 같은 상대 표현은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시각을 기준으로 해석합니다.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[자료]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[MC-... | 섹션] 청크 텍스트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[질문]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질문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256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4256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"짧게 답하고 자료에 없는 부분은 없다고 말합니다"는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거부하기 위한 장치가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불확실한 검색에서 사실성을 지키기 위한 장치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응답은 조각으로 읽습니다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스트리밍과 취소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프롬프트와 스트리밍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줄바꿈으로 구분된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조각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엔진은 POST http://localhost:11434/api/chat으로 qwen3.5:2b에 요청하며, 본문에는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stream:true와 think:false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포함합니다.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fetch("http://localhost:11434/api/chat",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"POST",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signal: controller.signal,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"qwen3.5:2b", stream: true, think: false, messages,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63899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개의 완성 JSON이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줄바꿈으로 구분된 조각이므로,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ReadableStream을 읽어 남은 문자열을 보관하고 줄 단위로 파싱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뒤 각 조각의 텍스트를 화면 답변에 이어 붙입니다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토큰당 약 50ms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실측 경로의 응답 감각을 사용자가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화면이 아닌 자라나는 문장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경험합니다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오류와 JSON 파싱 실패는 답변 상태와 분리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표시하고, 취소할 때에는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AbortSignal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이미 시작한 스트림을 멈춥니다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상태와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배포 환경까지 확인합니다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전에 GET /api/tags로 Ollama 상태를 확인하면,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꺼진 상황을 생성 실패처럼 보이지 않게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 배너와 재시도 동작으로 분리할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launchctl setenv OLLAMA_ORIGINS "https://YOUR_ID.github.io"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setx OLLAMA_ORIGINS "https://YOUR_ID.github.io"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systemd 환경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set-environment OLLAMA_ORIGINS="https://YOUR_ID.github.io"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987927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개발 서버에서 되는 요청도 GitHub Pages 배포 뒤에는 자동으로 해결되지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정적 페이지가 서버를 대신해 호출하는 것이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브라우저가 계속 자신의 localhost:11434로 요청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 때문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운영체제별 설정 뒤에는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재시작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하며,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Pages 주소에서 상태 확인과 스트리밍을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Chrome과 Edge를 권장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Safari에서는 Ollama 연결과 임베딩 WASM이 불안정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있음을 시작 화면에 명시하는 편이 좋습니다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— 챗봇 UI의 상태를 명세합니다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예쁜 대화창이 아니라 상태 전이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프롬프트와 스트리밍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어느 단계인지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읽을 수 있어야 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Vite, React, TypeScript로 모두콘 RAG 챗봇 UI 골격을 만듭니다.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로컬 qwen3.5:2b 엔진 선택, GET /api/tags 연결 상태 배너와 재시도,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임베딩·하이브리드 검색·생성 단계 표시, 스트리밍 답변과 AbortSignal 중지 버튼을 구현합니다.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답변에는 출처 칩을 표시하고 칩에는 MC ID, section, vector 또는 bm25 방법, 점수를 보입니다.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최고 유사도가 0.55보다 낮으면 약한 근거 경고를 보이며, 스트리밍 오류가 나도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이미 받은 답변과 출처는 유지합니다. Chrome과 Edge 권장, Safari 불안정 안내도 포함합니다.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스트리밍이 중단되어도 이미 받은 답변 청크를 지우지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출처 칩은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ID·section·검색 방법·점수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보여 주며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원문으로 연결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되게 요구합니다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신뢰를 배지 하나에 맡기지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사용자가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과정을 직접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있게 만듭니다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깊이 갈 사람을 위한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큰 로컬 모델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보기 — ollama로 다른 모델을 받아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모델명만 바꾸면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파이프라인에서 답변 리듬이 어떻게 달라지는지, 컴퓨터 사양에 따른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속도의 한계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기록됩니다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 문구를 하나씩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바꿔 같은 질문 세트로 답변을 비교하는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실험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 값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바꿔 답변의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 변화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살피는 실험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49453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프롬프트의 문장 하나가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행동 경계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9082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Pages에 배포하면 Ollama 호출 문제가 해결되나?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44719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44719"/>
            <a:ext cx="64008" cy="490823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44719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배포된 앱은 사용자 브라우저에서 실행되고 여전히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컴퓨터의 localhost:11434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호출한다. 로컬 Ollama에서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OLLAMA_ORIGINS로 Pages 출처를 허용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17838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17838"/>
            <a:ext cx="64008" cy="49082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17838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프롬프트에서 [ID] 표시를 요구하는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90958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90958"/>
            <a:ext cx="64008" cy="490823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90958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문장을 원문 청크까지 되짚을 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모델도 막연한 "자료에 따르면"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가능한 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남기게 하기 위해.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64077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64077"/>
            <a:ext cx="64008" cy="49082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64077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Ollama 스트리밍 응답을 어떻게 읽나?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4237196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237196"/>
            <a:ext cx="64008" cy="490823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237196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개의 완성 JSON이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줄바꿈으로 구분된 JSON 조각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ReadableStream을 읽어 남은 문자열을 보관하고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단위로 파싱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이어 붙인다. 취소는 AbortSignal.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810315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10315"/>
            <a:ext cx="64008" cy="49082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810315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스트리밍 오류가 났을 때 UI는?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5383435"/>
            <a:ext cx="11027664" cy="490823"/>
          </a:xfrm>
          <a:prstGeom prst="roundRect">
            <a:avLst>
              <a:gd name="adj" fmla="val 1676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383435"/>
            <a:ext cx="64008" cy="490823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383435"/>
            <a:ext cx="10707624" cy="490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받은 답변 청크와 출처를 지우지 않는다.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네트워크·파싱 실패는 답변 상태와 분리해 표시한다.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· 조각 · 경계 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2026-08-27T23:02:35Z</dcterms:created>
  <dcterms:modified xsi:type="dcterms:W3CDTF">2026-08-27T23:02:35Z</dcterms:modified>
</cp:coreProperties>
</file>