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전략의 지도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상태 — 이번 판단의 조립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축으로 나누기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선택 연산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정책과 검증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넣을지)과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(어떻게 이어갈지)으로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투입 · RAG · 압축 · 폐기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선택이 각기 다른 실패를 만든다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· 슬라이딩 · 요약 · 러닝 서머리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상태를 다시 구성하는 네 방식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손실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그럴듯함이 아니라 원문과 한 줄씩 대조로 검증한다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질문은 "무엇을 기억시킬까"가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이번 호출에 넣고, 무엇을 저장소에 둘까."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전략은 보관이 아니라 조립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축으로 나눈다 — 선택 연산과 상태 정책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선택(가로 축) · 상태(세로 축)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결정을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 (가로 축)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무엇을 넣을지 정한다.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투입 · RAG · 압축 · 폐기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 (세로 축)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턴 이력을 어떻게 유지하고 다음 호출에 다시 구성할지 정한다.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8524" y="212140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· 슬라이딩 윈도 · 요약 · 러닝 서머리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근거의 범위를 정하고,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 근거가 시간 속에서 사라지거나 되살아나는 방식을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🔲 두 축의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지도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＼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기록·정책 전문 모두 보존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턴 검색 결과가 계속 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하면 팽창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 가정도 명시 안 하면 누적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슬라이딩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턴 전문만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질문에 맞는 조각만 재검색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 밖 사실 남길지 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조건이 함께 사라질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주소를 필요 시 전문으로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미결정을 질의로 재검색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요약문이 압축 결과임을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 가정·이유를 요약에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러닝 서머리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정책은 원문 참조로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사실마다 필요한 조각만 회수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목표·확정·가정·미결정을 정한 칸에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때 철회·폐기 사유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칸을 정답으로 고르는 게 아니다 — 장면에 따라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칸을 조합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압축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요약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결정을 분리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= 선택 연산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입력의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줄인다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원문 일부를 축약·구조화. 한 문서 전문을 두 문단으로 줄여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넣는 것.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= 상태 정책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대화·작업의 상태를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넘긴다. 지난 열두 턴의 확정 사실·미결정을 갱신해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상담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넘기는 것.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시스템은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압축한 상태 요약을 선택해 넣을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있으나, 두 결정의 책임은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분리해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선택 연산의 실패와 복구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선택은 서로 다른 실패를 만든다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투입 · RAG · 압축 · 폐기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전체 투입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호출에 직접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정책·강하게 연결된 계약서·매번 거의 같은 근거를 참조하는 업무에 좋다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 쉽고 검색 단계 없음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조항이 얽혀 있어도 함께 읽으므로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빠뜨릴 걱정이 줄어든다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길고 이질적 자료를 다 올리면 무관한 토큰이 핵심 조항과 경쟁하는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rot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입력 비용 증가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— 전문 안에 답이 있는데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무관한 보상 규정·오래된 예시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 크게 따른다. "모두 넣었으니 안전"은 위치·관련성을 안 봤다는 뜻일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RAG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질문에 맞는 조각만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문서를 읽기 좋은 작은 단위(문단·조항)로 저장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질문이 오면 비슷한 청크를 찾아 순위 매겨 후보 선택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선택된 조각만 창에 넣고 답을 만든다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인덱스카드 비유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상자 전체=저장소, 카드 한 장=청크, 탭·알파벳=메타데이터. retriever가 "반품" 칸에서 두세 장만 창에 넣는 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단계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RAG의 실패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결과 ≠ 완전성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페이지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가져오면 답변자도 근거를 못 읽는다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(가장 높은 순위 한 개)만 쓰면 수령일 조항은 찾고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제거 예외·배송비 조항은 놓칠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잘리면 조건과 예외가 분리된다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버전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청크가 검색되면 그럴듯하지만 현재와 다른 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— 후보에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기한·예외·비용 조항과 현재 버전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있는지 확인, 부족하면 질의를 넓혀 재검색하거나 전문으로.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🗜️ 압축 &amp; 🗑️ 폐기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줄이되 지우지 않기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사실·긴 문서·탐색 결과를 더 짧게. 입력 예산·중복에 유용하나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축약문은 원문 증거를 대신하지 않는다.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32333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부정문·예외·조건부 결정·출처가 빠지면 짧아진 문장이 사실처럼 보인다. → 원문 식별자와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확정·가정·미해결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상태를 남긴다.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끝난 로그·철회 해석·효력 끝난 버전을 현재 입력에서 제외.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≠ 망각.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8524" y="212140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뺀 재료는 저장소에 남겨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 가능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하게, 왜 제외했는지·어느 원문인지 기록. 안 그러면 폐기 이유까지 사라져 같은 오류를 되살린다.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네 선택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실패와 복구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뒤 복구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무관 규정이 핵심 조항을 밀어냄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버전·직접 답하는 절의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무관 문서 분리·위치 변경·선택 경로 시험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미검색으로 그럴듯한 불완전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후보에 기한·예외·비용 조항·인용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재작성·재검색·재정렬, 부족하면 전문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요약이 예외·폐기 가정을 사실처럼 남김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주소·확정·가정·미해결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재개봉·불확실 항목은 확인 행동으로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근거·폐기 이유까지 사라짐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목록에 이유·원문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저장소에서 원문 재조회·필요분 재투입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기준은 이름이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사슬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넣을지(선택)·어느 조각이 근거일지(신뢰)·반복할 가치가 있는지(비용).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Self-Route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검색을 답의 경계로 삼지 말라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 top-1 RAG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크게 절약,  집계 성능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문맥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성능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45.53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top-1만 쓴 RAG는 특정 벤치마크 집계 성능이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20.24로 전체 문맥의 45.53보다 낮았다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외, Retrieval Augmented Generation or Long-Context LLMs?, 2024, arXiv:2407.16833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검색을 포기하라가 아니라 — 3.2절만 찾았어도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제거 예외·배송비 조항이 빠졌는지 검사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누락 신호면 넓혀 재검색·재정렬, 그래도 부족하면 전문 경로로.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정책과 압축 손실 검증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쌓이는 기록이 아니라 다시 구성하는 이력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· 슬라이딩 · 요약 · 러닝 서머리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상태를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구성하는 네 방식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메시지부터 순서대로. 경위·예외 형성이 중요할 때 좋으나 철회 가정·실패 도구 결과도 남아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충실성이 현재 관련성을 보장하지 않음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슬라이딩 윈도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(최근 N턴) — 입력 크기 예측 쉽고 최신 협업에 가까우나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언급 안 된 장기 사실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(계약 조건·금지 사항·파일 경로)을 잃을 수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오래된 이력을 짧은 상태로. 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연결 없는 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또 하나의 불투명한 문서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 서머리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정해진 틀(목표·확정·가정·미해결·다음 행동)을 반복 갱신. 갱신 전후 비교+폐기 사유까지 남긴다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 서머리의 이유 — 12턴에 철회한 '불량 반품' 가정이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29턴에 되살아나는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막는다.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압축 손실은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 한 줄씩 대조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원문에서 찾을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압축본에 남길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 시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누가·언제·무엇을 확정했나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수령일·정책 버전·확정 조항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오래된 사실을 현재처럼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말라·해당 안 되는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'즉시 불가로 단정하지 않음'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금지된 결론을 사실로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규칙을 뒤집는 단서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택 제거 뒤 착용 여부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규칙만 남아 경계 사례 소멸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확인 못한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착용 여부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가정을 확정 사실로 승격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문서 어느 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[반품 정책 v2.1 §3]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재확인 길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"14일 이내 반품 가능, 배송비 고객 부담"으로 줄이면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제거 뒤 즉시 반품 불가로 단정할 수 없다는 예외·미결정이 사라진다.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문장 하나 누락이 행동 권한과 고객의 선택을 바꾼다.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"무엇을 기억시킬까"가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이번 호출에 넣고, 무엇을 저장소에 둘까."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 투입·RAG·압축·폐기)과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(누적·슬라이딩·요약·러닝 서머리)을 나눈다.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≠ 요약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≠ 망각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줄이거나 빼되 원문 주소와 이유를 남긴다.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틀렸다는 신호가 보이면 더 요약하는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다시 읽어 복구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 결정을 나누는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무엇을 정하는가?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어느 축에 속하며 무엇이 다른가?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RAG의 세 단계(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청크·retriever·생성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)에서 top-1만 쓰면 어떤 실패가 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Self-Route 비교에서 top-1 RAG와 전체 문맥의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성능 수치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압축 손실을 검증할 때 원문과 대조할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=이번 호출에 무엇을 넣을지,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정책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=여러 턴 이력을 어떻게 유지·재구성할지.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압축=선택 연산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(이번 입력 길이 줄이기),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요약=상태 정책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(과거 상태를 다음 턴으로). 책임은 분리해 기록.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수령일 조항은 찾아도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제거 예외·배송비 조항을 놓친다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검색 상위 결과가 완전성을 보장하지 않는다.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top-1 RAG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20.24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전체 문맥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45.53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(특정 모델·retriever·벤치마크 구성 결과).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· 부정 · 예외 · 미결정 · 출처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각 판단 문장에 원문 주소를 붙이고 빠진 항목은 '없음'으로.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선택과 상태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전략의 지도 — 여기까지 · 다음: 같은 질문·다른 맥락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