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도구 연결 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기록 MCP 만들기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임의로 요약하면 다음 단계에서 필요한 근거가 사라집니다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만드는 부분은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입력: week-one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첫째 주 자료 선택 → 파일 읽기 → 기본 모양 확인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반환: 주차·팀·기준일·업무 기록 전체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8575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메시지를 받아 함수를 실행하고 결과를 보내는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작업은 SDK가 맡습니다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SDK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특정 기능을 개발할 때 사용하는 도구와 코드의 묶음 — MCP를 처음부터 구현하는 대신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Python SDK에 우리의 조회 함수를 등록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459736"/>
          </a:xfrm>
          <a:prstGeom prst="roundRect">
            <a:avLst>
              <a:gd name="adj" fmla="val 185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45973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2768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mcp-skill-practice/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pyproject.toml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uv.lock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.python-version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requirements.txt      # 이전 설치 방식의 호환 참고 자료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.venv/                # 환경 준비 때 자동 생성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weekly_records_server.py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data/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week-one.json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week-two.json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97764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97764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파일과 data를 서로 다른 곳으로 옮기지 마세요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곧 작성할 코드는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자신의 옆에 있는 data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찾습니다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읽어 볼 원자료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차이를 지우지 않고 그대로 가져오기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MCP 만들기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첫째 주 파일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307987"/>
          </a:xfrm>
          <a:prstGeom prst="roundRect">
            <a:avLst>
              <a:gd name="adj" fmla="val 1061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307987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12510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"week": "week-one",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"team": "가상 제품팀",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"period_start": "2026-08-31",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"report_date": "2026-09-04",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"records": [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"id": "TASK-102",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"title": "로그인 안내 문구 개선",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"owner": "지우",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"status": "개발 완료",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"due_date": "2026-09-07",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"deployed_at": null,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"verification": "미실시",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"blocker": null,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"note": "코드 작성은 끝났으며 다음 배포를 기다린다."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820399"/>
            <a:ext cx="11091672" cy="69012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연결된 내용을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부릅니다. records의 값은 대괄호로 묶인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 주에 업무가 여러 개이므로 업무 하나씩을 객체로 만들어 넣었습니다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null은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자리에 값이 없다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표현. JSON을 Python으로 읽으면 null은 None이 됩니다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흥미로운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하나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TASK-102의 상태는 '개발 완료'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인데  배포일은 없고 확인도 '미실시'입니다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보고서에서 이것을 어떻게 표현할지는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팀의 기준을 알아야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정할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도구가 할 일은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차이를 지우지 않고 그대로 가져오는 것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임의로 '완료 한 건'으로 요약하면 다음 단계에서 필요한 근거가 사라집니다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폴더의 Python 환경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 · 세 파일 · 가상환경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MCP 만들기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파일은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질문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답합니다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28981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724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답하는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담긴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724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pyproject.toml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코드에 무엇이 필요한가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mcp[cli]==2.1.1은 직접 의존성(cli는 터미널 mcp 명령 포함, ==는 버전 고정), requires-python = "&gt;=3.10"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4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uv.lock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조건을 만족하는 패키지를 어떤 버전으로 조합할까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직접·간접 의존성의 확정 버전. 운영체제·Python에 따라 uv가 맞는 항목을 선택 — 손으로 수정하지 않습니다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4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.python-version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실습에서 어떤 Python을 쓸까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3.13 — 3.13.x의 마지막 숫자까지 고정한 표기는 아닙니다. 필요한 Python이 없으면 자동 내려받을 수 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0771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0771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0771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가상환경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프로젝트마다 설치할 패키지를 분리하는 공간입니다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컴퓨터를 만드는 것은 아닙니다.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uv는 pyproject.toml 옆에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.venv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자동으로 만듭니다. [tool.uv]의 package = false는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실습 코드를 설치 가능한 패키지로 빌드하지 않는다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설정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 --locked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--locked python --version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--locked python -c "import sys; print(sys.executable)"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--locked python -c "from importlib.metadata import version; print(version('mcp'))"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33472"/>
            <a:ext cx="11091672" cy="167373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 sync는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 파일을 기준으로 패키지를 가상환경에 맞추는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명령. --locked는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선언과 잠금 파일이 맞는지 확인하되 잠금 파일은 변경하지 않음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맞지 않으면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오류로 멈춥니다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 run은 뒤의 명령을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 환경에서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별도로 가상환경을 활성화하는 명령을 외우지 않아도 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--locked는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설치를 금지하거나 인터넷 연결을 없애는 옵션이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확인 — Python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3.13.x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실행 경로는 실습 폴더의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.venv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아래, MCP는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2.1.1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453509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453509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453509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.venv에 설치해 놓고 호스트가 다른 Python을 실행하면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'설치했는데도 mcp를 찾을 수 없다'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오류가 납니다 — 재설치를 반복하기보다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설치한 프로젝트와 호스트가 실행하는 프로젝트가 같은지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따라가기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주차를 파일로 · 입력 검사 · 원본 반환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MCP 만들기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바꾸는 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235708"/>
          </a:xfrm>
          <a:prstGeom prst="roundRect">
            <a:avLst>
              <a:gd name="adj" fmla="val 2045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23570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0528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Any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DATA_DIR = Path(__file__).with_name("data")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WEEK_FILES =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"week-one": "week-one.json",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"week-two": "week-two.json",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753612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WEEK_FILES는 주차와 파일 이름을 연결한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딕셔너리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도구를 쓰는 쪽은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폴더 구조를 몰라도 week-one이라고 요청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주차를 표에 적어 두었으므로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 파일 경로나 받는 조회 기능이 되지 않습니다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week-three는 비슷한 이름을 추측해 열지 않고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주차인지 먼저 검사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__file__은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Python 파일의 경로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.with_name("data")는 마지막 이름을 data로 바꿉니다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957191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957191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957191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기준을 쓰는 이유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호스트가 터미널의 현재 폴더와 다른 곳에서 서버를 실행할 수 있기 때문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파일의 위치를 기준으로 삼으면 시작 위치가 달라도 코드 옆의 자료를 찾습니다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입력을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함수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load_weekly_records(week: str) -&gt; dict[str, Any]: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selected_week = week.strip().lower()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selected_week not in WEEK_FILES: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ValueError("week는 week-one 또는 week-two를 사용하세요.")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33472"/>
            <a:ext cx="11091672" cy="2226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week: str은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힌트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-&gt; dict[str, Any]는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 키의 딕셔너리를 반환하며 값의 종류는 다양할 수 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설명 (team은 문자열, records는 목록)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Python 함수에 힌트를 적었다고 모든 호출의 타입을 Python이 자동 검사하는 것은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strip()과 lower()로 " WEEK-ONE "을 "week-one"으로 — 이런 처리를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합니다.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week-three를 week-one으로 바꾸는 것처럼 내용을 추측하지는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주차면 raise ValueError(...)로 중단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기록이 없는 상황을 정상적인 빈 보고서처럼 넘기지 않으므로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호출한 쪽이 입력을 확인해 다시 요청할 수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읽고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원본을 돌려주기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011680"/>
          </a:xfrm>
          <a:prstGeom prst="roundRect">
            <a:avLst>
              <a:gd name="adj" fmla="val 227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01168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(DATA_DIR / WEEK_FILES[selected_week]).open(encoding="utf-8") as file: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json.load(file)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isinstance(data, dict) or not isinstance(data.get("records"), list):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ValueError("주간 데이터는 records 목록이 있는 객체여야 합니다.")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data.get("week") != selected_week: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ValueError("요청한 주차와 데이터의 week가 다릅니다.")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5295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DATA_DIR / 파일이름의 /는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나누는 연산이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Path에 파일 이름을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 붙이는 연산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 ... as file:은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블록을 벗어날 때 파일을 닫도록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처리합니다. json.load(file)은 텍스트를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키로 값을 찾을 수 있는 자료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바꿉니다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or의 앞 조건이 참이면 뒤는 평가하지 않으므로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딕셔너리가 아닌 자료에 .get()을 호출하지도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파일의 week와 요청한 주차가 같은지도 확인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이름은 첫째 주인데 내부가 둘째 주 자료라면 보고서가 잘못됩니다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0733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50733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50733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return data는 print(data)와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다릅니다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SDK가 반환 자료를 받아 호스트에 전하려면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함수의 반환값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필요합니다.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원자료의 네 기록은 여기서 요약되거나 분류되지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함수를 도구로 공개하기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파일에 있다고 모두 공개되지는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MCP 만들기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@mcp.tool()로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907792"/>
          </a:xfrm>
          <a:prstGeom prst="roundRect">
            <a:avLst>
              <a:gd name="adj" fmla="val 157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9077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24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mcp.server import MCPServer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= MCPServer("weekly-records")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@mcp.tool()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get_weekly_records(week: str) -&gt; dict[str, Any]: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"""week-one 또는 week-two의 가상 팀 업무 기록을 읽습니다.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반환값은 주차, 팀 이름, 기간 시작일, 보고 기준일, 업무 기록 목록입니다.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파일을 수정하지 않으며 완료·진행·위험 판정이나 보고서 작성은 하지 않습니다.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load_weekly_records(week)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425696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weekly-records는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이름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get_weekly_records는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서버가 제공하는 도구 이름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@mcp.tool()은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데코레이터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문법 — 바로 아래 함수를 서버의 도구로 등록.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load_weekly_records에는 이 표시가 없으므로 외부에 공개되지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삼중 따옴표 문자열은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docstring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SDK는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이름·설명·타입 힌트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이용해 호스트에 제공할 도구 정의를 만듭니다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모양 검사와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값 검사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MCP에 공개된 get_weekly_records(week)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↓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파일 조회 함수 load_weekly_records(week)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↓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data/week-one.json → Python 딕셔너리 → MCP 응답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57500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어디에서 거절되나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{"week": 1} 또는 week 생략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SDK의 입력 처리 (스키마 검사)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"week-three"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문자열 조건은 맞지만 — 함수 안의 WEEK_FILES 검사에서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1559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415594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415594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입력의 모양 검사와 우리가 정한 허용 값 검사는 서로 다른 역할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학생이 스키마 JSON을 따로 작성하는 것이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SDK가 함수 정보를 바탕으로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만듭니다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4850892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설명이 필요한 이유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모델에게 week라는 문자열만 알려 주면 어떤 값을 써야 할지 부족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도구를 엉뚱하게 사용한다면 실행 코드뿐 아니라 모델이 읽는 이 안내도 살펴봅니다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호출에서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결과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101596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week-one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기준일 2026-09-04, TASK-101~104 네 기록이 원본과 일치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읽기와 반환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WEEK-ONE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첫째 주의 같은 자료 반환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공백 제거와 소문자 변환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week-three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대신 오류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 주차 검사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전달 또는 입력 생략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검증 오류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SDK의 스키마 검사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1950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61950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61950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실패 문구는 호스트와 SDK의 표시 방식에 따라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달라질 수 있습니다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한국어 문장이 그대로 나오지 않더라도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입력이 거절됐는지부터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필요하면 서버 로그에서 원인을 찾습니다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짚어 둡니다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완성 예제에는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서버를 직접 시작하는 코드가 없으므로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uv run --locked python weekly_records_server.py로 실행하면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함수와 서버 객체를 정의한 뒤 끝납니다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절에서는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run이 이 파일의 서버 객체를 찾아 실행하도록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호스트에 등록합니다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터미널에서 서버를 계속 켜 놓는 방식이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생성한 다른 구현에는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진입점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들어 있을 수 있습니다 — 그런 파일은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Python으로 직접 실행하는 방식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맞을 수 있습니다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514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8514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8514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서버는 어떻게 시작하는지 코드에서 찾아 설명해 줘"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정도로 짧게 요청해도 좋습니다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Path(__file__).with_name("data")를 쓰는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호스트가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터미널의 현재 폴더와 다른 곳에서 서버를 실행할 수 있기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때문. 코드 파일 위치를 기준으로 삼으면 코드 옆의 자료를 찾는다.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{"week": 1}과 "week-three"는 각각 어디에서 거절되나?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앞은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SDK의 스키마 검사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뒤는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안의 WEEK_FILES 검사.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모양 검사와 허용 값 검사는 다른 역할.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load_weekly_records는 왜 공개되지 않나?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@mcp.tool() 표시가 없기 때문. 같은 파일에 있다고 모든 함수가 도구가 되지는 않는다.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차이를 지우지 않고 가져옵니다 🗃️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에이전트와 도구 연결 ③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2026-09-07T05:55:13Z</dcterms:created>
  <dcterms:modified xsi:type="dcterms:W3CDTF">2026-09-07T05:55:13Z</dcterms:modified>
</cp:coreProperties>
</file>