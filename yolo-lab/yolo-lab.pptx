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(7·실습)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YOLO로 탐지·분할·포즈 결과 만들기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사진, 세 head, 세 자료형 (박스·마스크·관절점)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30분 실습 흐름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우선할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0~5분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가중치 실행 또는 정적 대체 결과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자료형의 이미지·JSON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5~12분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박스·마스크·관절점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대신 못 하는 이유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12~22분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실행 함수를 Gradio에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추론 또는 읽기 전용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22~30분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 세 값 관찰 + 사용 책임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기록·사람이 쓴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추론이 5분 안에 안 끝나면 준비된 결과로 넘어감.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설치 해결보다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조립·결과 차이·사용 조건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우선.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환경 전환과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가중치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                                  # 문서 실습 환경이 켜져 있으면 끄고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.venv-day15-yolo/bin/activate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sys; print(sys.executable)"  # 끝이 .venv-day15-yolo/bin/python인지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YOLO26 경량 가중치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yolo26n.pt · yolo26n-seg.pt · yolo26n-pose.pt (CPU에서 다루기 쉬움)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'최신'이라고 수업 중 계속 바꾸지 않음 — 교사가 검증한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ultralytics==8.4.108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환경과 세 가중치를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버전으로 잠금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279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7279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7279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OCR용과 YOLO용 환경을 나눈 이유 — 두 도구가 요구하는 패키지 조합이 다를 수 있어서.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Ultralytics YOLO — 무엇을 가져다 쓰나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작업, 세 head, 세 자료형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 추론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같은 패키지,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head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head가 내는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어울리는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Detection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클래스·박스·점수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사각형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어디에 몇 개인가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Instance seg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 + 개체별 마스크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윤곽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대상이 어디까지인가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박스 + 관절 keypoint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점·연결선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신체 부위가 어떤 자세인가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모델은 COCO 같은 공개 데이터의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클래스·사람 관절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미리 학습한 가중치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결함·특수 부품·회사만의 자세 기준을 자동으로 알지는 못함.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라이선스와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입력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Ultralytics는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AGPL-3.0 + Enterprise 이중 라이선스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수업용 로컬 체험을 넘어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조직의 비공개 제품·서비스에 포함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하려면 배포 형태와 라이선스 조건을 먼저 검토.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7524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3382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763012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input/bus.jpg — 사람 여러 명 + 버스처럼 큰 윤곽. Ultralytics 공개 예제의 수업용 사본(출처·해시 기록)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287524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8524" y="243382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8524" y="2763012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bus.jpg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imgsz 640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 0.25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 CPU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학습·미세조정·내보내기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31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31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531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공통 조건을 맞춰도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작업별 head와 학습 목표가 달라 출력은 달라집니다.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작업을 한 번에 실행하고 읽기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JSON + 시각화, 둘 다 저장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자료형으로 읽기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세 작업을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맡기기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027932"/>
          </a:xfrm>
          <a:prstGeom prst="roundRect">
            <a:avLst>
              <a:gd name="adj" fmla="val 113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02793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8450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input/bus.jpg에 준비된 사전학습 모델 세 개를 실행.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환경은 uv만(pip·conda·전역 금지), 없으면 다운로드 말고 오류 기록.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모델: yolo26n.pt(detect) · yolo26n-seg.pt(segment) · yolo26n-pose.pt(pose)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공통: device=cpu, imgsz=640, conf=0.25 · train/fine-tune/export 안 함 · ultralytics 버전 기록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정규화 JSON: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"task":"detect|segment|pose", "model":"...", "image_size":640,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"confidence_threshold":0.25,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"items":[{ "class_id":0, "class_name":"person", "confidence":0.91,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"bbox_xyxy_pixels":[x1,y1,x2,y2],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"polygon_xy_pixels":null, "keypoints_xyc_pixels":null }]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segment는 polygon을, pose는 keypoints를 채우고 나머지는 null.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저장: outputs/yolo/{detect,segment,pose}/result.jpg + raw.json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summary.json(작업별 검출 수·클래스별 수·평균 신뢰도)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run_manifest.json(입력·가중치 SHA-256, 모델명, 버전, imgsz·conf·device, 시간, 네트워크 여부)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작업이 실패해도 나머지는 실행. 실패는 failure_log.md에.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5458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5458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5458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채팅의 "완료"가 통과선이 아님 — raw.json과 시각화 이미지를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열어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결과 객체를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Detectionclass + confidence + [x1,y1,x2,y2] Segmentation박스 + 다각형/마스크 정보 Pose사람별 박스 + 관절점 x,y (+가시성·점수)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시각화가 그럴듯해도 원시 결과가 없으면 다음 코드에서 쓸 수 없고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원시 배열만 있고 그림이 없으면 사람이 빠르게 검수하기 어렵습니다.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둘 다 저장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앱과 임계값, 서로 대신 못 하는 세 작업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민감도 관찰(교차검증 아님)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🎚️ 임계값 손잡이를 붙인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세 YOLO 실행 함수를 재사용해 Gradio 앱. models/yolo 세 파일만, 없으면 다운로드 X.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이미지 업로드 · Detect/Segment/Pose 탭 · confidence 슬라이더 0.05~0.90 · 실행 버튼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 이미지·객체 수 · 원시 JSON 다운로드 · 모델명·버전·imgsz·conf 표시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오류 시 빈 성공 화면 대신 오류 메시지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apps/yolo/app.py, .venv-day15-yolo/bin/python apps/yolo/app.py로 실행.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57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57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0.15·0.25·0.60으로 바꿔 결과 수 변화를 기록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라벨 없이 어느 값이 더 정확하다고 단정하지 않음.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교차 검증이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민감도 관찰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524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5524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5524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실패로 대체 결과를 쓰면 fallback/outputs/yolo/thresholds의 0.15·0.25·0.60 폴더를 읽는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모드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(업로드·임의 임계값 비활성, fallback_used=true 표시).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세 작업은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대신할 수 없습니다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Detection 박스가 몸 주변 배경까지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 좌표를 맞히도록 학습했기 때문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Segmentation이 사람·버스 윤곽을 각각 칠함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개체별 마스크 손실과 head가 있기 때문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Pose가 버스에는 관절점을 안 만듦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pose 가중치의 keypoint 정의가 사람 몸 대상이기 때문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"YOLO가 이미지를 이해한다"는 한 문장으로 세 결과를 뭉치지 마세요.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패키지를 호출했어도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가중치·head·학습 라벨·출력 자료형이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학습·실패·사용 책임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가져다 쓴 모델의 책임도 결과로 남긴다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 추론의 경계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학습은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끼어드나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생각하나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추론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클래스·출력이 업무에 맞음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입력과 실행 환경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Fine-tuning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실패 반복 + 회사 고유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권리 확인 이미지·일관 라벨·train/val 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From scratch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시각 특징까지 안 맞는 특수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많은 데이터·연산·전문성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학습엔 이미지·라벨뿐 아니라 data.yaml(학습·검증 경로, 클래스 이름)이 필요. Detection=박스, segment=다각형, pose=keypoint 라벨이라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 바꾸면 라벨 비용도 바뀜.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이번 실습에선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실행하지 않고 판단 기준만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소개.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🧯 실패를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 남깁니다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가중치 없음 → 다운로드·모델 전환 없이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CUDA·MPS 오류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고정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Pose 0건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조용히 바꾸지 말고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입력·임계값 기록 · 마스크 이상 → 탐지 박스와 나란히 저장해 어느 head 차이인지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 실행 불가/앱 안 열림 → fallback/outputs/yolo/thresholds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모드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전환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모든 실패는 failure_log.md에, 대체 사용 시 fallback_used=true. 통과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추론 모드와 읽기 전용 fallback 모드 중 하나가 실행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되면 됨.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성공보다 중요한 건 실패 지점을 재현 가능하게 남기는 것.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🪪 가져다 쓴 모델의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책임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결과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출입 안전 · 체육 자세 분석 · 분리수거 품목 탐지 · 과학실 안전 장비 중 하나를 고르고,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사람이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빈 양식 프롬프트 (use_case_card.md)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8286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8286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79726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항목의 빈 양식만 만들어 줘. 내 답을 추정하거나 대신 채우지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탐지 목적과 영향을 받는 사람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촬영 대상의 고지·동의 방식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이미지·위치 기록의 보관 장소·기간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가장 위험한 오탐과 미탐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사람이 검토하고 이의를 제기할 통로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실험으로 판단할 수 없는 항목은 미확인으로 남긴다.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22224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22224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422224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예제의 결과가 잘 나온 것과, 실제 사람을 촬영·판정해도 된다는 것은 전혀 다른 결론.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카드는 Joseph Redmon의 문제 제기를 실습의 선택 기준으로 되돌리는 장치.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사진 실습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detection·segmentation·pose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이미지 각 1장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작업별 원시 JSON + summary.json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모델명·버전·입력 해시·실행시간이 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manifest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임계값 3개에서 관찰한 변화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추론 또는 읽기 전용 fallback으로 실행되는 apps/yolo/app.py · use_case_card.md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작업 중 업무 하나를 골라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이 자료형이 필요한가"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두 문장으로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제출 뒤 시간이 남으면 옆 사람 앱에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사진 한 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넣고 — 보기 좋은 결과보다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드러난 실패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발표.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6문장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사진·같은 패키지라도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head(det·seg·pose)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자료형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조건(사진·imgsz·conf·CPU)을 맞춰도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head·학습 목표가 달라 출력이 다름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+ 원시 JSON 둘 다 저장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그림은 검수용, 원시는 다음 코드용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0.15·0.25·0.60은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민감도 관찰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(정답 없이 교차검증 아님)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작업은 서로 대신 못 함 — "YOLO가 이해한다"로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뭉치지 말 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가져다 쓴 모델의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책임(use_case_card)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결과 — 잘 돈다 ≠ 사람에게 써도 된다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실습의 목표는? 세 작업(head)과 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공통 조건(같은 사진·imgsz·conf·CPU)을 맞춰도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출력이 다른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시각화 이미지와 원시 JSON을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저장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임계값 0.15·0.25·0.60을 바꿔보는 것은 무엇이고,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아닌가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Pose가 버스엔 관절점을 안 만드는 이유? "YOLO가 이해한다"로 뭉치면 안 되는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책임 카드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필요한 이유? "버스 예제 성공"이 뜻하지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것은?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사진에서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자료형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만들어 차이를 확인. Detection=클래스·박스·점수, Segmentation=개체별 마스크(윤곽), Pose=사람 관절 keypoint.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작업별 head와 학습 목표가 다르기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같은 입력이라도 박스·마스크·관절점은 서로 다른 손실로 학습됐다.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시각화는 사람 검수용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JSON은 다음 코드용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그림만 있으면 파이프라인에 못 쓰고, 배열만 있으면 빠른 검수가 어렵다.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민감도 관찰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수가 어떻게 변하는지). 정답 라벨이 없으니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값이 더 정확하다는 교차검증은 아님.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pose 가중치의 keypoint 정의가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대상이라 버스엔 관절점이 없음. 같은 패키지라도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가중치·head·라벨·자료형이 달라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문장으로 뭉치면 안 됨.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실행과 사람에게 쓰는 책임은 별개라서.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"버스 예제가 잘 나온 것"이 "실제 사람을 촬영·판정해도 된다"를 뜻하지 않음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(목적·동의·보관·오탐·이의 통로를 사람이 정함).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— 문서·사진 두 실습 완료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2026-07-31T21:39:26Z</dcterms:created>
  <dcterms:modified xsi:type="dcterms:W3CDTF">2026-07-31T21:39:26Z</dcterms:modified>
</cp:coreProperties>
</file>