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(1)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금요일 오후에 도착한 두 개의 요청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"읽어 주세요"인데, 돌아와야 하는 답이 다르다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흐름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요청 — 계약서에서 값 뽑기가 왜 어긋났나, 사진 한 장에 네 질문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"읽기"인데 받는 답이 다르다 (값 vs 위치·경계) → 검증도 다르다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한 덩어리로 하지만, 기계는 하나씩 떼어 내 정복했다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조각을 다시 붙일 때 순차형 파이프라인이 깨진다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🎯 오늘의 한 줄: 같은 파일을 넣어도 받는 답의 성격이 다르고, 답이 다르면 검증도 다릅니다.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📄 요청 ① — 재무팀의 계약서 23건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"각 계약서에서 계약 상대방·계약 금액·계약 기간만 뽑아 표로 정리해 주세요." 에이전트가 표를 냈는데 — 이상합니다.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칸은 비어 있고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 삼천이백만원정 (₩32,000,000) 자리에서 3200000 — 0이 하나 빠짐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"계약 금액 32,000,000" 대신 아랫줄 "부가세 3,200,000"이 계약 금액으로 잡힘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원인: 금액이 2열 표 안에 있었고 왼쪽 칸이 세로 병합돼, 항목 이름과 값이 한 줄씩 어긋났습니다. 사람 눈엔 명백한 "옆 칸"이 기계 텍스트에선 어긋나 있었죠.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 "AI가 멍청하다"? — 아닙니다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인식은 성공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2 · , · 0 · 0 · 0 전부 정확히 읽었습니다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것은 판단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숫자가 어느 항목에 속하는가 — 이 짝짓기가 틀렸습니다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❖ 글자를 읽는 일과 어느 항목에 속하는지 판단하는 일은 완전히 다른 종류의 문제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현실의 문서는 이렇게 생겼습니다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TONY'S PIZZERIA Sm Cheese9.98 Pepperoni2.89 Iced Tea2.89 Subtotal12.87 Tax0.90 Total13.77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어렵지 않게 읽지만, 기계에게는 결함 하나하나가 다른 실패 원인이 됩니다.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종이 굴곡 → 글자 줄이 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 반사 → 일부 구간이 하얗게 날아감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구겨짐·그림자 → 글자 경계 뭉개짐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요청 ② — 라인 사진 한 장에 네 질문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품질. 3번 하우징 흠집이 정확히 어느 위치예요?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안전. 저 사진에 안전모 안 쓴 사람 몇 명이죠?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설비. 벨트 마모 면적이 지난달 대비 얼마나 늘었는지 숫자로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홍보. 대외 공개용으로 비슷한 분위기 이미지 한 장 만들어 주세요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네 질문은 어려움의 정도만 다른 게 아닙니다 — 답의 생김새 자체가 다릅니다. 좌표 / 숫자 하나 / 면적 / 존재하지도 않는 새 이미지.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한 장의 사진, 네 개의 다른 출력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🏭조립 라인 사진 1장 (같은 JPG) 품질팀흠집이 어디에?→사각형 좌표+이름+확신도scratch,(412,208,486,261),0.83 안전팀미착용 몇 명?→대상별 사각형을 센 개수no_helmet 2, helmet 5 설비팀마모 면적?→픽셀 영역 + 면적wear_area 18,420px · +12% 홍보팀비슷한 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왼쪽 입력은 전부 같은 JPG인데, 오른쪽 결과물의 종류(자료형)가 다릅니다. 자료형이 다르면 뒤에 붙는 코드도, 검수 방법도, 책임 소재도 다릅니다.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"읽기"인데 받는 답이 다릅니다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값이냐, 위치와 경계냐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답이 다르면 검증도 다르다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값 vs 위치·경계, 그리고 검증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 = 값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32,000,000, 2026-03-14. 감사 산출물엔 그 값의 페이지·좌표를 근거로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 가능 — 단가×수량=합계? 날짜가 달력에 실재? 부가세=본체의 1/10? 다른 경로로 한 번 더 계산해 대조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사진 = 위치·경계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품질팀엔 "어디", 설비팀엔 "어디까지". 여기서 좌표는 재료가 아니라 결과물 그 자체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 우회로 없음 — 대신 사람이 정한 영역과 기계 영역의 겹침을 잼. 겹침 재는 자 + 합격선 = 업무 규칙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같은 파일을 넣어도 답의 성격이 다르고, 답이 다르면 검증도 다릅니다.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이걸 한 덩어리로 해냅니다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 초 안에 서로 다른 일 여러 개가 동시에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정보가 사방으로 흐른다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계약서 넷, 사진 다섯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(넷)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글자를 알아본다 검은 얼룩 → 문자 ② 구조를 파악한다 제목·본문·표(안 읽어도 보임) ③ 항목과 값을 잇는다 "계약 금액" ↔ 32,000,000 ④ 뜻을 이해한다 부가세 별도? 결재 한도?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(다섯)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알아본다 공장·사람·기계 ② 짚는다 미착용자는 저기 ③ 경계를 긋는다 마모는 여기부터 여기까지 ④ 따라간다 (영상) 아까 그 사람 ⑤ 없는 것을 그린다 새것이면 이런 모습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둘 다 알아보기에서 시작해 어디에 무엇이로 넘어가고, 마지막 칸에 가장 사람다운 일(뜻 이해 / 없는 것 그리기)을 둡니다.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 사람이 문서를 읽을 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 일이 동시에, 서로를 도우면서 일어납니다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글자를 알아본다검은 얼룩 → 문자 3 · 2 · , · 0 구조를 파악한다제목·본문·표 글자를 안 읽어도 보임 항목과 값을 잇는다계약 금액 ↔ 32,000,000 위치 + 양식 상식 뜻을 이해한다부가세 별도인가 결재 한도를 넘는가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"계약 금액"이라는 맥락이 그 옆의 흐릿한 글자를 숫자로 복원해 줍니다. 정보가 사방으로 흐릅니다.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기계는 그것을 하나씩 떼어 내 정복했습니다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뭉친 일을 조각으로 나눠 각각 풀어온 백 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다시 붙일 때 깨진다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조각으로 나뉜 연구, 순차형 파이프라인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쪽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인식 = OCR 구조·항목값 잇기 = 레이아웃 분석 뜻 이해 = 오래 사람의 몫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쪽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이름표 달기 · 위치 짚기 · 경계 긋기 · 시간 따라가기 · 없는 장면 만들기 — 서로 다른 연구 갈래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도구가 여러 갈래인 건 제품 구분이 아니라 연구가 걸어온 길의 흔적입니다.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⚠️ 문제는 조각을 다시 붙일 때. 순차형 파이프라인은 앞 단계 출력이 뒤 단계 입력으로 한 방향으로만 흐릅니다 → 앞에서 잘못 자른 조각을 뒤가 복구하기 어렵습니다. 계약서 사고가 정확히 이것.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갈 길 · 먼저 예측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파일을 앞에 놓고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→ 나중에 대조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먼저 예측해 보세요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맡기고 싶은 파일을 하나 떠올리고(진단서·급여명세서·세금계산서, 또는 현장 사진·CCTV), 세 칸을 채운 뒤 넘어갑니다. 마지막에 다시 돌아와 대조합니다.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세 번째 칸이 곧 검증 설계입니다. 값이면 검산 규칙, 위치면 겹침 합격선을 여기에 적게 됩니다.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답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파일에서 받고 싶은 답은 — 값인가, 위치·경계인가?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글자만 정확히 읽으면 답이 나오나, 아니면 어디에·어디까지를 알아야 하나?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답이 틀렸을 때 누가·언제·무엇을 보고 알아차리나?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핵심 6문장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계약서 사고는 글자 인식 실패가 아니라 "어느 값이 어느 항목인가" 판단 실패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한 장의 사진, 네 질문 → 답의 생김새(자료형)가 다름: 좌표·정수·면적·새 이미지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자료형이 다르면 뒤 코드도, 검수 방법도, 책임 소재도 다르다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계약서 답 = 값(검산 가능) · 라인 사진 답 = 위치·경계(겹침으로 검증)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사람은 한 덩어리로 하며 뒤 이해가 앞 인식을 고침 — 정보가 사방으로 흐름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기계는 조각으로 떼어 정복 — 순차형 파이프라인은 앞의 실수를 뒤가 못 고침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계약서에서 실제로 실패한 것은 글자 인식인가? 무엇이 실패했나?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사진 한 장에 던진 네 질문이 "어려움의 정도"만 다른 게 아니라 무엇이 다른가?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계약서 답과 라인 사진 답은 어떤 종류로 갈리나? 각각의 검증 방법은?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사람의 문서 읽기에서 "정보가 사방으로 흐른다"는 무슨 뜻인가?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 순차형 파이프라인의 구조적 약점은? 계약서 사고와 어떻게 연결되나?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 글자 인식은 성공(3·2·,·0·0·0 정확). 실패는 "어느 숫자가 어느 항목에 속하는가" 판단 — 표 병합으로 항목명과 값이 한 줄씩 어긋남.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 답의 생김새(자료형)가 다름 — 좌표 묶음 / 정수 하나 / 픽셀 면적 / 새 이미지. 그래서 다른 능력이고 다른 검수가 필요.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 계약서=값(검산: 되계산해 대조), 라인 사진=위치·경계(정답 영역과의 겹침을 재고 합격선을 그음).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 단계가 서로를 도움 — 구조 파악이 글자 인식을 돕고, "계약 금액" 맥락이 흐릿한 글자를 복원. 뒤쪽 이해가 앞쪽 인식을 되돌아가 고침.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 앞→뒤 한 방향으로만 흘러 앞에서 잘못 자른 조각을 뒤가 복구 못 함. 계약서에서 레이아웃을 잘못 자르자 값 추출이 통째로 어긋난 것.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문서 쪽 길을 끝까지 따라가 어디서 깨지는지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2026-07-29T08:24:53Z</dcterms:created>
  <dcterms:modified xsi:type="dcterms:W3CDTF">2026-07-29T08:24:53Z</dcterms:modified>
</cp:coreProperties>
</file>