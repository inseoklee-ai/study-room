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 4 · AI는 문서와 사진에서 무엇을 꺼낼까 (1)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금요일 오후에 도착한 두 개의 요청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"읽어 주세요"인데, 돌아와야 하는 답이 다르다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오늘의 흐름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요청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계약서에서 값 뽑기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왜 어긋났나,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한 장에 네 질문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다 "읽기"인데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받는 답이 다르다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(값 vs 위치·경계) → 검증도 다르다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덩어리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하지만, 기계는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하나씩 떼어 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정복했다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조각을 다시 붙일 때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순차형 파이프라인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깨진다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91541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91541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91541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오늘의 한 줄: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파일을 넣어도 받는 답의 성격이 다르고, 답이 다르면 검증도 다릅니다.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📄 요청 ① — 재무팀의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계약서 23건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"각 계약서에서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상대방·계약 금액·계약 기간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뽑아 표로 정리해 주세요." 에이전트가 표를 냈는데 — 이상합니다.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829943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칸은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비어 있고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 삼천이백만원정 (₩32,000,000) 자리에서 3200000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0이 하나 빠짐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"계약 금액 32,000,000" 대신 아랫줄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"부가세 3,200,000"이 계약 금액으로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잡힘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303352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303352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303352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원인: 금액이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2열 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안에 있었고 왼쪽 칸이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세로 병합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돼, 항목 이름과 값이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줄씩 어긋났습니다.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사람 눈엔 명백한 "옆 칸"이 기계 텍스트에선 어긋나 있었죠.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🔎 "AI가 멍청하다"?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아닙니다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 인식은 성공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2 · , · 0 · 0 · 0 전부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정확히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읽었습니다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실패한 것은 판단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숫자가 어느 항목에 속하는가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이 짝짓기가 틀렸습니다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386584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386584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글자를 읽는 일과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항목에 속하는지 판단하는 일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 완전히 다른 종류의 문제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🧾 현실의 문서는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생겼습니다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📸 요청 ② — 라인 사진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장에 네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3번 하우징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흠집이 정확히 어느 위치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 사진에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안전모 안 쓴 사람 몇 명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이죠?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벨트 마모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면적이 지난달 대비 얼마나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늘었는지 숫자로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홍보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대외 공개용으로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비슷한 분위기 이미지 한 장 만들어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주세요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5876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85876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 네 질문은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어려움의 정도만 다른 게 아닙니다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답의 생김새 자체가 다릅니다.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좌표 / 숫자 하나 / 면적 / 존재하지도 않는 새 이미지.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🖼️ 한 장의 사진,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개의 다른 출력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2834640" y="1371600"/>
            <a:ext cx="457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91840" y="1426464"/>
            <a:ext cx="5239512" cy="1901952"/>
          </a:xfrm>
          <a:prstGeom prst="roundRect">
            <a:avLst>
              <a:gd name="adj" fmla="val 4327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31352" y="1371600"/>
            <a:ext cx="457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5295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5295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5295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 왼쪽 입력은 전부 같은 JPG인데, 오른쪽 결과물의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종류(자료형)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다릅니다.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자료형이 다르면 뒤에 붙는 코드도, 검수 방법도, 책임 소재도 다릅니다.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다 "읽기"인데 받는 답이 다릅니다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값이냐, 위치와 경계냐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66844" y="5486400"/>
            <a:ext cx="325526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66844" y="5486400"/>
            <a:ext cx="3255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답이 다르면 검증도 다르다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값 vs 위치·경계, 그리고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계약서 = 값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32,000,000, 2026-03-14. 감사 산출물엔 그 값의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페이지·좌표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근거로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9808" y="212140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검산 가능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단가×수량=합계? 날짜가 달력에 실재? 부가세=본체의 1/10?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경로로 한 번 더 계산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 대조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7356" y="1371600"/>
            <a:ext cx="5362956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라인 사진 = 위치·경계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품질팀엔 "어디", 설비팀엔 "어디까지". 여기서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좌표는 재료가 아니라 결과물 그 자체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78524" y="212140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검산 우회로 없음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대신 사람이 정한 영역과 기계 영역의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겹침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잼. 겹침 재는 자 +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합격선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업무 규칙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8437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8437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28437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 같은 파일을 넣어도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답의 성격이 다르고, 답이 다르면 검증도 다릅니다.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사람은 이걸 한 덩어리로 해냅니다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 초 안에 서로 다른 일 여러 개가 동시에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94860" y="5486400"/>
            <a:ext cx="299923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94860" y="5486400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정보가 사방으로 흐른다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🧠 계약서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넷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사진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(넷)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7143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글자를 알아본다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검은 얼룩 → 문자 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구조를 파악한다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제목·본문·표(안 읽어도 보임) 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항목과 값을 잇는다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"계약 금액" ↔ 32,000,000 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뜻을 이해한다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부가세 별도? 결재 한도?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(다섯)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7143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알아본다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공장·사람·기계 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짚는다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미착용자는 저기 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경계를 긋는다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마모는 여기부터 여기까지 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따라간다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(영상) 아까 그 사람 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없는 것을 그린다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새것이면 이런 모습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8437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8437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8437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다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알아보기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시작해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어디에 무엇이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넘어가고, 마지막 칸에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사람다운 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(뜻 이해 / 없는 것 그리기)을 둡니다.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🔄 사람이 문서를 읽을 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 일이 동시에, 서로를 도우면서 일어납니다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1005840"/>
          </a:xfrm>
          <a:prstGeom prst="roundRect">
            <a:avLst>
              <a:gd name="adj" fmla="val 8182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29943"/>
            <a:ext cx="10543032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[그림] 글자를 알아본다검은 얼룩 → 문자 3 · 2 · , · 0 구조를 파악한다제목·본문·표 글자를 안 읽어도 보임 항목과 값을 잇는다계약 금액 ↔ 32,000,000 위치 + 양식 상식 뜻을 이해한다부가세 별도인가 결재 한도를 넘는가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982087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↩ 뒤쪽의 이해가 앞쪽의 인식을 되돌아가 고쳐 줍니다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44043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44043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44043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"계약 금액"이라는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맥락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그 옆의 흐릿한 글자를 숫자로 복원해 줍니다.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정보가 사방으로 흐릅니다.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기계는 그것을 하나씩 떼어 내 정복했습니다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뭉친 일을 조각으로 나눠 각각 풀어온 백 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02836" y="5486400"/>
            <a:ext cx="338328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02836" y="5486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다시 붙일 때 깨진다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조각으로 나뉜 연구,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순차형 파이프라인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쪽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 인식 =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구조·항목값 잇기 =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레이아웃 분석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뜻 이해 = 오래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사람의 몫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쪽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이름표 달기 · 위치 짚기 · 경계 긋기 · 시간 따라가기 · 없는 장면 만들기 —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연구 갈래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도구가 여러 갈래인 건 제품 구분이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연구가 걸어온 길의 흔적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310128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310128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3310128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문제는 조각을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붙일 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순차형 파이프라인은 앞 단계 출력이 뒤 단계 입력으로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방향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으로만 흐릅니다 →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앞에서 잘못 자른 조각을 뒤가 복구하기 어렵습니다.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계약서 사고가 정확히 이것.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갈 길 · 먼저 예측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파일을 앞에 놓고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58868" y="5486400"/>
            <a:ext cx="287121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58868" y="5486400"/>
            <a:ext cx="2871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→ 나중에 대조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✍️ 먼저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예측해 보세요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맡기고 싶은 파일을 하나 떠올리고(진단서·급여명세서·세금계산서, 또는 현장 사진·CCTV), 세 칸을 채운 뒤 넘어갑니다. 마지막에 다시 돌아와 대조합니다.</a:t>
            </a:r>
            <a:endParaRPr lang="en-US" sz="13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9943"/>
          <a:ext cx="11091672" cy="153619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 파일에서 받고 싶은 답은 — 값인가, 위치·경계인가?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____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글자만 정확히 읽으면 답이 나오나, 아니면 어디에·어디까지를 알아야 하나?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____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 답이 틀렸을 때 누가·언제·무엇을 보고 알아차리나?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____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51243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351243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" y="351243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번째 칸이 곧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설계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값이면 검산 규칙, 위치면 겹침 합격선을 여기에 적게 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6문장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066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06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계약서 사고는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 인식 실패가 아니라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"어느 값이 어느 항목인가"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실패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2056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7111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711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2056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장의 사진, 네 질문 →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답의 생김새(자료형)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다름: 좌표·정수·면적·새 이미지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72512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715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715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72512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자료형이 다르면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뒤 코드도, 검수 방법도, 책임 소재도 다르다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72968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720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720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72968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계약서 답 =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(검산 가능) · 라인 사진 답 =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위치·경계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(겹침으로 검증)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773424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8724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38724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3773424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덩어리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하며 뒤 이해가 앞 인식을 고침 — 정보가 사방으로 흐름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373880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6656" y="44729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" y="44729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15568" y="4373880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기계는 조각으로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떼어 정복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순차형 파이프라인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앞의 실수를 뒤가 못 고침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계약서에서 실제로 실패한 것은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 인식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인가? 무엇이 실패했나?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사진 한 장에 던진 네 질문이 "어려움의 정도"만 다른 게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다른가?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계약서 답과 라인 사진 답은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종류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갈리나? 각각의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방법은?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사람의 문서 읽기에서 "정보가 사방으로 흐른다"는 무슨 뜻인가?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순차형 파이프라인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구조적 약점은? 계약서 사고와 어떻게 연결되나?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글자 인식은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(3·2·,·0·0·0 정확). 실패는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"어느 숫자가 어느 항목에 속하는가"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판단 — 표 병합으로 항목명과 값이 한 줄씩 어긋남.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답의 생김새(자료형)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다름 — 좌표 묶음 / 정수 하나 / 픽셀 면적 / 새 이미지. 그래서 다른 능력이고 다른 검수가 필요.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계약서=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(검산: 되계산해 대조), 라인 사진=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위치·경계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(정답 영역과의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겹침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재고 합격선을 그음).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단계가 서로를 도움 — 구조 파악이 글자 인식을 돕고, "계약 금액" 맥락이 흐릿한 글자를 복원.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뒤쪽 이해가 앞쪽 인식을 되돌아가 고침.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앞→뒤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방향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으로만 흘러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앞에서 잘못 자른 조각을 뒤가 복구 못 함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계약서에서 레이아웃을 잘못 자르자 값 추출이 통째로 어긋난 것.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수고하셨습니다 🙌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— 문서 쪽 길을 끝까지 따라가 어디서 깨지는지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2026-07-31T21:39:26Z</dcterms:created>
  <dcterms:modified xsi:type="dcterms:W3CDTF">2026-07-31T21:39:26Z</dcterms:modified>
</cp:coreProperties>
</file>