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5 · 이미지 생성 (8~9)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포즈로 만들기, 그리고 만든 사람이 남습니다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 도구 과제 · 강의 정리 · 제출 루브릭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과제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 도구 만들어  GitHub 제출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마무리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되짚기 · 남는 것  루브릭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ControlNet Pose로 "이 자세로" 도구, 산출물은 Colab 노트 → GitHub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처음 적은 예측과 맞춰 보고, 만들기에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본다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7853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읽기엔 정답(오류/검산)이 있었지만  만들기엔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선택이 남는다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장면을·어디까지 실제처럼·어디에·무엇을 밝힐지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[과제] 원하는 포즈로 만들기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자세로 한 장" 도구를 직접 만든다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4700" y="5486400"/>
            <a:ext cx="55595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4700" y="5486400"/>
            <a:ext cx="5559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ControlNet Pose · Colab · GitHub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두 단계로 도구를 만든다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49986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4114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4114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499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 조건을 넣어 도구 만들기 (30~60분)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참조 사진 한 장 → OpenPose로 관절 추출 → ControlNet 전처리로 넣고 프롬프트와 함께 FLUX.2-klein 4B에. 결과는 참조와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다른 인물/장면.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13026"/>
            <a:ext cx="11091672" cy="649986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8257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8257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13026"/>
            <a:ext cx="10378440" cy="6499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포즈·프롬프트로 바꿔 보기 (15분)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포즈에 프롬프트만, 같은 프롬프트에 다른 포즈 사진.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쪽을 바꿨을 때 크게 달라지나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관찰해 노트 마지막에 기록.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093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9093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9093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노트에는 처음 보는 사람도 따라 할 수 있게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셀 한 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적고, 셀마다 주석으로 '이 셀이 하는 일'을 — 모델 로드 · 포즈 추출 · 이미지 생성 · 결과 저장을 각 한 셀로.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폴더 구조와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pose-image-tool/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          # 도구 설명·사용법 한 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pose_tool.ipynb    # Colab 튜토리얼 노트 (핵심)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samples/           # 테스트 결과 예시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pose_01.png · output_01.png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pose_02.png · output_02.png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prompts.md         # 테스트에 쓴 프롬프트 모음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30555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 · 사용법 · 테스트 결과(포즈→프롬프트→잘됨/어긋남) · 한계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채운다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저장소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올리고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한 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제출. .ipynb는 GitHub가 노트 모양으로 보여 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명령줄 없이 — New repository(Public) → 'uploading an existing file'로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 끌어다 놓기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50913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50913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50913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 = https://github.com/본인아이디/pose-image-tool 이 주소 한 줄.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일에는 만든 사람이 남습니다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읽기엔 오류가, 만들기엔 선택이 남는다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되짚기 · 남는 것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처음에 적은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맞춰 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처음의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교체 vs 프롬프트 수정, 뭐가 크게 바뀌나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모델·시드에서 프롬프트만으로 크게 갈렸다. 모델 교체는 대개 가장 늦게 — 먼저 빈 칸을 찾는다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 모델, 회사 업무에 그대로?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이름도 크기에 따라 상업 가부가 갈린다. 제약이 가중치냐 산출물이냐도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그래픽카드 없어도 직접 돌려 볼 수 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된다 — 무료 GPU·브라우저. 오히려 노트북에서 무리하게 돌리는 쪽이 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"AI로 만들었다" 밝혀야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법적 의무는 사업자에게. 개인엔 바로 아니지만, 실제와 혼동될 자리엔 캡션 한 줄이 나를 지킨다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🫱 남는 것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내는 쪽 — 틀리면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검산하면 잡고, 잡으면 고친다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내는 쪽 — 그런 정답이 없다.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남는다: 어떤 장면을 · 어디까지 실제처럼 · 어디에 쓸지 · 무엇을 밝힐지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넷은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결정해 주지 않고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앞으로도 그럴 것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좋아질수록 이 선택의 무게는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오히려 늘어난다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여섯 개는 누구나 알아본다 — 완벽해 보이는 그림은 아무도 못 알아본다. 그래서 완벽해질수록 더 따져 물어야 한다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프로젝트 제출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만들어진 결과물을 직접 평가할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다양한 테스트를 해 보고 스스로 성능을 평가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한번 진행된 결과를 재현할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제출된 결과 이미지가 동일한 실험으로 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원하는 기능의 툴을 직접 만들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이미지의 포즈가 정말 그대로 반영됐는가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또는 URL 중 한 가지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(ZIP·PDF·이미지, 최대 5MB / 또는 저장소 URL).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후 수정 불가.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ControlNet Pose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"이 자세로" 도구를 만들어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노트 → GitHub URL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제출.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셀마다 주석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(모델 로드·포즈 추출·생성·저장), 마지막에 '무엇을 바꿨고 어떻게 달라졌나'.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시원찮을 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모델부터 갈아 치우지 말고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빈 칸을 먼저 찾는다.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"공개됐다"≠"써도 된다" · 무료 GPU로 직접 돌릴 수 있다 · 혼동될 자리엔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밝힘 한 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만들기엔 정답이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남고, 완벽해질수록 더 따져 물어야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포즈 도구의 파이프라인(참조 사진 → 결과)을 순서대로 말하면?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노트가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하려면 무엇을 갖춰야 하나(루브릭 기준)?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그림이 시원찮을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늦게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해야 할 일은?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읽기와 달리 만들기에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가지는?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"완벽해질수록 더 따져 물어야 한다"는 무슨 뜻인가?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참조 사진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OpenPose로 관절 추출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ControlNet 전처리로 넣고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프롬프트와 함께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모델에 → 같은 자세의 다른 인물/장면.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 + 프롬프트·시드·모델명 기록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제출된 결과가 동일한 실험으로 재현되어야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갈아 치우는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먼저 빈 칸을 찾고, 시드 고정·한 칸씩 수정을 거친 뒤에야 다른 것을 의심한다.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장면을 · 어디까지 실제처럼 · 어디에 쓸지 · 무엇을 밝힐지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모델이 결정해 주지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완벽해 보이는 그림은 실제와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혼동돼도 아무도 못 알아본다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기술이 좋아질수록 용도·밝힘을 더 따져야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것에는 만든 사람이 남는다 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5 [프로젝트] 이미지 생성 — 여기서 매듭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2026-08-12T11:38:52Z</dcterms:created>
  <dcterms:modified xsi:type="dcterms:W3CDTF">2026-08-12T11:38:52Z</dcterms:modified>
</cp:coreProperties>
</file>