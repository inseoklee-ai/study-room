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에이전트로 기준선 세우기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고장 난 장치를 세 작업대로 옮기되, 다음 행동을 정하는 주체만 바꿉니다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행동을 정하는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실행(A)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실행(B)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오케스트레이션 실행(C)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세 실행에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공통으로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모델 별칭 · 저장소 준비 방식 · 채점 방식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문제 다섯 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4305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SWE-bench SymPy 3건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sympy__sympy-24909 · -24213 · -24152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SWE-bench 도커 평가가 아닌 경량 평가 — 저장소 타르볼을 고정한 뒤 수정 복사본에 테스트 패치를 적용하고 대상 테스트를 실행. 파이썬 3.11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Terminal-Bench 2건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log-summary · bank-trans-filter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폴더 안의 pytest로 곧바로 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6095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SymPy 인스턴스에는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테스트가 한두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다섯 건,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https://github.com/SunCreation/d035-agent-lab.git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75104"/>
          <a:ext cx="11091672" cy="13335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 있는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SymPy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에이전트에게 그대로 전달할 원문 이슈 problem.md · 확인용 테스트를 더하는 test_patch.diff · 기준 커밋과 확인 테스트 경로를 적은 info.json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Terminal-Bench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 지시문 task.yaml · 입력 데이터 · 채점용 테스트 tests/test_outputs.py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4549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4549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4549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패치와 참조 솔루션은 저장소에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맞혔는지는 오직 테스트 실행으로만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문제가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먼저 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기준선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문제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1106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sympy-24909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접두사에 단위를 곱하면 결과가 1이 되어 단위가 사라집니다. milli * W를 곱하면 정상이라면 밀리와트가 남아야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sympy-24213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가속도에 시간을 곱한 값에 속도를 더하면, 같은 차원인데도 서로 다르다는 ValueError가 납니다. 차원은 길이·시간·속도처럼 물리량의 종류를 나타내는 정보입니다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sympy-24152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텐서곱은 두 연산 대상을 짝지어 결합하는 연산입니다. 인수에 덧셈이 섞였을 때 expand(tensorproduct=True)가 두번째 인수까지 전개하지 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log-summary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서비스의 로그 파일에서 ERROR·WARNING·INFO가 들어간 줄 수를 세어 summary.csv로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bank-trans-filter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회사명과 계좌번호에 오타가 섞인 거래 내역에서 특정 회사 관련 거래만 골라 날짜순으로 정리한 output.json으로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Claude Agent SDK인가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방법을 견줍니다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기준선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방법의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CLI를 셸 스크립트에서 여러 번 호출 (Claude Code CLI · opencode)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시작은 쉽지만 사람의 조작과 셸 환경이 끼어들어 조건을 고정하고 다시 재현하기 어렵습니다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Messages API 직접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실행기·권한 승인·기록 형식을 모두 코드로 만들어야 하므로 — 실험 설계보다 실행 기반을 만드는 데 시간이 듭니다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프레임워크 (LangGraph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 문법을 익혀야 하고, 오늘 비교하려는 다음 행동의 결정 주체가 프레임워크 안에 가려집니다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Agent SDK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Code의 도구 실행 · 권한 · 세션 JSONL 기록 · 서브에이전트 정의 · 구조화 출력을 파이썬 코드에서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주체로만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query() 한 번으로 시작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코드가 파일을 나누어 병렬 query()를 호출한 뒤 결과를 합침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options.agents로 워커를 정의하고 리드가 위임 여부를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매 실행의 result.json과 세션 JSONL은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남고, 판정기 judge.py는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파일을 그대로 읽습니다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환경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~/sweb-lab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.venv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install --python .venv/bin/python claude-agent-sdk==0.2.151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파이썬에 설치하지 않는 이유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PEP 668 환경에서 전역 설치가 막힐 수 있고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환경을 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하기 때문입니다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3255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3255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3255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아래 기준선 실행 코드를 보여 주며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에이전트에게 비슷한 실험 스크립트와 준비 코드를 만들어 달라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부탁합니다.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준비와 결과 채점까지 똑같이 만들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문제를 한 에이전트가 처리하고 결과 파일을 남기는 실험 구조가 같으면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도우미와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476964"/>
          </a:xfrm>
          <a:prstGeom prst="roundRect">
            <a:avLst>
              <a:gd name="adj" fmla="val 1021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4769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2940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_run_once(prompt, options):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"""(마지막 ResultMessage, 오류문) 반환.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max_turns 소진은 SDK가 ResultError로 던지지만 실험에서는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'턴 소진'이라는 관측 결과일 뿐이라 예외로 죽지 않고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남은 상태를 그대로 채점한다."""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= None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async for m in query(prompt=prompt, options=options):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type(m).__name__ == "ResultMessage":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last = m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last, f"{type(e).__name__}:{str(e)[:200]}"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last, None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arm == "A":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msg, err = await asyncio.wait_for(_run_once(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f"Fix this bug:\n\n{problem}",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ClaudeAgentOptions(cwd=str(repo), model=MODEL, max_turns=25,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system_prompt=SYS_A,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permission_mode="bypassPermissions")), 1500)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987925"/>
            <a:ext cx="11091672" cy="522603"/>
          </a:xfrm>
          <a:prstGeom prst="roundRect">
            <a:avLst>
              <a:gd name="adj" fmla="val 10498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987925"/>
            <a:ext cx="54864" cy="522603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987925"/>
            <a:ext cx="10707624" cy="5226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읽기 전용 도구 제한 allowed_tools=["Read","Grep","Glob"]은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실행(B)의 원인 탐색 호출에만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환경부터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common.py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common.py는 저장소 타르볼을 펼쳐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pristine 복사본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만들고, 채점용 venv311에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pytest와 mpmath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준비합니다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 패치를 적용한 검증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실행합니다 — 세 건 모두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패치 전에는 1 failed가 재현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패치 후에는 통과가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 인스턴스입니다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384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384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확인이 없으면 에이전트의 수정이 아니라 시험 환경의 문제를 성공이나 실패로 읽을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실행하고 기록을 읽습니다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코딩으로 따라하기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기준선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위임하되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요약으로 받지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만든 실험 스크립트를 살펴보고 실행을 도와줘.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먼저 준비가 되었는지 확인한 뒤, 기준선 실행(A)으로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SymPy 문제 하나를 실행해 줘. 끝나면 결과 파일에서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성공 여부, 비용, 대화 횟수, 걸린 시간을 찾아 정리하고,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실행한 명령과 결과 파일 경로도 보여 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575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요약을 결과로 받아들이기보다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명령과 결과 파일을 함께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합니다. 위임한 뒤에는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정확히 실행됐는지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지정한 결과 파일이 실제로 생겼는지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인스턴스만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arms.py A sympy__sympy-24909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75104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resolved · invalid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채점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cost_usd · num_turns · wall_s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실행에서 남은 관측값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final_text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에이전트의 마지막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changes.diff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41648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041648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4133088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runs/A-sympy__sympy-24909/result.json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runs/A-sympy__sympy-24909/changes.diff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resolved: false를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결론으로 닫지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턴을 모두 썼다는 기록을 보면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"단일 에이전트로는 안 된다"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바로 생각하기 쉽습니다.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이 한 번의 실행만으로 그렇게 결론 내리지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changes.diff와 실행 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엽니다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주어진 턴 동안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찾았고 무엇을 고쳤는지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끝내지 못했는지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실행(A)의 한계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구분해 볼 수 있습니다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31895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소진은 단순 오류가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어디까지 탐색했고 어느 지점에서 멈췄는지 읽을 기록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실행에서 고정하는 것과 바꾸는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문제·모델 별칭·저장소 준비·채점 방식.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바꾸는 것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정하는 주체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common.py의 골드 패치 검증이 왜 필요한가?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확인이 없으면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수정이 아니라 시험 환경의 문제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성공이나 실패로 읽을 수 있기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25턴 소진을 어떻게 읽나?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단순 오류가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탐색했고 어느 지점에서 멈췄는지 읽을 기록.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changes.diff와 전사를 함께 본다.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나누지 않은 실행을 남깁니다 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