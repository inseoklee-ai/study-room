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돌아보기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행동을 실패하기 어렵게 만드는 문법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포맷 — 무엇을 고칠지 알아도 어떻게 적느냐에서 갈립니다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함수를 고쳐 달라"의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자유 문장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경계 · 기존 내용 · 교체 내용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모델이 다시 추정해야 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구조화된 문법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내용과 바꿀 내용을 묶은 편집 블록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또는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코드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 행동의 형태를 좁힙니다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행동 포맷은 모델이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대상을 찾고, 바꿀 내용과 실행 결과를 서로 확인 가능한 단위로 표현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합니다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Code와 opencode에서도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변경과 명령 실행이 어떤 표시로 남는지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살피는 이유가 여기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문맥의 경계 자체는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절에서 따로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다룹니다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셋 — 조건을 붙여 읽습니다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· CodeAct · Aider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행동 포맷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18.0%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10.3%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프린스턴 연구진이 만든 연구용 코딩 에이전트로,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모델을 위한 전용 인터페이스인 ACI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일반 셸보다 적합할 수 있다는 가설을 검토했습니다.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기준(ACI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기능을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2839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12839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12839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차이는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벤치마크와 해당 구현의 ablation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나온 결과입니다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모델과 모든 편집 도구에서 같은 크기의 차이가 난다는 의미로 해석해서는 안 됩니다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823335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말할 수 있는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설계가 해결률을 바꿀 수 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CodeAct — 행동을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한 덩어리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CodeAct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행동을 JSON 형태의 도구 호출 대신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Python 코드 한 덩어리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쓰게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방식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파일의 줄 수를 셀 때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열기 호출 → 결과 → 줄 세기 호출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식으로 여러 번 왕복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방식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루프와 함수 호출이 든 코드 한 덩어리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쓰고 실행 결과만 받음. 관측이 돌아오면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자체를 고쳐 다시 제출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수도 있음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0735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도구 호출을 하나의 표현으로 묶으면 모델이 계획을 온전히 드러낼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LLM에서 기존 형식 대비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+20%p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보고 — 단,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세션을 복원하는 기능의 효과까지 측정한 결과는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whole 46%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 30%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(GPT-3.5)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터미널 안에서 파일을 편집하는 오픈소스 도구로, 변경을 자동으로 git 커밋해 줍니다. 두 가지 편집 포맷을 제공합니다.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출력하는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whole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전체를 새 내용으로 다시 씀 — 바뀌지 않은 줄까지 모두 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바꿀 부분만 search-replace 블록으로 — 바꾸기 전 줄과 바꾼 뒤 줄만 짝으로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128391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조건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133개 Exercism Python 과업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실패하면 실제 개발자가 보는 것과 같은 피드백(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오류의 앞 50줄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다시 넣어 재시도, 성공 기준은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테스트 통과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방식은 SWE-agent가 문제와 테스트로 측정하는 길과 같은 방향이지만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난이도와 채점 세부가 달라 두 벤치마크 수치를 나란히 놓지 않습니다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426796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26796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26796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Aider 수치는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비교가 아닌 벤더의 자체 벤치마크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다른 과업·모델에서도 항상 whole이 낫다는 뜻이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최소 카드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· SWE-agent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행동 포맷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대화에서 파일과 요청을 함께 받아 편집 대화를 시작합니다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대화, 지정 파일, 테스트 결과가 다음 응답의 재료로 이어집니다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search와 replace를 한 블록에 써서 기존 문자열과 교체 문자열을 함께 나타냅니다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변경과 명령 실행의 허용 범위는 설치 버전·설정·실제 실행 기록에서 다시 확인해야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문서의 편집 포맷 설명과 자체 벤치마크 — 독립 재현 결과는 아닙니다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문자열이 정확히 일치하지 않거나 문맥이 오래되면 구조화된 블록도 의도와 다른 변경을 낼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블록은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의도를 드러낼 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변경의 정확성이나 실행 안전을 보장하지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 파일·일치 결과·테스트 결과·승인 표시를 함께 읽어야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 설명과 저장소 환경이 ACI를 거쳐 모델의 작업 요청으로 들어갑니다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검색, 파일 열람, 편집, 실행 관측이 다음 판단에 필요한 형식으로 남습니다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구조화된 edit와 lint 피드백이 자유 셸 편집보다 좁은 편집 단위를 제공합니다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논문의 ACI는 성능 실험의 인터페이스이며, 실제 환경의 파일·명령 권한 정책을 증명하지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NeurIPS 2024 논문이 ACI 구성과 SWE-bench Lite ablation을 공개합니다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18.0%와 10.3% 비교는 편집 기능을 제거한 해당 조건의 결과이며, 모델 세대와 과업이 바뀌면 차이도 달라질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포맷이 항상 결정적인 것은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근거를 함께 둡니다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행동 포맷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GPT-4에서는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거의 없었습니다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자체 벤치마크에서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GPT-4는 whole과 diff의 성능 차이가 거의 없었고, 비용 때문에 diff를 유지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했다고 설명합니다.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포맷이 언제나 결과를 결정한다고 말할 수 없습니다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실패 원인이 더 클 수 있는 조건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포맷 차이를 충분히 흡수하는 조건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범위가 아주 작은 조건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문자열이 불안정한 조건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수정에서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 볼 변인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fixture 하나와 테스트 하나를 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수정을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텍스트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search·replace 구조 포맷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각각 요청합니다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실행에서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파일을 처음 맞힌 횟수 · 변경 뒤 테스트 통과 여부 · 재시도 횟수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기록합니다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포맷만 바꾼 관찰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 — 한 번의 결과로 일반 결론을 내리기보다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모델·과업·포맷이라는 조건을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선명하게 만들어도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끝없이 쌓으면 다음 판단에 필요한 정보가 묻힙니다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다음 소단원이 컨텍스트 관리입니다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행동 포맷이 줄이는 실패는?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무엇을 고칠지 알아도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경계·기존 내용·교체 내용을 모델이 다시 추정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생기는 실패. 확인 가능한 단위로 표현하게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SWE-agent의 18.0% vs 10.3%을 어떻게 인용해야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Lite, 해당 구현의 편집 기능 제거 ablation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조건과 함께. 모든 모델·편집도구로 일반화하지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"구조화된 포맷이 항상 낫다"가 틀린 근거는?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Aider 벤치마크에서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GPT-4는 whole/diff 차이가 거의 없었고 비용 때문에 diff를 유지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포맷 실험에서 기록할 세 가지는?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파일 첫 시도 적중 · 테스트 통과 여부 · 재시도 횟수.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fixture와 테스트는 고정한다.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· 변경 · 확인 ✏️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돌아보기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2026-09-02T03:45:18Z</dcterms:created>
  <dcterms:modified xsi:type="dcterms:W3CDTF">2026-09-02T03:45:18Z</dcterms:modified>
</cp:coreProperties>
</file>