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(3)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찾아내기와 경계 긋기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탐지(박스)와 이미지 분할(마스크) · 무엇을·어디를·어디까지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탐지 — 개수도 위치도 미리 모르는 답. R-CNN(2단계) → YOLO(1단계)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 읽기 — label·box·score, 신뢰도의 함정, IoU와 임계값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분할 — 박스로 못 푸는 질문, 시맨틱/인스턴스/파놉틱, 마스크의 책임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자를 한 문장으로 — 탐지는 임계값, 분할은 경계 정의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한 줄: 박스는 "여기를 보세요"라는 위치 후보, 마스크는 "이 픽셀은 대상"이라는 선언. 둘은 정밀도의 계단이 아니라 다른 질문·다른 책임입니다.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어디에 무엇이 있는가 — 객체 탐지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개수가 정해지지 않은 답을, 위치까지 붙여서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R-CNN → YOLO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분류 vs 탐지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"무슨 사진인가"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전체에 이름표 하나면 끝 (분류)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"무엇이 어디에 있나"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답이 몇 개인지 미리 모름 + 위치까지 = 객체 탐지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초기: 작은 창을 곳곳에 옮겨 가며 반복 분류 → 분류기를 수천 번, 가려지거나 기울면 놓침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YOLO 같은 모델이 이미지 한 번의 처리로 여러 박스·클래스를 함께 예측해 이 반복을 줄임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🧬 R-CNN 계열 — 병목이 옮겨간 역사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R-CNN. 2013 — "물체일 법한" 영역 2천 개를 먼저 뽑아 각각 CNN에 (VOC2012 mAP 53.3%). 한 장에 수십 초(2천 개를 따로 통과)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Fast. 2015 — CNN을 한 번만 통과해 특징맵, 후보는 그 위에서 잘라 씀(RoI 풀링). 추론 146배↑. 산 것은 정확도가 아니라 시간 → 데이터를 더 부어 정확도를 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Faster. 2015 — 후보 뽑기마저 신경망(RPN)으로. 위치마다 앵커 9개(3크기×3비율). 후보 뽑기가 사실상 공짜 → 초당 5장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속도가 빨라질 때마다 병목이 다음 단계로 옮겨갔고, 그때마다 그 단계를 신경망 안으로 끌어들였습니다.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2단계 vs 1단계 — 결국 출력은 같다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(R-CNN 계열)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입력 이미지픽셀 격자▸ 후보 영역 제안수백~수천 · SS/RPN▸ 후보마다 분류+ 박스 좌표 보정▸ 박스+클래스+ 신뢰도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오차는 작지만 단계가 나뉘어 느린 경향.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(YOLO 계열)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입력 이미지픽셀 격자▸ 격자 칸마다 박스·클래스·점수를 한 번에제안 단계가 신경망 안으로 흡수▸ 박스+클래스+ 신뢰도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어느 계보를 쓰든 손에 들어오는 출력은 같은 형태. 도메인 전문가는 계보를 외울 필요 없이 그 출력이 무슨 뜻인지·어디까지 믿는지를 알면 됩니다.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결과는 세 숫자 묶음으로 온다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label · box · score, 그리고 모델이 안 주는 네 번째 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신뢰도의 함정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🔢 label · box · score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label: person ← 무엇인가 (클래스) box: x1, y1, x2, y2 ← 어디인가 (좌표) score: 0.87 ← 얼마나 확신하는가 (신뢰도)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0.87을 "87% 확률로 사람"으로 읽으면 안 됨 — 학습 패턴과 이 영역이 얼마나 맞아떨어지는지의 내부 점수(0~1). 데이터와 현장이 다르면 부풀거나 쪼그라듦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0.91인데 안전모가 화면 밖으로 밀렸을 수도, 0.48 흐린 박스가 위험 구역 사람을 가리킬 수도 → 점수만으로 버리거나 믿지 말 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그래서 실무엔 모델이 주지 않는 네 번째 줄이 필요합니다 — decision: 이 결과로 무슨 조치를 할 것인가?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실제 탐지 결과는 이렇게 생겼습니다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laptop bottle vase mouse chair handbag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박스는 윤곽이 아니라 직사각형 근사 — 둥근 물체에도 네모, 그 안에 배경이 함께 들어옴 · 물건이 겹치면 박스도 겹침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없던 범주는 또렷이 찍혀도 목록에 안 나옴 · 신뢰도 숫자가 안 보이는 건 만든 사람이 안 그린 것(시각화는 보여주기로 한 것만)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박스는 "여기를 보세요"라는 위치 후보이지 "이만큼입니다"라는 계측값이 아닙니다. 박스 면적으로 결함 크기·재고량을 환산하는 순간 근거가 흔들립니다.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겹침을 재는 자 IoU, 그리고 임계값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측정값과 판정은 다르다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문턱은 사람이 정한다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IoU = 겹친 넓이 ÷ 합친 넓이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예측 200×130 정답 200×130 겹침 160×112 겹친 = 160×112 = 17,920 예측 = 200×130 = 26,000 정답 = 200×130 = 26,000 합집합 = 26,000+26,000−17,920 = 34,080 IoU = 17,920 / 34,080 ≈ 0.53 통과 기준 0.5면 간신히 정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완전히 포개지면 1, 안 닿으면 0. 분모는 두 넓이를 더한 뒤 겹친 부분을 한 번 빼야(두 번 세지 않게).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IoU는 측정값이지 판정이 아닙니다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점부터 맞았다고 볼지는 사람이 정함 — KITTI는 차량 0.70, 보행자·자전거 0.50. 대략 위치만 필요하면 0.3도 충분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예측이라도 문턱을 어디 두느냐에 따라 성적표가 뒤집힘 → 남의 성능표는 점수보다 어떤 문턱에서 쟀는가를 먼저 확인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mAP(클래스별 AP의 평균) 주의 — 평균의 평균이라, 20개 중 가장 중요한 1개를 놓쳐도 높게 나옴. 도입 검토엔 전체 mAP보다 놓치면 안 되는 클래스의 재현율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mAP@0.5와 mAP@0.5:0.95(0.05 간격 평균)는 다른 숫자 — 같은 모델도 앞이 뒤보다 한참 높은 게 정상.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🚦 신뢰도 임계값은 기술 설정이 아니라 정책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점수가 이 선보다 낮은 후보를 제외. 대상이 있는데 빠지면 미탐, 없는데 남으면 오탐. 코드론 conf=0.25 한 줄이지만 어떤 실수에 더 큰 비용을 치를지 고르는 결정.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높은 선 위는 자동 처리, 낮은 선 아래는 제외, 그 사이(회색지대)는 사람에게. 단 회색지대엔 맞는·틀린 후보가 섞여 있어 정답 라벨과 대조해야 합니다.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놓쳤을 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헛짚었을 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방향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화재·안전장비 감지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사고 위험 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업무↑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결제·문서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누락·지연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청구·승인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높은 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통계용 개체 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과소 집계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과대 집계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양쪽 비용 함께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박스로 답할 수 없는 질문 — 분할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하나하나에 라벨을 붙인다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마스크의 세계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박스로 못 푸는 세 질문 → 분할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넓이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병변·침수 면적·마모 면적. 대각선 균열에 박스 씌우면 90%가 멀쩡한 부분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불규칙 형태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가지·머리카락·번진 자국. 직사각형으로 감싸면 정보 대부분 사라짐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겹친 것 갈라내기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붙어 쌓인 부품 5개는 박스가 거의 같은 자리에 5겹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이미지 분할 = 박스가 아니라 픽셀 하나하나에 라벨. 200만 화소면 200만 번의 판단. 출력은 원본 크기의 마스크(각 픽셀이 어느 대상인지).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 같은 장면, 다른 질문 — 세 가지 분할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시맨틱 분할모든 픽셀에 종류 라벨 · 사람 셋이 한 덩어리 · 개수를 셀 수 없음 인스턴스 분할개체마다 다른 라벨 · 개수·개별 면적 가능 · 배경은 다루지 않음 파놉틱 분할둘을 합친 형태 · 빈 픽셀 없이 전부 해석 · 라벨링 비용 최대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"작물 면적?"=시맨틱, "몇 포기·각각 얼마나?"=인스턴스, "화면 전체 해석해 주행 판단"=파놉틱. 필요보다 한 단계 높은 걸 고르면 라벨링 비용이 몇 배로.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🖌️ 마스크의 선명함 = 강제된 결정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원본 — 유리는 뒤가 비치고 경계가 애매 마스크 — 모든 픽셀이 한 색으로 딱 떨어짐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원본에선 사람 눈에도 어디까지가 컵인지 애매한데, 마스크엔 애매한 곳이 하나도 없습니다. 마스크의 선명함은 실제 세계의 선명함이 아니라 누군가 강제로 내린 결정입니다. 모델은 그 선택을 사람에게서 배웁니다.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박스는 대충 그려져 "후보구나" 의심하게 되는데, 매끈한 마스크는 "정확하겠지" 하고 검증을 건너뛰게 만듭니다.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⬇️⬆️ 내려갔다 올라오기, 그리고 값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구조: 해상도를 줄이며 "무엇인가"를 찾고, 다시 키우며 "어디까지인가"를 픽셀 지도로. 줄일 때 잃은 경계는 스킵 연결로 보완 (인코더·디코더 / FCN·U-Net·Mask R-CNN)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분할은 더 좋은 게 아니라 더 비싼 기술 — ① 라벨링 비용(마스크는 윤곽 따라 수십 점) ② 계산량 ③ 경계 부근 불확실성(논쟁은 늘 가장자리에서, 하필 중요한 게 거기)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SAM(Meta, 2023): 점·박스로 지시하면 마스크 후보 제안 → 라벨링 초안을 빠르게. SAM 2(영상 추적)·SAM 3(명사구·예시로 개념 지정). 체크포인트·버전 기록 필수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마스크는 픽셀 단위의 주장입니다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200만 개의 선언이 한꺼번에 나오고, 어느 것도 "잘 모르겠다"고 하지 않습니다. 이 차이가 책임의 무게를 바꿉니다.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가장 위험한 조합 = 마스크 넓이를 돈·판정으로 환산. 경계를 평균 2px 바깥으로 잡으면 8,000px 손상이 10% 과대 산정. 월 3천 건에 일괄 적용되면 한 방향으로 쏠린 체계적 편향.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그래서 숫자 환산 업무엔 둘이 필수 — 사람 값과 정기 대조 + 경계 오차의 방향·크기 보정값. (겹침 평균 0.9라는 사실만으론 편향을 못 봄 — 평균은 방향을 지움)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채점: 마스크 IoU vs Dice(=2×겹침/합, 항상 IoU≥와 다름 — 섞어 비교 금지) · 픽셀 정확도는 희소 대상서 무의미(전부 배경이라 해도 99%) · 경계 IoU는 윤곽 띠만 재 면적·치수 업무에 더 정직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 경계 기준은 모델이 아니라 업무가 정합니다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균열 한 줄 + 실금 + 얼룩. 어디까지 균열로 칠할까? 숙련 검사자 둘도 답이 갈립니다. 기준 없이 라벨링하면 A는 실금 포함, B는 제외 → 모델은 두 기준을 평균한 어중간한 마스크를 학습. 데이터를 더 모아도 기준이 없으면 모순만 늘어납니다.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분할 프로젝트의 첫 문서는 모델 비교표가 아니라 경계 정의서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기준에 형용사를 쓰지 말 것 — "심한 부식"❌ → "손톱으로 긁어 요철이 느껴지는 범위"✅, "큰 균열"❌ → "폭 1mm 이상"✅. 그리고 이 문서를 쓸 수 있는 사람은 모델을 아는 사람이 아니라 업무를 아는 사람.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자를 한 문장으로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정밀도의 계단이 아니라 다른 질문·다른 책임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vs 분할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탐지 vs 분할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= "여기를 보세요"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위치 후보, 판정은 사람·규칙. 핵심 결정 = 임계값(어떤 실수를 감수할지의 정책). 검증 = IoU, 문턱 정하기가 곧 판단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= "여기까지가 대상"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단위 선언 → 넓이·판정·금액이 됨. 핵심 결정 = 경계 정의(도메인 전문가가 씀). 검증 = 가장자리 겹침 + 오차 방향까지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공통점 — 글자를 꺼내는 길도, 위치·경계를 받는 길도 받을 답의 모양이 미리 정해져 있습니다(문자열/박스/픽셀 지도). 모양이 정해져 있어서 자를 댈 수 있었습니다.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➡️ 그런데 미리 정한 클래스·규칙으로 질문의 의미 범위를 다 담을 수 없을 때는? 질문의 범위가 열려 있어도 운영 출력은 JSON처럼 고정할 수 있습니다. (다음 이야기)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7문장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객체 탐지 = 개수·위치가 미리 안 정해진 답. R-CNN(2단계) → YOLO(1단계), 출력은 같음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탐지 결과 = label·box·score. 신뢰도는 정답 확률이 아님. 박스는 위치 후보이지 계측값이 아님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IoU=겹침÷합집합. 측정값이지 판정이 아님 — 문턱은 사람이 정함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신뢰도 임계값 = 정책(미탐 vs 오탐 중 무엇을 감수할지). 회색지대는 사람에게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박스로 못 푸는 넓이·불규칙·겹침 → 분할(마스크). 시맨틱/인스턴스/파놉틱은 다른 과제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마스크의 선명함은 강제된 결정 — 넓이→금액 환산은 체계적 편향 위험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분할의 첫 문서는 경계 정의서(형용사 금지) — 업무를 아는 사람이 쓴다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분류와 탐지의 차이는? 탐지 답의 특징(개수·위치)은?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2단계(R-CNN)와 1단계(YOLO)의 트레이드오프는? 두 계보의 최종 출력은?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신뢰도 0.87을 "정답 확률"로 읽으면 안 되는 이유는? 박스는 계측값인가?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IoU란? IoU는 판정인가 측정값인가? 신뢰도 임계값이 "정책"인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박스로 못 푸는 세 질문은? 시맨틱/인스턴스/파놉틱의 차이는?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 마스크의 "강제된 선명함"과 넓이→금액 환산의 위험은? 경계 정의서는 누가 쓰나?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분류=이미지 전체에 이름표 하나. 탐지=무엇이 어디에. 탐지 답은 개수가 미리 안 정해지고 위치까지 붙는다.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2단계는 후보를 먼저 뽑아 분류 → 위치 오차 작지만 느림. 1단계는 한 번에 예측 → 빠르지만 위치오차·밀집 누락. 최종 출력은 박스+클래스+신뢰도로 동일.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0.87은 확률이 아니라 학습 패턴과의 적합도 내부 점수. 데이터/현장이 다르면 부풀거나 쪼그라듦. 박스는 위치 후보이지 계측값이 아님.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IoU = 겹친 넓이 ÷ 합집합. 측정값이고 몇 점부터 정답인지 문턱은 사람이 정함. 임계값은 미탐 vs 오탐 중 무엇을 감수할지 고르는 업무 정책이라 '정책'.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①넓이 ②불규칙 형태 ③겹친 것 갈라내기. 시맨틱=종류만(개수 X), 인스턴스=개체별(배경 X), 파놉틱=둘을 합쳐 전 픽셀.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 마스크의 매끈함은 실제가 아니라 사람이 강제로 내린 선택 → 검증을 건너뛰게 만듦. 넓이→금액은 경계 오차가 한 방향으로 쏠린 체계적 편향. 경계 정의서는 업무를 아는 사람이 형용사 없이 쓴다.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열린 질문, 그래도 고정된 출력(JSON)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2026-07-29T08:24:53Z</dcterms:created>
  <dcterms:modified xsi:type="dcterms:W3CDTF">2026-07-29T08:24:53Z</dcterms:modified>
</cp:coreProperties>
</file>