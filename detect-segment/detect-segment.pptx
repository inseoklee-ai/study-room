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찾아내기와 경계 긋기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탐지(박스)와 이미지 분할(마스크) · 무엇을·어디를·어디까지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개수도 위치도 미리 모르는 답. R-CNN(2단계) → YOLO(1단계)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 읽기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label·box·score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신뢰도의 함정,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임계값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박스로 못 푸는 질문, 시맨틱/인스턴스/파놉틱, 마스크의 책임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자를 한 문장으로 — 탐지는 임계값, 분할은 경계 정의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박스는 "여기를 보세요"라는 위치 후보, 마스크는 "이 픽셀은 대상"이라는 선언.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둘은 정밀도의 계단이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질문·다른 책임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어디에 무엇이 있는가 — 객체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개수가 정해지지 않은 답을, 위치까지 붙여서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R-CNN → YOLO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분류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"무슨 사진인가"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전체에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하나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끝 (분류)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어디에 있나"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개인지 미리 모름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위치까지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초기: 작은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곳곳에 옮겨 가며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 분류 → 분류기를 수천 번, 가려지거나 기울면 놓침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모델이 이미지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처리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여러 박스·클래스를 함께 예측해 이 반복을 줄임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R-CNN 계열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병목이 옮겨간 역사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R-CNN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 — "물체일 법한" 영역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2천 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뽑아 각각 CNN에 (VOC2012 mAP 53.3%).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수십 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(2천 개를 따로 통과)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 — CNN을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통과해 특징맵, 후보는 그 위에서 잘라 씀(RoI 풀링). 추론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146배↑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산 것은 정확도가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데이터를 더 부어 정확도를 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 — 후보 뽑기마저 신경망(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)으로. 위치마다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9개(3크기×3비율). 후보 뽑기가 사실상 공짜 → 초당 5장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속도가 빨라질 때마다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병목이 다음 단계로 옮겨갔고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그때마다 그 단계를 신경망 안으로 끌어들였습니다.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2단계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결국 출력은 같다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(R-CNN 계열)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9943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입력 이미지픽셀 격자▸ 후보 영역 제안수백~수천 · SS/RPN▸ 후보마다 분류+ 박스 좌표 보정▸ 박스+클래스+ 신뢰도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8208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오차는 작지만 단계가 나뉘어 느린 경향.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4043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(YOLO 계열)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98773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98773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입력 이미지픽셀 격자▸ 격자 칸마다 박스·클래스·점수를 한 번에제안 단계가 신경망 안으로 흡수▸ 박스+클래스+ 신뢰도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05091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05091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505091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어느 계보를 쓰든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들어오는 출력은 같은 형태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도메인 전문가는 계보를 외울 필요 없이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출력이 무슨 뜻인지·어디까지 믿는지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알면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결과는 세 숫자 묶음으로 온다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· box · score, 그리고 모델이 안 주는 네 번째 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신뢰도의 함정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label · box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person           ← 무엇인가 (클래스)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box:   x1, y1, x2, y2   ← 어디인가 (좌표)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0.87             ← 얼마나 확신하는가 (신뢰도)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0.87을 "87% 확률로 사람"으로 읽으면 안 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학습 패턴과 이 영역이 얼마나 맞아떨어지는지의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점수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(0~1). 데이터와 현장이 다르면 부풀거나 쪼그라듦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0.91인데 안전모가 화면 밖으로 밀렸을 수도, 0.48 흐린 박스가 위험 구역 사람을 가리킬 수도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점수만으로 버리거나 믿지 말 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27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727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727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그래서 실무엔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주지 않는 네 번째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 — decision: 이 결과로 무슨 조치를 할 것인가?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실제 탐지 결과는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생겼습니다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laptop bottle vase mouse chair handbag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박스는 윤곽이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직사각형 근사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둥근 물체에도 네모, 그 안에 배경이 함께 들어옴 · 물건이 겹치면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박스도 겹침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없던 범주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또렷이 찍혀도 목록에 안 나옴 · 신뢰도 숫자가 안 보이는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사람이 안 그린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(시각화는 보여주기로 한 것만)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3870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870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870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박스는 "여기를 보세요"라는 위치 후보이지 "이만큼입니다"라는 계측값이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박스 면적으로 결함 크기·재고량을 환산하는 순간 근거가 흔들립니다.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겹침을 재는 자 IoU, 그리고 임계값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측정값과 판정은 다르다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문턱은 사람이 정한다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IoU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겹친 넓이 ÷ 합친 넓이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예측 200×130 정답 200×130 겹침 160×112 겹친 = 160×112 = 17,920 예측 = 200×130 = 26,000 정답 = 200×130 = 26,000 합집합 = 26,000+26,000−17,920 = 34,080 IoU = 17,920 / 34,080 ≈ 0.53 통과 기준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포개지면 1, 안 닿으면 0. 분모는 두 넓이를 더한 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겹친 부분을 한 번 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야(두 번 세지 않게).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IoU는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측정값이지 판정이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점부터 맞았다고 볼지는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KITTI는 차량 0.70, 보행자·자전거 0.50. 대략 위치만 필요하면 0.3도 충분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예측이라도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문턱을 어디 두느냐에 따라 성적표가 뒤집힘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남의 성능표는 점수보다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문턱에서 쟀는가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(클래스별 AP의 평균) 주의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평균의 평균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이라, 20개 중 가장 중요한 1개를 놓쳐도 높게 나옴. 도입 검토엔 전체 mAP보다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안 되는 클래스의 재현율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mAP@0.5와 mAP@0.5:0.95(0.05 간격 평균)는 다른 숫자 — 같은 모델도 앞이 뒤보다 한참 높은 게 정상.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🚦 신뢰도 임계값은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설정이 아니라 정책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이 선보다 낮은 후보를 제외. 대상이 있는데 빠지면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없는데 남으면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코드론 conf=0.25 한 줄이지만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실수에 더 큰 비용을 치를지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고르는 결정.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놓쳤을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헛짚었을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방향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화재·안전장비 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 위험 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업무↑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낮은 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결제·문서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누락·지연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청구·승인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높은 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통계용 개체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과소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과대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양쪽 비용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높은 선 위는 자동 처리, 낮은 선 아래는 제외,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사이(회색지대)는 사람에게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단 회색지대엔 맞는·틀린 후보가 섞여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라벨과 대조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박스로 답할 수 없는 질문 — 분할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하나하나에 라벨을 붙인다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마스크의 세계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박스로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푸는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질문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넓이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3051048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병변·침수 면적·마모 면적. 대각선 균열에 박스 씌우면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90%가 멀쩡한 부분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371600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8952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불규칙 형태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68952" y="1847088"/>
            <a:ext cx="3051048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가지·머리카락·번진 자국. 직사각형으로 감싸면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대부분 사라짐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6928" y="1371600"/>
            <a:ext cx="345338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8096" y="1517904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겹친 것 갈라내기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8096" y="18470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붙어 쌓인 부품 5개는 박스가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같은 자리에 5겹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박스가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하나하나에 라벨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200만 화소면 200만 번의 판단. 출력은 원본 크기의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(각 픽셀이 어느 대상인지).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같은 장면,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가지 분할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시맨틱 분할모든 픽셀에 종류 라벨 · 사람 셋이 한 덩어리 · 개수를 셀 수 없음 인스턴스 분할개체마다 다른 라벨 · 개수·개별 면적 가능 · 배경은 다루지 않음 파놉틱 분할둘을 합친 형태 · 빈 픽셀 없이 전부 해석 · 라벨링 비용 최대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"작물 면적?"=시맨틱, "몇 포기·각각 얼마나?"=인스턴스, "화면 전체 해석해 주행 판단"=파놉틱.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필요보다 한 단계 높은 걸 고르면 라벨링 비용이 몇 배로.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🖌️ 마스크의 선명함 =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강제된 결정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원본 — 유리는 뒤가 비치고 경계가 애매 마스크 — 모든 픽셀이 한 색으로 딱 떨어짐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원본에선 사람 눈에도 어디까지가 컵인지 애매한데, 마스크엔 애매한 곳이 하나도 없습니다.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마스크의 선명함은 실제 세계의 선명함이 아니라 누군가 강제로 내린 결정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모델은 그 선택을 사람에게서 배웁니다.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39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439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439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박스는 대충 그려져 "후보구나" 의심하게 되는데,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매끈한 마스크는 "정확하겠지" 하고 검증을 건너뛰게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⬇️⬆️ 내려갔다 올라오기,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885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구조: 해상도를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줄이며 "무엇인가"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찾고, 다시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키우며 "어디까지인가"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픽셀 지도로. 줄일 때 잃은 경계는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 연결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보완 (인코더·디코더 / FCN·U-Net·Mask R-CNN)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분할은 더 좋은 게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비싼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기술 — 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 비용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(마스크는 윤곽 따라 수십 점) ②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부근 불확실성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(논쟁은 늘 가장자리에서, 하필 중요한 게 거기)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(Meta, 2023):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점·박스로 지시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마스크 후보 제안 → 라벨링 초안을 빠르게. SAM 2(영상 추적)·SAM 3(명사구·예시로 개념 지정). 체크포인트·버전 기록 필수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마스크는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단위의 주장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200만 개의 선언이 한꺼번에 나오고, 어느 것도 "잘 모르겠다"고 하지 않습니다. 이 차이가 책임의 무게를 바꿉니다.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가장 위험한 조합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 넓이를 돈·판정으로 환산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경계를 평균 2px 바깥으로 잡으면 8,000px 손상이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 과대 산정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월 3천 건에 일괄 적용되면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방향으로 쏠린 체계적 편향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586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4586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74586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그래서 숫자 환산 업무엔 둘이 필수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값과 정기 대조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오차의 방향·크기 보정값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(겹침 평균 0.9라는 사실만으론 편향을 못 봄 — 평균은 방향을 지움)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40811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채점: 마스크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(=2×겹침/합, 항상 IoU≥와 다름 — 섞어 비교 금지)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정확도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희소 대상서 무의미(전부 배경이라 해도 99%)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IoU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윤곽 띠만 재 면적·치수 업무에 더 정직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경계 기준은 모델이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업무가 정합니다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균열 한 줄 + 실금 + 얼룩. 어디까지 균열로 칠할까? 숙련 검사자 둘도 답이 갈립니다. 기준 없이 라벨링하면 A는 실금 포함, B는 제외 → 모델은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기준을 평균한 어중간한 마스크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학습.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더 모아도 기준이 없으면 모순만 늘어납니다.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프로젝트의 첫 문서는  모델 비교표가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정의서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4782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4782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14782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기준에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형용사를 쓰지 말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"심한 부식"❌ → "손톱으로 긁어 요철이 느껴지는 범위"✅, "큰 균열"❌ → "폭 1mm 이상"✅. 그리고 이 문서를 쓸 수 있는 사람은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아는 사람이 아니라 업무를 아는 사람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자를 한 문장으로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정밀도의 계단이 아니라 다른 질문·다른 책임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vs 분할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탐지 vs 분할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= "여기를 보세요"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후보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판정은 사람·규칙. 핵심 결정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(어떤 실수를 감수할지의 정책). 검증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문턱 정하기가 곧 판단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= "여기까지가 대상"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단위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넓이·판정·금액이 됨. 핵심 결정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정의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(도메인 전문가가 씀). 검증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가장자리 겹침 + 오차 방향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공통점 — 글자를 꺼내는 길도, 위치·경계를 받는 길도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답의 모양이 미리 정해져 있습니다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(문자열/박스/픽셀 지도). 모양이 정해져 있어서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자를 댈 수 있었습니다.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101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3101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➡️ 그런데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클래스·규칙으로 질문의 의미 범위를 다 담을 수 없을 때는?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질문의 범위가 열려 있어도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출력은 JSON처럼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(다음 이야기)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7문장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69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69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개수·위치가 미리 안 정해진 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R-CNN(2단계) → YOLO(1단계), 출력은 같음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9879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6785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678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69879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label·box·score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신뢰도는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확률이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박스는 위치 후보이지 계측값이 아님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8158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6612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6612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68158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=겹침÷합집합.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측정값이지 판정이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문턱은 사람이 정함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66437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644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64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66437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= 정책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(미탐 vs 오탐 중 무엇을 감수할지). 회색지대는 사람에게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64715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6268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626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64715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박스로 못 푸는 넓이·불규칙·겹침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분할(마스크)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시맨틱/인스턴스/파놉틱은 다른 과제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62994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609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609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62994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선명함은 강제된 결정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넓이→금액 환산은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편향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61273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0592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0592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4961273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분할의 첫 문서는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정의서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(형용사 금지) — 업무를 아는 사람이 쓴다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분류와 탐지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차이는? 탐지 답의 특징(개수·위치)은?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2단계(R-CNN)와 1단계(YOLO)의 트레이드오프는? 두 계보의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신뢰도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0.87을 "정답 확률"로 읽으면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 박스는 계측값인가?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란? IoU는 판정인가 측정값인가? 신뢰도 임계값이 "정책"인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박스로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푸는 세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시맨틱/인스턴스/파놉틱의 차이는?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마스크의 "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강제된 선명함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"과 넓이→금액 환산의 위험은? 경계 정의서는 누가 쓰나?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 (1/2)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48437"/>
          </a:xfrm>
          <a:prstGeom prst="roundRect">
            <a:avLst>
              <a:gd name="adj" fmla="val 1835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48437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484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분류=이미지 전체에 이름표 하나. 탐지=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어디에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탐지 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개수가 미리 안 정해지고 위치까지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02333"/>
            <a:ext cx="11027664" cy="448437"/>
          </a:xfrm>
          <a:prstGeom prst="roundRect">
            <a:avLst>
              <a:gd name="adj" fmla="val 1835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02333"/>
            <a:ext cx="64008" cy="448437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02333"/>
            <a:ext cx="10707624" cy="4484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2단계는 후보를 먼저 뽑아 분류 → 위치 오차 작지만 느림. 1단계는 한 번에 예측 → 빠르지만 위치오차·밀집 누락.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출력은 박스+클래스+신뢰도로 동일.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33066"/>
            <a:ext cx="11027664" cy="448437"/>
          </a:xfrm>
          <a:prstGeom prst="roundRect">
            <a:avLst>
              <a:gd name="adj" fmla="val 1835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33066"/>
            <a:ext cx="64008" cy="448437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33066"/>
            <a:ext cx="10707624" cy="4484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0.87은 확률이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패턴과의 적합도 내부 점수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데이터/현장이 다르면 부풀거나 쪼그라듦.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박스는 위치 후보이지 계측값이 아님.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527812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52781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278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IoU = 겹친 넓이 ÷ 합집합.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몇 점부터 정답인지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문턱은 사람이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정함. 임계값은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 vs 오탐 중 무엇을 감수할지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고르는 업무 정책이라 '정책'.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81708"/>
            <a:ext cx="11027664" cy="527812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81708"/>
            <a:ext cx="64008" cy="52781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81708"/>
            <a:ext cx="10707624" cy="5278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①넓이 ②불규칙 형태 ③겹친 것 갈라내기. 시맨틱=종류만(개수 X), 인스턴스=개체별(배경 X), 파놉틱=둘을 합쳐 전 픽셀.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91816"/>
            <a:ext cx="11027664" cy="527812"/>
          </a:xfrm>
          <a:prstGeom prst="roundRect">
            <a:avLst>
              <a:gd name="adj" fmla="val 1559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91816"/>
            <a:ext cx="64008" cy="52781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91816"/>
            <a:ext cx="10707624" cy="5278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마스크의 매끈함은 실제가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강제로 내린 선택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검증을 건너뛰게 만듦. 넓이→금액은 경계 오차가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방향으로 쏠린 체계적 편향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경계 정의서는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아는 사람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형용사 없이 쓴다.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열린 질문, 그래도 고정된 출력(JSON)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