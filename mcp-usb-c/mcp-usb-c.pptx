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에이전트 도구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— AI를 내 데이터에 꽂는 USB-C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하나를 다시 만들지 않기 위한 업계 공용 약속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— AI는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'내 것'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모릅니다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데이터베이스, 내 파일, 내 캘린더, 우리 회사 문서를 모릅니다. 그때그때 복사해서 붙여넣을 수도 있지만, 연결할 도구가 많아지면 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3개 × 도구 5개 =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15개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이걸 일일이 만들어야 하는 지옥 — 이른바 M×N 문제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하나 늘 때마다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개수만큼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연동을 새로 만들어야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하나 갈아타면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개수만큼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만들어야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= "AI를 위한 USB-C 포트"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AI에나 꽂힙니다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USB-C를 떠올려 보세요. 예전엔 기기마다 충전기가 달랐지만, USB-C 하나로 통일되니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기기나 아무 충전기에 꽂힙니다.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'AI를 위한 USB-C'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도구를 한 번 MCP 규격으로 만들어 두면, MCP를 지원하는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AI에나 꽂힙니다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24887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63156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63156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524887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데이터베이스를 직접 조회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해서 답하기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4058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324726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324726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14058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 디자인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읽어서 그대로 화면 만들기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5627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86295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86295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75627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캘린더·Notion·Slack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접근해 개인 비서처럼 굴기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 — MCP는 어쩌다 '표준'이 됐나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경쟁사들이 같은 규격에 손을 얹었다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경쟁하는 회사들이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규격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떠받쳤습니다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Anthropic이 MCP 공개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'M×N 통합 지옥'을 풀 공용 규격이 필요했다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25.03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채택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25.04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채택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회사가 함께 관리하는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중립 재단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(리눅스 재단 산하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Foundation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)으로 이관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그래서 MCP는 특정 회사 기능이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공용 약속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한 번 익히면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바뀌어도 계속 쓸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실제로 뭘 할까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모음과 실전 목록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사람들이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07797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→ 코드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Figma를 연결하면 AI가 디자인을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읽어서 그대로 화면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문서와 대화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Notion을 연결해 "이번 주 할 일 정리해 줘", "이 문서 요약해 줘"를 채팅 안에서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웹을 데이터로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웹사이트를 훑어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상품·가격·이미지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정리해 오기(스크래핑)를 자연어로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글을 소리로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긴 글을 음성으로 바꾸기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자동화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"다음 주 화요일 회의 잡아 줘" → 캘린더에 초대장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업무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회사 DB·내부 문서·ERP에 붙여 IT 지원·채용·계약 업무를 돕기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59587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59587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59587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흥미로운 현실 — 공개적으로 널리 쓰이는 MCP 서버는 아직 손에 꼽지만,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내부용 MCP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(사내 DB·문서 연결)가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값지다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평가입니다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붙이는 것들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용도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이런 사람에게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파일시스템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폴더의 파일을 읽고 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문서·자료 정리하는 누구나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GitHub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이슈·코드 읽고 커밋·검색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프로젝트를 GitHub에 올리는 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자동화 Playwright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실제 웹브라우저를 열어 클릭·입력·캡처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웹작업·테스트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Slack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내역 검색·메시지 보내기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소통 자동화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노션 페이지·DB 읽고 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노션으로 지식 관리하는 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데이터베이스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DB에 자연어로 물어 조회(읽기 전용 권장)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앞서 배운 내 서비스 DB와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구글 드라이브·캘린더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검색·일정 확인/생성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문서·일정 자동화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902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902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딱 하나 조심 — 공개된 MCP 서버는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개 이상으로 급증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했고 그중엔 검증 안 된 것도 많습니다.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직접 낸 공식 서버 위주로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시작하세요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정리 — MCP가 건네는 세 가지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· 자원 · 프롬프트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· 자원 · 프롬프트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도구(Tools)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기능 (예: 검색하기, DB 조회하기)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자원(Resources)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들이는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(예: 파일, 문서, 기록)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프롬프트(Prompts)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미리 만들어 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템플릿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왜 좋을까요? ① 연결을 매번 새로 안 만들어도 되고, ② AI가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최신 데이터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보니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엉뚱한 답(환각)이 줄고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③ 학습 시점 이후의 최신 정보도 쓸 수 있습니다.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결국 이렇게 다가옵니다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"AI야, 우리 서비스 DB 보고 답해 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가능해지는 것. 문법을 몰라도 이미 만들어진 연결을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켜기만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하면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구조와 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M×N에서 M+N으로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담은 앱  (코딩 도구 등)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관리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9235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Notion·파일·DB  tools/resources/prompts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35224"/>
          <a:ext cx="11091672" cy="94945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표준이 없으면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규약을 따르면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M개 × 서비스 N개 = M×N개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앱은 client 한 번, 서비스는 server 한 번 → 대략 M+N개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403098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서버가 무엇을 허용하는지는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명시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host는 그 목록을 AI에게 보여 줍니다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USB-C 비유가 여기서 나옵니다 — 단,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플러그 모양이 같다고 모든 기기가 같은 권한을 갖는 건 아닙니다.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규칙이지 자동 안전 보장은 아닙니다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tool은 실제 행동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할 수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"읽기" 도구부터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쓰기·삭제·배포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되돌리기 어려운 권한은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과정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최신 데이터를 읽는다고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해석까지 자동으로 맞는 것은 아니므로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중요한 결과는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함께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앞 강의의 DB 실습에서 배운 것과 같습니다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전용부터, 되돌릴 수 없는 것엔 승인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MCP가 푸는 문제(M×N)는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앱 M개와 서비스 N개가 각각 전용 연동을 만들면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M×N개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필요하다. 공통 규약을 따르면 대략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M+N개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줄어든다.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 서버가 건네는 세 가지는?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도구(Tools) · 자원(Resources) · 프롬프트(Prompts).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중 실제 행동을 하는 건 도구다.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MCP가 '업계 공용 약속'이라고 말할 수 있는 근거는?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Anthropic이 2024-11 공개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OpenAI(2025-03)·구글(2025-04) 채택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2025년 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 재단 산하 중립 재단(AAIF)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이관.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"USB-C 비유"의 한계는?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플러그 모양이 같다고 모든 기기가 같은 권한을 갖는 건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연결 규칙이지 자동 안전 보장이 아니다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읽기부터, 위험한 권한엔 승인.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 · 연결 · 권한 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도구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2026-08-27T13:42:17Z</dcterms:created>
  <dcterms:modified xsi:type="dcterms:W3CDTF">2026-08-27T13:42:17Z</dcterms:modified>
</cp:coreProperties>
</file>