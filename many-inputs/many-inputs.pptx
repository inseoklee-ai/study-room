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6 · 멀티모달 (1)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종류의 입력을 한 모델에 넣는다는 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글·그림·소리를 같은 좌표계로 모아, 하나의 업무 판단으로 묶는다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멀티모달인가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멀티모달이란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판단으로 묶기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이미지 도구들이 실무에선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필요하다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"이미지도 넣는 챗봇"이 아니라 여러 증거를 한 맥락에서 다루는 흐름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질문은 "이미지를 받나?"가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"핵심 증거가 어느 모달리티에 있나?"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 3개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필요한 모달리티를 예측해 본다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멀티모달은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목록이 아니라, 판단을 묶는 사용법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⏪ 30초 복습 — 이미지를 다룬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방향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꺼내기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탐지·분할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어디 있나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그림에 말로 묻기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그림 만들기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실제 업무 장면은 이렇게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가지씩 깔끔하게 나뉘지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실무는 한 가지씩 나뉘지 않는다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장면에 여러 형식의 증거가 함께 온다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글자 · 음성 · 영상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한 장면에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모달리티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함께 온다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심사자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사진 속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 부위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수리 견적서의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상담 녹취의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기록자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영상 속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차트의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환자의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학생의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손글씨 풀이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설명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녹화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— 판단에 필요한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증거가 서로 다른 형식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흩어져 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모델을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 붙이면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충분한가?  아니면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모델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보고·듣고·읽는 방식이 필요한가?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323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4323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질문에 답하려면, 먼저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"멀티모달"이 정확히 무엇인지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봐야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멀티모달이란 무엇인가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아니라, 여러 증거를 한 맥락에서 다루는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6764" y="5486400"/>
            <a:ext cx="453542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6764" y="548640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· 이미지 · 음성 · 영상 · 센서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"이미지도 넣는 챗봇"이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멀티모달 = 텍스트·이미지·음성·영상·(때론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데이터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작업 맥락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다루는 흐름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이후 주요 AI 기관들이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멀티모달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구조를 차례로 공개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텍스트·이미지·오디오를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모델에서 실시간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다룬다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"모달리티가 하나 늘었다"가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바뀌는 이야기입니다.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세우기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08676" cy="2066544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전통 구현 — 모델 셋을 줄 세움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" y="1828800"/>
            <a:ext cx="5116068" cy="396240"/>
          </a:xfrm>
          <a:prstGeom prst="roundRect">
            <a:avLst>
              <a:gd name="adj" fmla="val 1153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5042916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 → </a:t>
            </a:r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글자로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바꾸기 (STT)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06752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2389632"/>
            <a:ext cx="5116068" cy="396240"/>
          </a:xfrm>
          <a:prstGeom prst="roundRect">
            <a:avLst>
              <a:gd name="adj" fmla="val 1153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89632"/>
            <a:ext cx="5042916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</a:t>
            </a:r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답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짓기 (LLM)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767584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2950464"/>
            <a:ext cx="5116068" cy="396240"/>
          </a:xfrm>
          <a:prstGeom prst="roundRect">
            <a:avLst>
              <a:gd name="adj" fmla="val 1153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50464"/>
            <a:ext cx="5042916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다시 </a:t>
            </a:r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말소리로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(TTS)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5408676" cy="2066544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3F6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146304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네이티브 — 한 모델 안에서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7940" y="1828800"/>
            <a:ext cx="5116068" cy="396240"/>
          </a:xfrm>
          <a:prstGeom prst="roundRect">
            <a:avLst>
              <a:gd name="adj" fmla="val 1153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1828800"/>
            <a:ext cx="5042916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· 이미지 · 음성 입력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31636" y="2206752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77940" y="2389632"/>
            <a:ext cx="5116068" cy="396240"/>
          </a:xfrm>
          <a:prstGeom prst="roundRect">
            <a:avLst>
              <a:gd name="adj" fmla="val 1153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4516" y="2389632"/>
            <a:ext cx="5042916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모델이 </a:t>
            </a:r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처리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1636" y="2767584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77940" y="2950464"/>
            <a:ext cx="5116068" cy="396240"/>
          </a:xfrm>
          <a:prstGeom prst="roundRect">
            <a:avLst>
              <a:gd name="adj" fmla="val 1153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4516" y="2950464"/>
            <a:ext cx="5042916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형식으로 출력  (중간 </a:t>
            </a:r>
            <a:pPr algn="ctr" indent="0" marL="0">
              <a:buNone/>
            </a:pPr>
            <a:r>
              <a:rPr lang="en-US" sz="10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단계 의존↓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584448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구현은 셋을 줄 세워 연결했고, 최신 구조는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입출력을 한 모델 안에서 네이티브로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바뀐 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"도구가 하나 줄었다"가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놓치던 단서의 종류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달라졌다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텍스트로 옮길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억양·침묵·말 끊김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단서가 사라졌었다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함께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다루면 그 단서를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살릴 수 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서로 다른 형식을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좌표계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형식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· 그림 · 소리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좌표계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배열로 통일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모델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놓고 판단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입력을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형식(숫자 배열)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바꾸면, 한 모델이 함께 다룰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아니라 판단으로 묶기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넣느냐가 아니라, 무엇을 판단하느냐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증거는 어느 형태로 존재하는가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3업무에서 "텍스트만 줘도 충분한 업무"와 "이미지·음성까지 필요한 업무"를 나눠, 먼저 자기 기준을 적어 보세요.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텍스트만 충분할까?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필요하다면 어떤 모달리티?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상담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공장 설비 이상 진단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발표 피드백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잠시 숨겨두고,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자기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적는 게 중요합니다. 다음 장에서 예시 사고와 맞춰 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예시 사고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상담 요약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전사만으로 시작 가능하나,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감정·침묵·말 끊김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품질 지표라면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단서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설비 이상 진단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작업자 메모보다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소리·계기판 이미지·경고등 영상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 중요한 증거일 수 있음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발표 피드백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발표문은 논리 구조만;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시선 처리·속도·말의 주저함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영상·음성이 필요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"더 많은 입력이 늘 정답"이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판단에 필요한 증거가 어떤 형태로 존재하는가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AI는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입력을 받는 기능 목록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아니라,  서로 다른 증거를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업무 판단으로 묶는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사용법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578608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모달리티(modality)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정보를 담는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감각·형식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텍스트·이미지·음성·영상·표·센서값이 모두 모달리티가 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실무의 네 가지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중요한가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업무의 핵심 증거는 어느 모달리티에 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요약만으로는 놓치는 단서가 생긴다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합치면 정확도가 오르는가, 책임만 커지는가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입력이 늘수록 비용·프라이버시·검증 부담도 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모델에 맡길 일인가, 전문 모델을 조합할 일인가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통합은 맥락 연결에, 전문은 측정·추적에 강하다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출력은 사람이 검증 가능한 형태인가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이미지·음성 근거가 들면 오류 설명도 복잡해진다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모델이 이미지를 받나요?"보다 이 네 질문이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훨씬 실무적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오늘 남길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 실습 기록표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설정을 바꿔 가며 잰 오류율과 견딜 수 있는 한계를 적는다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노션 회의록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되짚을 수 있는 형태로 남겼는지 확인한다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강의는 결국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실습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이어집니다 — 오늘 세운 판단 기준이 그 실습의 뼈대가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실무의 증거는 글·그림·소리로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온다 — 한 가지씩 나뉘지 않는다.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멀티모달은 "이미지도 넣는 챗봇"이 아니라 여러 증거를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맥락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다루는 흐름.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멀티모달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음성 입출력을 한 모델서 처리해 중간 텍스트 의존을 줄인다.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건 도구 수가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놓치던 단서의 종류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질문은 "이미지를 받나?"가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"핵심 증거가 어느 모달리티에 있나?"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실무 장면이 "한 가지씩 나뉘지 않는다"는 건 무슨 뜻?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들어보라.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2026의 멀티모달은 "이미지도 넣는 챗봇"과 어떻게 다른가?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전통적 음성 구현(3단 줄 세우기)과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구조의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"도구가 하나 줄었다"가 아니라 무엇이 달라졌나?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모달리티를 늘릴지 판단할 때, 가장 실무적인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질문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보험(사진·견적서·녹취), 의료(영상·차트·말투), 교육(손글씨·음성·녹화)처럼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형식의 증거가 한 판단에 함께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필요하다는 뜻.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기능이 아니라, 텍스트·이미지·음성·영상·센서를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작업 맥락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다루는 흐름이다.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전통은 말→글자→답→말소리로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셋을 줄 세움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; 네이티브는 음성 입출력을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모델서 처리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중간 텍스트 의존을 줄인다.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놓치던 단서의 종류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(억양·침묵 등)가 달라졌다.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"핵심 증거가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모달리티에 존재하는가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입력을 늘리는 것 자체가 목적이 아니다.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아니라 판단입니다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종류의 입력을 한 모델에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2026-07-31T06:01:26Z</dcterms:created>
  <dcterms:modified xsi:type="dcterms:W3CDTF">2026-07-31T06:01:26Z</dcterms:modified>
</cp:coreProperties>
</file>