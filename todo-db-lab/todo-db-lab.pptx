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⑦ · 실습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에이전트로 '내 Todo 앱'을 내 컴퓨터에 만들기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하기 — 목표(PRD)를 주면 에이전트가 만들고, 나는 검토·판단·수정한다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앱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 — CRUD의 교과서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보기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표시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앱은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저장·조회·수정·삭제(CRUD)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교과서라 DB를 손에 익히기에 딱입니다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목표(PRD)를 주면 에이전트가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계획·설치·구현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하고, 우리는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검토·판단·수정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6248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A — 내 컴퓨터(로컬)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395401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로컬 DB(예: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)에 저장.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없이 내 PC에서 완결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7356" y="347853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8524" y="36248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B — 클라우드(Supabase)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78524" y="395401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앱을 클라우드 DB로.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남에게 링크로 보여줄 때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PRD로 시작하고, DB 구조를 설계받기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것 한 장 → 구조도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실습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기능 + 내가 넣고 싶은 기능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[무엇] 내 컴퓨터에서 도는 Todo(할 일) 앱.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[기본 기능(CRUD)] 할 일 추가 / 목록 보기 / 완료 표시 / 삭제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[저장] 데이터는 내 컴퓨터의 무료 DB에 저장(껐다 켜도 남기)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[내가 넣고 싶은 기능]   &lt;- 여기에 1~2개 직접 적기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예: 마감일 표시 / 카테고리(태그) / 오늘 할 일만 보기 / 검색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[규칙] 무료 도구만. 비밀값은 .env로.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(로그인 같은 걸 넣는다면 직접 만들지 말고 검증된 라이브러리로.)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'내가 넣고 싶은 기능' 한두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꼭 적으세요 — 그게 남의 튜토리얼과 내 프로젝트를 가릅니다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구조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받습니다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PRD로 만들 Todo 앱의 DB 구조(어떤 표·열·관계)를 먼저 설계해서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구조도로 그려 보여 줘. 내 커스텀 기능(마감일·태그 등)도 반영해서.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로컬 무료 DB(예: SQLite)를 쓸 거야."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5237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23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409444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표(예: todos, 태그를 넣었다면 tags와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)와 열(제목·완료여부·마감일…)을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보여 준다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4038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1546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154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04038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배운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사이 관계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대로 잡혔는지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2618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할 일(todos)과 태그(tags)는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연결표(todo_tags)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이어집니다(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다대다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③에서 배운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N:M → 연결 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여기서 실제로 나옵니다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A — 내 컴퓨터에 만들어 돌리기 (로컬)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파일 하나 · localhost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실습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지시서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이대로 붙여 넣으세요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PRD와 방금 합의한 DB 구조로 Todo 앱을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데이터는 로컬 SQLite 파일 하나(todo.db)에 저장하고,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브라우저에서 localhost로 열리게 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.env · todo.db 는 .gitignore 에 넣어.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먼저 전체 계획을 보여주고, 각 단계 끝에 뭘 확인하면 되는지 알려 줘."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9641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9641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8575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한 번 읽기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PRD와 맞는지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31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5798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5798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4731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명령은 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프로젝트 폴더 안인지 확인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888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195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195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0888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되던 순간마다 Git 커밋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되돌릴 지점을 남긴다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새로고침해도 남는가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브라우저에서 할 일을 추가하면 목록에 뜨고,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새로고침·앱 재시작 후에도 남는다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뷰어로 todo.db를 열어 todos 표에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행이 실제로 쌓였는지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툴은 AI에게 추천받기 — SQLite는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'DB Browser for SQLite'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Code의 SQLite 확장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2989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07619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보이는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40537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Todo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입력창과 추가 버튼,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마감일이 붙은 할 일 목록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292989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8524" y="307619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남는 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8524" y="340537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todo.db 파일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껐다 켜도 남는다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막히는 곳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9519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9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npm install에서 better-sqlite3 빌드 에러(node-gyp)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네이티브 모듈이라 빌드 도구가 필요. 에러를 그대로 에이전트에 주고 "내 OS(맥/윈도우) 기준 빌드 도구를 설치·확인해 줘" (맥: Xcode Command Line Tools, 윈도우: 빌드 툴·Python). Node는 LTS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포트가 already in use(EADDRINUSE)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서버가 아직 떠 있음. 그 창을 끄거나 다른 포트로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추가했는데 새로고침하면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화면에만 있고 DB엔 안 들어감. "추가한 할 일을 DB에 저장하고 다시 읽어오게 해 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고쳤는데 반영 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서버를 껐다 켜기 (특히 .env 수정 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todo.db를 GitHub에 올려버림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.gitignore에 추가. 이미 커밋했다면 에이전트에게 'git 이력에서도 빼 줘'까지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되면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에러를 그대로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붙여넣기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에이전트에게 붙여넣어 고치게 한다 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→ 수정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반복)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걸 계속 못 고치면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되던 지점으로 되돌리고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(그래서 커밋을 남겼습니다)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잘게 쪼개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시킨다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에이전트와 일할 때의 규율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지점을 남기고, 한 번에 한 가지만 고친다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B — 클라우드(Supabase)로도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RLS 꼭 켜기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실습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앱을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Postgres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"같은 Todo 앱을, 로컬 SQLite 대신 Supabase(무료 클라우드 Postgres)에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저장하도록 바꿔 줘. 접속 키는 .env로 빼고,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RLS(행 수준 보안)를 켜서 허용된 접근만 되게 해 줘."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Supabase 대시보드의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Editor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todos 표에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행이 쌓이는지 눈으로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3255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3255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3255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꼭 켜기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 켜면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키로 누구나 데이터에 접근할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vs 클라우드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· 학습 · 오프라인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(SQLite 파일 하나)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남에게 보여주고 24시간 열려면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(Supabase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2779776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흐름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3072384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만들고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11596" y="2670048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77356" y="2670048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32220" y="2779776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낼 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50508" y="3072384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클라우드로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391363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로컬로 익힌 뒤 배포할 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연결만 클라우드로 바꾸면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· 구조 · 확인 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⑦ 실습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