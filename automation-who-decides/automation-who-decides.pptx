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자동화와 에이전트 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반복하는 일, AI에게 맡기면 안 될까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정할 것은 AI를 쓸지 말지가 아닙니다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 메일함의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하루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배송은 언제 도착하는지, 결제는 왜 실패했는지, 반품은 어디로 보내는지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확인합니다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내용을 읽고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팀에 전달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내용을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표에 다시 옮깁니다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점심이 가까워져도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메일은 줄지 않습니다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💭 이때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이 일을 맡아 준다면 좋겠다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생각이 자연스럽게 듭니다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맡긴 일이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예외를 만나면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자동화의 약속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시간을 돌려주고 실수를 줄인다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규칙이 분명한 반복은 실제로 잘 맡길 수 있습니다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뜻밖의 예외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잘못 분류된 문의가 여러 팀으로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전달될 수 있습니다.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멈춰야 할 작업이 계속 실행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될 수도 있습니다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1518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나중에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결과만 남고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왜 그런 선택이 이어졌는지는 찾기 어려울 수 있습니다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정할 것은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쓸지 말지가 아닙니다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 맡길지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어디에서  멈추게 할지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문제가 생기면  무엇을 확인할지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강의에서 갖추게 되는 것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업무를 맡길 만한 부분과 사람이 판단해야 할 부분을 구분하는 눈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판단은 한 질문에서 시작합니다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"다음 행동을 누가 정하는가"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행동을 누가 정하는가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같아 보여도 살펴볼 곳은 달라집니다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58868" y="548640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8868" y="548640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자동화와 에이전트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수정안만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opencode, Claude Code, Antigravity에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저장소를 살펴보고 수정안을 만들어 달라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 맡긴 장면을 떠올려 봅니다.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9943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도구는 파일을 읽고, 명령을 실행하고, 테스트 결과를 확인한 뒤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행동을 고를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파일을 먼저 열었는지, 어느 명령을 택했는지, 실패 뒤에 왜 다시 시도했는지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빠르게 지나갑니다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69328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69328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69328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 불편함은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잘못 사용했다는 뜻이 아닙니다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"에이전트"라는 이름 아래에 서로 다른 통제 방식이 있기 때문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선택권이 놓인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자리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단계·도구를  직접 지시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그래프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정해진 순서와  조건에 따라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앞선 결과를 읽고  도구·경로 선택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화살표는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데이터의 이동이 아니라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행동을 정할 권한이 어디에 있는지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나타냅니다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310128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같아 보여도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문제가 생겼을 때 살펴볼 곳은 달라집니다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업무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문의 분류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정하는가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사람이 메일을 읽고 기준을 적용해 알림을 보냅니다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 그래프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수신 → 분류 → 담당 팀 찾기 → 알림 발송을 연결하고 조건을 정해 두었습니다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내용이 모호한 문의에서 조회 도구를 쓸지, 추가 정보를 요청할지, 후보를 다시 찾을지 모델이 고릅니다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3054096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경우 모두 화면에는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"담당 팀에 알림을 보냈다"는 결과만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남을 수 있습니다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원인을 찾는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방식이 다릅니다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골랐나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되짚을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입력과 판단 기준을 되짚습니다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 그래프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어느 조건에서 다른 경로로 갔는지 확인합니다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제공한 도구 · 관측한 결과 · 반복 한도 · 승인 규칙을 함께 확인합니다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🚗 선택권이 이동하는 모습은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운전대가 손에서 자동 조향 장치로, 다시 상황을 해석하는 조수에게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넘어가는 모습과 닮았습니다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목적지는 같아도 브레이크를 확인할 곳은 달라집니다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국면마다 확인할 질문이 다릅니다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이름이 아니라 확인 지점으로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58868" y="5486400"/>
            <a:ext cx="287121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58868" y="5486400"/>
            <a:ext cx="28712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자동화와 에이전트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국면별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08026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다루는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확인할 질문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사람이 대화창에서 하나씩 요청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조사·파일·코드·연결 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입력한 내용이 어떤 연결 도구와 외부 서비스에 전달되는지, 실행 기록을 어디까지 볼 수 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 그래프가 순서를 정함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트리거 · 노드 · 분기 · 실행 이력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그래프 가운데 모델을 넣어도 전체가 곧바로 모델 주도가 되지 않으므로 — 모델이 판단하는 범위와 그 앞뒤의 연결, 실행 권한을 나누어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모델이 다음 도구를 고름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저장소 · 터미널 · 테스트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어느 경로가 읽기만 가능한지, 변경과 외부 통신은 어디에서 승인하는지, 테스트 결과가 다음 선택에 다시 반영되는지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국면은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등을 돌린 제품 목록이 아닙니다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도구 안에서도 국면마다 선택 주체가 달라질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대화창에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기능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붙을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그래프 한가운데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판단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들어갈 수도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에이전트에도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승인하는 절차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함께 있을 수 있습니다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1541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91541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91541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그래서 "이 제품은 에이전트, 저 제품은 워크플로"라는 분류보다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국면에서 다음 행동을 누가 정하는가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묻습니다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Anthropic의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 / 에이전트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경로가 미리 정해진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경우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과정과 도구 사용을 동적으로 이끄는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경우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86584"/>
          <a:ext cx="11091672" cy="76809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 경로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동적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검토와 재현에 유리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예외가 많은 업무에 도움 — 대신 비용과 오류가 쌓일 가능성도 커집니다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33009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33009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" y="33009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이 구분은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쪽이 더 낫다는 뜻이 아닙니다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모델에 선택을 더 맡길수록 도구 권한, 반복 한도, 사람이 멈추는 지점을 더 분명히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정해야 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강의의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낱말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규칙이 분명한 반복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맡깁니다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여러 단계를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설계해 연결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판단이 필요한 곳에서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다음 행동을 고릅니다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273552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소단원에서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자동화와 워크플로의 구조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더 자세히 봅니다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AI에 반복 업무를 맡길 때 먼저 정해야 하는 것은?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쓸지 말지가 아니라 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맡기고, 어디에서 멈추게 하며, 문제가 생기면 무엇을 확인할지.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결과가 같은데도 세 국면을 구분해야 하는 이유는?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원인을 찾는 방식이 다르기 때문.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사람이면 판단 기준, 그래프면 조건과 경로, 모델이면 도구·관측·반복 한도·승인 규칙을 본다.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고정 경로와 동적 선택의 장단은?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고정 경로는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검토와 재현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유리하고, 동적 선택은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예외가 많은 업무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도움이 되지만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비용과 오류가 쌓일 가능성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커진다.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행동을 누가 정하는가 🧭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자동화와 에이전트 ①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2026-09-02T13:29:04Z</dcterms:created>
  <dcterms:modified xsi:type="dcterms:W3CDTF">2026-09-02T13:29:04Z</dcterms:modified>
</cp:coreProperties>
</file>