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에이전트 도구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어시스턴트에서 에이전트로 — 도구의 정체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쓰던 그 도구, 사실은 '에이전트'였습니다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공식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=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모델(model)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하네스(harness)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542032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2834640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47238" y="243230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12998" y="2432304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7862" y="2542032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86150" y="2834640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+ 하네스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11596" y="243230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77356" y="2432304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2220" y="2542032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0508" y="2834640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(ReAct)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5954" y="243230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1714" y="2432304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96578" y="2542032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214866" y="2834640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2023년의 교훈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67588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전체는 이 하네스를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강하게 만드는 세 가지(MCP·스킬·규칙)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하네스를 고를지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이어집니다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에이전트를 한 문장으로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도구 · 반복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도구의 정체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주면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골라 쓰고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끝까지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준다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"이렇게 저렇게 클릭해"가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 기능을 붙여 줘"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세부 단계는 AI가 알아서 짠다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말로만 답하지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파일을 고치고, 명령을 실행하고, 검색을 하며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움직인다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끝내지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해보고, 결과를 확인하고, 틀리면 고치기를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목표가 이뤄질 때까지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되풀이한다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코딩에만 해당하는 얘기가 아닙니다 — 고객 문의를 읽고 답하는 AI, 자료를 뒤져 보고서를 쓰는 AI도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뼈대는 똑같습니다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바이브 코딩에서 쓴 건 그중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코딩을 하는 에이전트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였던 거죠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'어시스턴트'와는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정도의 차이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어시스턴트(assistant)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에이전트(agent)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줄 추천, 질문에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파일 수정·명령 실행·반복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단계를 정하는 주체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스스로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없음(텍스트 위주)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파일·터미널·검색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곁에서 거드는 조수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일을 맡아 끝내는 일꾼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표의 오른쪽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단계를 정하고 도구까지 써서 일을 끝내는 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우리가 말하는 에이전트입니다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잠깐, 왜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'에이전트'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부를까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단어는 낯설지 않습니다.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 에이전트, 여행사 에이전트, 첩보 영화 속 요원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— 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'나 대신 뛰어서 일을 처리해 주는 사람'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가리키죠. 어원도 라틴어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'행하다(agere)'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나와 수백 년 전부터 "남을 대신해 행동하는 이"라는 뜻으로 쓰였습니다.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87118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쪽에서도 단골이었습니다 — 러셀·노빅의 고전 교과서(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1995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)는 인공지능을 아예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"주변을 살펴보고 목표를 위해 스스로 행동하는 존재, 즉 에이전트를 연구하는 일"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정의했습니다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1990년대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이미 내 메일을 읽고 일정을 잡아 주던 비서 프로그램을 '에이전트'라 불렀습니다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왜 하필 요즘 유행어가 됐나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 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"목표만 던지면 알아서 끝까지"라는 LLM 실험들이 화제가 되면서입니다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5669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5669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5669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뜻의 뿌리는 예나 지금이나 같습니다 — 달라진 건 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'머리' 역할을 이제 LLM이 맡는다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공식 — 에이전트 = 모델 + 하네스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도구들을 이해하는 열쇠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도구의 정체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지능을 부리는 껍데기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모델(model)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언어·코드·이미지를 다루는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(Claude, GPT 같은 것)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🦺 하네스(harness)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지능을 감싸서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일을 하게 만드는 실행 환경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"읽고 → 고치고 → 실행하고 → 다시 반복"하는 루프, 파일 접근, 안전장치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능력과 가격·속도는 계속 달라지고,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모델도 하네스의 도구 권한·검증·사용 흐름에 따라 결과가 크게 달라집니다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382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382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382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그러니 "모델이 다 비슷하다"고 단정하기보다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작업에서 어떤 하네스가 모델을 안전하고 확인 가능하게 움직이는가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비교해 봅시다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 — '답하기'에서 '스스로 일하기'까지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→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도구의 정체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→ 2023 ·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답하기에서 행동하기로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묻고 한 번 답하면 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('단일 턴'). 초기 GPT는 문장을 던지면 뒤에 이어질 말을 한 덩이 지어 줄 뿐,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나눈 얘기도 기억하지 못했다.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편집기에서는 다음 줄을 채워 주는 자동완성(GitHub Copilot) 정도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— '멀티턴' 대화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앞서 주고받은 대화를 기억하고 이어 가자 "코드를 대화로 부탁한다"가 열렸다.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AI는 말로만 거들었다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전환 — 말 대신 행동.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모델이 정해진 방식으로 바깥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부를 수 있게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되면서 검색하고 파일을 읽고 코드를 실행하기 시작. AI가 '낯선 천재'에서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 코드베이스를 좀 아는 동료'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→ 지금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반복이 얹히자 에이전트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06196"/>
          </a:xfrm>
          <a:prstGeom prst="roundRect">
            <a:avLst>
              <a:gd name="adj" fmla="val 1020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1925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6192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24~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8061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목표만 주면 계획하고, 실행하고, 결과를 보고 고치기를 스스로 되풀이하는 도구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(Cursor·Claude Code 같은)가 자리를 잡았다. 이슈를 통째로 맡기면 알아서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코드와 테스트까지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가져오는 데까지 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241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241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3241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한마디로 — AI는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답만 하던 데서 → 대화를 하고 → 도구를 쓰고 → 이제 스스로 반복하는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데까지 왔습니다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0190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겉모습은 도구마다 달라도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속은 점점 닮아 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AGENTS.md나 스킬, MCP처럼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 번 적어 두고 계속 쓰는 맥락'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어느 도구에서나 공통으로 등장하죠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원리 — 에이전트는 어떻게 '스스로' 일하나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· ReAct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도구의 정체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이룰 때까지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뭘 할지 정하고, 큰 목표를 작은 일로 쪼갠다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실제로 한다 (코드 실행·파일 수정·명령 실행)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결과를 본다 (에러가 났나? 됐나?)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제대로 됐는지 판단하고, 아니면 다시 계획으로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프로그래밍의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반복문(while)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목표가 끝날 때까지 돕니다. 이 발상을 연구자들은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부릅니다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 + Acting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Shunyu Yao 외, 2022년 10월 arXiv 공개 → 2023년 ICLR 발표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Princeton University · Google Research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Reasoning(추론) + Acting(행동)의 합성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혼자 답을 완성하는 대신,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"생각을 적고 → 실제로 행동(예: 검색)하고 → 관찰한 결과를 보고 → 다시 생각하기"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번갈아 합니다. 사람이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사실은 확인해야겠다 → 찾아봄 → 그 결과로 다음 선택을 정함"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푸는 과정과 닮았습니다.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376961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76961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76961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오늘날 모든 코딩 에이전트가 ReAct를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구현한다는 뜻은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관찰-수정 루프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이해하는 좋은 출발점입니다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 번에 정답'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나을까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Thought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다음에 확인할 가설과 계획을 세운다. 그러나 계획은 파일의 실제 내용이나 명령의 오류를 모른 채 세운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 읽기·검색·테스트 실행처럼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세계에 질문을 던지는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Observation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질문이 돌려준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다음 Thought는 그 사실을 재료로 다시 쓰인다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"로그인이 안 된다"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에이전트가 곧바로 코드를 고치지 않고, 먼저 오류 로그를 읽고(Action), 401(인증 실패)인지 환경 변수 누락인지 관찰합니다(Observation).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뒤에만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수정 방법을 고릅니다(Thought).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8907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8907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98907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교차가 환각을 없애지는 않지만,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추측을 검증 가능한 증거로 교체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좋은 지시는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지점을 요구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부족한 지시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"고쳐 줘"에서 끝난다 — 에이전트가 추측만으로 달릴 수 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좋은 지시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관련 파일과 오류를 확인하고, 수정 뒤에는 테스트를 실행해 결과를 보고해 줘"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루프가 길어질수록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비용과 실수 가능성도 늘어납니다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멈출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정해야 합니다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비용이 정확히 어떻게 늘어나는지는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④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(토큰과 컨텍스트)에서 숫자로 봅니다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 봄의 소동 — "목표만 주면 알아서"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AutoGPT · BabyAGI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도구의 정체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10만 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드러난 문제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GPT-4가 나온 직후,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"목표 한 줄만 주면 알아서 할 일을 쪼개 끝까지 해내는"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프로그램들이 화제가 됐습니다.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BabyAGI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(투자자 요헤이 나카지마의 짧은 스크립트)와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AutoGPT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대표였습니다.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8711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AutoGPT 저장소는 출시 몇 주 만인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 4월 말~5월 초에 GitHub 별 10만 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넘겨 당시 사상 최고 속도로 불렸습니다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이는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폭발적 관심의 지표이지 품질이나 현재 사용성을 보장하는 순위는 아닙니다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5046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3057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3057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95046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멈춰야 할지 몰라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일을 무한 반복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3672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672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356616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방향으로도 계속 AI를 호출해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요금이 커짐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8185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2885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288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418185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결과를 사람이 확인하지 않으면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목표를 향해 달릴 수 있음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오늘의 에이전트는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'완전 자율'보다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작업 단위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명확한 권한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멋진 자율성보다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멈추고 검토할 수 있는 작업 흐름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실전에서는 더 안전합니다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어시스턴트와 에이전트를 가르는 가장 큰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단계를 정하는 주체와 도구 사용.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어시스턴트는 사람이 단계를 정하고 텍스트 위주, 에이전트는 AI가 스스로 단계를 정하고 파일·터미널·검색을 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"에이전트 = 모델 + 하네스"에서 하네스가 하는 일은?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지능을 감싸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일을 하게 만드는 실행 환경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루프, 파일 접근, 안전장치. 같은 모델도 하네스에 따라 결과가 크게 달라진다.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ReAct 루프가 '한 번에 답하기'보다 나은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추측을 검증 가능한 증거로 교체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 때문. 행동(Action)으로 바깥에 질문하고 관찰(Observation)한 사실을 다음 판단의 재료로 쓴다.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AutoGPT 소동이 남긴 설계 원칙 세 가지는?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작업 단위 · 명확한 권한 · 중간 확인.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완전 자율보다 내가 멈추고 검토할 수 있는 흐름이 안전하다.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도구 · 반복 🦺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도구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2026-08-27T13:42:17Z</dcterms:created>
  <dcterms:modified xsi:type="dcterms:W3CDTF">2026-08-27T13:42:17Z</dcterms:modified>
</cp:coreProperties>
</file>