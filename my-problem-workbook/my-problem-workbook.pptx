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COMPUTATIONAL THINKING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문제를 네 조각으로, 그리고 AI에게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 — 네 동작으로 분해한 한 페이지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주지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도메인을 아는 사람은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예시는 보여 드리지만,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베끼면 자기 것이 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단계로 갑니다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고르기 → 네 동작 워크북 → AI 전달 형식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문제 한 가지 고르기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"매번 하는 귀찮은 일"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내 문제를 네 조각으로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반복되고,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많이 잡아먹는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좋지 않은 후보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싶은 멋진 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좋은 첫 후보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하는 귀찮은 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반복되는 일일수록 AI에게 맡기기 좋다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86584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외래 후 진료 기록 요약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 들어온 사건을 유형별로 1차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광고 캠페인 결과를 한 장으로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0690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40690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0690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문제 한 줄: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네 동작 워크북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자기 도메인으로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내 문제를 네 조각으로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마케터 예시 (광고 결과 정리)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분해 5~7개 작은 단위로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채널별·캠페인별·지표별·시간대별로 나눔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인식 반복 2~3개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 저녁 전환율↑ / 이벤트 클릭률↑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 본질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"한 줄 인사이트 3개로 한 달을 요약"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 단계별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입력→4가지 분리→패턴 추출→인사이트 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거칠어도 괜찮습니다.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가장 어려운 칸이 보일 겁니다 — 그 칸이 소단원 ②에서 적어 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"가장 어색한 동작"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같다면, 그게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 달 동안 가장 많이 자라날 부분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— 네 동작 분석을 AI 지시로 옮기기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모듈(바이브 코딩)의 예고편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내 문제를 네 조각으로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형식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[도메인 맥락]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광고 대행사 마케터 7년 차이고, 매주 캠페인 결과를 한 장으로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정리하고 싶습니다.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[네 동작 분석]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분해: 채널별·캠페인별·지표별·시간대별 데이터로 나눔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패턴: 시간대 효과, 캠페인 종류 효과, 채널 효과 3가지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추상화: 한 줄 인사이트 3개로 한 달 요약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알고리즘: 데이터 입력 → 4가지 분리 → 패턴 추출 → 인사이트 3개 출력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 요구]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클라이언트 보고서 양식으로, 한국어로.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[검증 기준]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시니어 마케터 2명이 "실제로 쓸 수 있다"고 평가할 것.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0977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0977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0977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단계라도 빠지면 AI가 빈 칸을 자기 추측으로 채워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결과가 흔들립니다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[도메인 맥락]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자기가 누구이고 무엇을 풀려는지를 한 단락으로 적는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 AI 응답의 질을 가장 크게 좌우합니다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③에서 본 그대로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맥락을 알려 주면 AI는 그 안에서 빠르게, 안 알려 주면 일반적이고 흔한 답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직접 해보기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형식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옮겨 적기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355848"/>
          </a:xfrm>
          <a:prstGeom prst="roundRect">
            <a:avLst>
              <a:gd name="adj" fmla="val 136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3558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1729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[도메인 맥락]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____ 도메인 ____ 년 차이고, ____ 작업을 자동화/정리하고 싶습니다.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[네 동작 분석]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분해: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패턴: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추상화: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알고리즘: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 요구]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 형식으로, 한국어로.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[검증 기준]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 한 사람이 ____ 라고 평가할 것.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8737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8737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8737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칸이라도 비어 있다면 그 칸은 "아직 내가 또렷하게 생각하지 못한 부분"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빈 칸 자체가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무엇을 더 다듬어야 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주는 신호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가장 자주 비는 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[검증 기준]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이렇게 끝내면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작동하면 좋겠어"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자기 기준으로 만들어 검증이 어렵다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이렇게 적으면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"누가", "어떤 기준으로"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합격을 판단하는지 미리 적으면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그 기준에 맞춰 결과를 만든다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기준은 도메인 전문가만 정할 수 있는 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AI가 대신 정할 수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문제로 무엇을 골라야 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"하고 싶은 멋진 일"이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"매번 하는 귀찮은 일"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자주 반복되고 시간을 많이 잡아먹는 작업.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전달 형식에서 AI 응답의 질을 가장 크게 좌우하는 칸은?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맨 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[도메인 맥락]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자기가 누구이고 무엇을 풀려는지 한 단락.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가장 자주 비는 칸과, 그 칸이 중요한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[검증 기준].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"누가·어떤 기준으로" 합격을 판단하는지 적어야 AI가 그 기준에 맞춘다.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전문가만 정할 수 있는 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워크북에서 못 채운 칸은 무엇을 뜻하나?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"아직 또렷하게 생각하지 못한 부분"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앞으로 가장 많이 자라날 지점.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문제 · 네 조각 · 전달 형식 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Thinking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2026-08-27T20:31:30Z</dcterms:created>
  <dcterms:modified xsi:type="dcterms:W3CDTF">2026-08-27T20:31:30Z</dcterms:modified>
</cp:coreProperties>
</file>