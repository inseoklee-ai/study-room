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Workspace 자료를 읽는 인증과 연결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 로그인한 사실이 새 프로그램으로 자동 전달되지는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알려야 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로컬 프로그램 → Google 로그인·동의 화면 → 학생의 계정 선택·동의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← 인증 결과를 받아 토큰 저장 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로컬 프로그램 → 토큰을 첨부해 Sheets API 호출 → 표 데이터 반환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앱이, 어느 사용자의 동의를 받아, 어떤 작업을 하려는지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Google에 알려야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계정의 비밀번호는 Google 로그인 화면에 입력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로컬 프로그램은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결과를 바탕으로 API를 요청할 수 있는 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문서를 작성하는 것 자체에는 credential이 필요하지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Skill이 사용하는 MCP·CLI·스크립트가 Google API를 호출할 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인증이 필요합니다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88924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88924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88924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 실습의 순서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프로젝트와 앱 준비 → 최초 로그인 → 프로그램의 API 읽기 → MCP 등록 → 에이전트의 실제 호출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MCP와는 별개의 인증 경로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노트북 연결 승인이 이 동의를 대신하지는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Credential과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Credential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앱이나 사용자를 식별·인증하는 데 쓰는 정보 (넓은 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OAuth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비밀번호를 도구에 넘기는 대신 Google 화면에서 허용할 접근을 선택하는 절차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앱인가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동의한 범위에서 API를 호출할 때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접근 토큰을 받는 데 쓰일 수 있는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Scope(범위)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'표 읽기', '일정 읽기'처럼 허용할 작업의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방식의 출발점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로그인해 내 자료를 다루기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동의를 받는 OAuth 클라이언트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 전용 계정에 공유한 자료 다루기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계정; 접근 범위를 별도로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지원되는 공개 데이터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키를 지원하는 API인지 먼저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8887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3"/>
          <p:cNvSpPr/>
          <p:nvPr/>
        </p:nvSpPr>
        <p:spPr>
          <a:xfrm>
            <a:off x="548640" y="58887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4"/>
          <p:cNvSpPr/>
          <p:nvPr/>
        </p:nvSpPr>
        <p:spPr>
          <a:xfrm>
            <a:off x="786384" y="58887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하나로 내 Gmail이나 비공개 문서 전체에 접근할 수 있는 것은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 실습은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실행하는 도구 + 내 계정의 OAuth 동의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진행합니다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프로젝트와 API 준비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Gmail 계정도 이 API를 쓸 수 있습니다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⑬ Google 인증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226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 Console 오른쪽 위 계정에서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실습에 사용할 개인 계정인지 먼저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회사 계정으로 열려 있다면 전환한 뒤 진행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프로젝트는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설정과 앱 인증 정보를 묶어 관리하는 단위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컴퓨터의 실습 폴더나 Drive 폴더와는 다른 곳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폴더에는 Python 파일, Cloud 프로젝트에는 '프로그램이 사용할 Google 기능과 앱 설정'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표 자체를 이 프로젝트로 옮기지는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Project로 만들고 Project name에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목적을 나타내는 이름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Workspace OAuth Practice).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ID는 전역에서 고유해야 하므로 화면 예제와 달라도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프로젝트 선택기에 방금 만든 이름이 표시되는지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엉뚱한 프로젝트에서 API를 켠 뒤 다른 프로젝트의 인증 JSON을 받으면 설정은 각각 존재해도 함께 작동하지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설정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프로젝트에서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APIs &amp; Services → Library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열고 Google Sheets API를 찾아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Enable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작업은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'우리 프로그램에서 표 API를 사용할 준비'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사용자의 어느 표를 읽을지는 아직 정하지 않았습니다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34946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하려는 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표의 셀 읽기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Sheets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본문 읽기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Docs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이름 검색·목록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Drive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읽기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읽기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Calendar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8553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68553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68553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사용 설정은 이 프로젝트에서 API를 쓸 준비이며, 내 문서 접근에 대한 사용자 동의와는 별개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Docs/Sheets 도구가 파일을 찾기 위해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 API도 사용할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있으므로 도구 문서의 요구 사항을 함께 봅니다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화면과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사용자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502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Auth platform → Branding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name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Sheets Practice),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이메일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(동의 화면을 본 사용자가 문의할 연락처),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 이메일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(앱 설정 관련 안내)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Audience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이 앱을 누가 이용할지 — 개인 계정 실습은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External은 곧바로 공개 게시한다는 뜻이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Testing 상태로 두고 Test users에 등록한 계정으로 시험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Workspace 또는 Cloud Identity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내부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대상이며 조건을 충족할 때 사용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계정 실습에서는 회사용 Internal 안내를 그대로 따라가지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users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브라우저 로그인에서 선택할 개인 이메일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추가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프로젝트를 편집할 사람이나 표를 공유받을 사람 목록과는 다릅니다.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프로젝트를 편집할 수 있어도 다른 계정으로 로그인하면 테스트 사용자 제한에 걸릴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0203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0203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40203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배포를 위해 임의의 홈페이지나 개인정보처리방침 주소를 넣지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실습에서는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Testing을 유지한 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이후 실제 인증과 읽기에 성공했습니다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공유 권한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SCOPES = ["https://www.googleapis.com/auth/spreadsheets.readonly"]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끝의 readonly는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문자열은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Google이 구별하는 권한 식별자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정확한 값을 사용합니다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Scope와 파일 공유 권한은 서로 다른 조건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'표 읽기'를 동의했어도 공유받지 않은 다른 사람의 비공개 표까지 읽을 수는 없고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권한이 있는 표라도 읽기 전용 토큰으로 수정 API를 호출할 수는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봐야 하는 셋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콘솔 Data Access의 선언, Python의 SCOPES, 실제 로그인 동의 화면.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콘솔에서 범위를 저장했다는 사실만으로 프로그램의 요청이나 기존 토큰의 권한이 자동으로 바뀌지는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목록에서 찾기 어렵다면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Manually add scopes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전체 문자열을 입력하고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 to table → Update → Save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07136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07136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07136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See all your Google Sheets spreadsheets는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가능한 표 전체에 대한 읽기 권한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표 하나만 허용하는 범위가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비슷한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파일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만들어지는 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credentials.json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콘솔에서 앱 클라이언트를 만들고 다운로드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앱이 로그인을 요청하는지 식별하는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 실행 후 사용자가 로그인하고 동의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동의한 사용자로 API를 요청하고 인증을 갱신하는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229019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Auth platform → Clients → Create client → Desktop app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선택하고 JSON을 다운로드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application을 요구하는 도구라면 그 안내의 redirect URI를 정확히 등록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종류를 추측하지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당시 콘솔은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창을 닫으면 client secret을 다시 보거나 다운로드할 수 없다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안내했습니다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보관 위치는 ~/.config/google-workspace/credentials.json이며 인증 프로그램이 같은 폴더에 token.json을 생성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실습 ZIP이나 Git 저장소에 넣지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다운로드한 내용이나 토큰을 에이전트 대화에 붙여 넣지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읽을 경로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설정하고, 과제에는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'어느 설정 항목에 경로를 지정했는가'만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안에 둘 수밖에 없다면 .gitignore로 제외하고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추적되고 있지 않은지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확인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.gitignore는 이미 올라간 비밀값을 지워 주지 않습니다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510654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10654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510654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Credential은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인증에 쓰는 정보를 넓게 부르는 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도구에서 credentials.json이라는 파일 하나를 의미하는 것은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위치를 쓰면 CREDENTIALS_PATH(앱 JSON)와 TOKEN_PATH(로그인 결과)로 지정하며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이름은 첨부 코드의 약속이고 공통 이름은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로그인과 API 읽기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MCP를 먼저 등록하지 않는 이유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⑬ Google 인증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--locked --extra google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--locked --extra google python google_auth_check.py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25664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Extra(선택 의존성 묶음)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특정 기능을 쓸 때 기본 의존성에 더할 라이브러리 묶음 — google extra는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MCP 환경에 Google API와 인증용 라이브러리를 추가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Google 프로젝트나 가상환경을 만드는 옵션이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명령에도 --extra google을 명시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필요한 라이브러리를 실행 전에 확인하고 준비할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requirements.txt·requirements-google.txt는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방식과의 호환 참고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기준은 pyproject.toml과 uv.lock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명령은 인증 JSON을 읽고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브라우저를 엽니다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로그인한 적이 없으므로 지금 이 순간에 사용자 동의를 요청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계정이 여러 개면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users에 등록한 개인 계정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프로그램은 결과를 받기 위해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잠시 기다립니다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프로그램을 실행하는 자기 컴퓨터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가리키며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컴퓨터 안에서만 결과를 받고 사용하지 않는 포트를 잠시 엽니다.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로그인 웹사이트를 인터넷에 배포하는 작업은 아닙니다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89813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89813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89813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로그인 후 이 프로그램이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공식 예제 표를 직접 읽습니다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MCP를 먼저 등록하지 않는 이유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이 단계의 결과로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인증과 API가 동작하는지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있고, 이후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연결에 문제가 생겨도 어느 단계까지 성공했는지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반환값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선택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콘솔에서 정한 앱 이름과 사용할 계정을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미검증 안내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직접 만든 Testing 앱의 안내입니다.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이름·개발자·계정을 확인한 이 실습에서는 Continue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모르는 다른 앱의 경고를 무조건 넘기는 절차가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동의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설명이 표 읽기인지 확인한 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콘솔에 범위를 저장했더라도 실제 실행 프로그램이 다른 권한을 요청할 수 있으므로 이 화면을 다시 확인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942844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"Example Spreadsheet",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"sheet": "Class Data",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"range": "'Class Data'!A1:C3",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"values": 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["Student Name", "Gender", "Class Level"],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["Alexandra", "Female", "4. Senior"],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["Andrew", "Male", "1. Freshman"]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54574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4574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54574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이번 환경에서는 동의 후 localhost 완료 페이지가 Chrome에서 ERR_BLOCKED_BY_CLIENT로 보였지만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프로그램은 인증 결과를 받아 위 응답을 출력하고 정상 종료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메시지 하나로 성공·실패를 단정하지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터미널의 종료 상태와 실제 읽기 결과를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파일의 내용은 출력하지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받아 다시 사용하는 코드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함수가 읽는 파일이 다릅니다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⑬ Google 인증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로그인과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creds = (load_token(token_path) if token_path.exists() and not args.reauth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else authenticate(credential_path, token_path, ...))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85416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276856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= PrivateURLFlow.from_client_secrets_file(str(credentials_path), SCOPES)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creds = flow.run_local_server(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host="localhost", bind_addr="127.0.0.1", port=0,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open_browser=not no_browser,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success_message="Authentication complete. You can close this tab.",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timeout_seconds=timeout, prompt="consent")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check_scopes(creds)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save_private(token_path, creds.to_json())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from_client_secrets_file()이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설정 JSON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요청할 SCOPES를 읽습니다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줄에서 로그인이 끝나는 것은 아닙니다.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run_local_server()가 브라우저 흐름을 시작하고 그 결과로 creds를 만듭니다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port=0은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수 있는 포트를 시스템이 고르도록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prompt="consent"는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화면을 요청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save_private()는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파일을 만든 뒤 교체하며 토큰을 다른 사용자에게 공개하지 않도록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자체를 보고서나 답변에 출력할 이유는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PrivateURLFlow는 InstalledAppFlow의 확장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OAuth 절차를 새로 구현한 것이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브라우저를 열지 않는 실행에서도 로그인 URL을 파일로 전달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보조 동작을 더한 것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829952"/>
          </a:xfrm>
          <a:prstGeom prst="roundRect">
            <a:avLst>
              <a:gd name="adj" fmla="val 1616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8299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647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load_token(path: Path) -&gt; Credentials: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path.is_file():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ValueError("인증 토큰이 없습니다. google_auth_check.py를 먼저 실행하세요.")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creds = Credentials.from_authorized_user_file(str(path))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check_scopes(creds)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creds.valid: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creds.refresh_token: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ValueError("재인증이 필요합니다. --reauth를 실행하세요.")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creds.refresh(Request())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check_scopes(creds)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save_private(path, creds.to_json())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creds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343939"/>
            <a:ext cx="11091672" cy="21665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from_authorized_user_file()은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동의 뒤 만들어진 토큰 JSON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읽습니다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from_client_secrets_file()이 읽는 앱 JSON과 대상이 다릅니다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토큰에는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기간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있습니다.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토큰이 유효하면 creds.refresh(Request())가 새 접근 토큰을 요청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로그인할 필요가 줄어듭니다.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토큰이 없거나 만료·철회된 경우에는 재로그인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load_token() 자체는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브라우저를 열지 않으므로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실패하면 인증 프로그램에서 재인증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check_scopes()의 역할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도구에서 받은 넓은 권한의 토큰을 파일명만 바꿔 가져와 놓고 '읽기 전용 실습'이라고 생각하는 상황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발견하려고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범위를 실습 범위와 대조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읽을 때 scopes를 새 값으로 덮어쓰지 않고 원래 저장된 범위를 확인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제목과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읽는 코드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2210"/>
          </a:xfrm>
          <a:prstGeom prst="roundRect">
            <a:avLst>
              <a:gd name="adj" fmla="val 843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221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593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https://docs.google.com/spreadsheets/d/1BxiMVs0XRA5nFMdKvBdBZjgmUUqptlbs74OgvE2upms/edit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└ 문서 ID: /d/ 뒤부터 /edit 앞까지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32651"/>
            <a:ext cx="11091672" cy="1998008"/>
          </a:xfrm>
          <a:prstGeom prst="roundRect">
            <a:avLst>
              <a:gd name="adj" fmla="val 228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32651"/>
            <a:ext cx="54864" cy="199800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124091"/>
            <a:ext cx="10707624" cy="1815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re.fullmatch(r"[A-Za-z0-9_-]+", spreadsheet_id):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ValueError("표 URL 전체가 아닌 spreadsheet_id를 입력하세요.")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= build("sheets", "v4", credentials=creds, cache_discovery=False)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= service.spreadsheets().get(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spreadsheetId=spreadsheet_id,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fields="properties(title),sheets(properties(title))").execute()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= metadata.get("sheets", [])[0]["properties"]["title"]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selected_range = "'" + title.replace("'", "''") + "'!A1:C3"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service.spreadsheets().values().get(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spreadsheetId=spreadsheet_id, range=selected_range).execute()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49499"/>
            <a:ext cx="11091672" cy="236102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re.fullmatch()는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전체가 ID에 쓸 수 있는 문자로만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이루어졌는지 — URL을 넣으면 / 때문에 막힙니다.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문서가 존재하고 접근 가능한지는 이후 API 응답에서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build("sheets","v4", ...)의 클라이언트는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배운 MCP 클라이언트와 별개의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API 호출용 Python 객체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get()은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제목과 시트 제목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fields로 필요한 항목만 지정하므로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메타데이터를 가져오지 않아도 됩니다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셀의 실제 기록이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설명하는 정보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작은따옴표와 replace()는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이름에 공백이나 작은따옴표가 있어도 올바른 범위 문자열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되도록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A1:C3은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정한 조회 범위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동의한 spreadsheets.readonly 권한이 아홉 칸으로 제한되는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딕셔너리는 title·sheet·range·values.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values의 안쪽 목록 하나가 한 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뒤쪽의 빈 행·열은 생략될 수 있으므로 항상 같은 크기로 반환된다고 가정하지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함수를 MCP로 공개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도중 첫 로그인을 기다리게 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⑬ Google 인증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오류 처리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748083"/>
          </a:xfrm>
          <a:prstGeom prst="roundRect">
            <a:avLst>
              <a:gd name="adj" fmla="val 166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748083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6520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read_sheet_header(spreadsheet_id: str) -&gt; dict: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"""지정한 Google 표의 제목과 첫 시트 A1:C3을 읽습니다. 생성·수정하지 않습니다.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spreadsheet_id는 표 URL의 /d/와 /edit 사이 ID입니다.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인증이 안 되어 있으면 터미널에서 google_auth_check.py를 먼저 실행하세요.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 = load_token(configured_path("TOKEN_PATH", "token.json"))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read_header(token, spreadsheet_id)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error: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ToolError(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"Google 읽기 실패. 인증 확인 스크립트와 지정 표의 접근 권한을 확인하세요 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f"({type(error).__name__}).") from None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39491"/>
            <a:ext cx="11091672" cy="131819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@mcp.tool()이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만든 read_header()를 그대로 이용하되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이름과 입력을 호스트가 발견·호출할 수 있게 등록.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설명은 어떤 표를 얼마나 읽는지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알려 주고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URL이 아니라 ID가 필요하다는 안내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담습니다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TOKEN_PATH에서 토큰을 읽어 전달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호출 도중 브라우저에서 첫 로그인을 기다리게 하지 않고 준비된 인증으로 바로 읽는 구조.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재로그인은 인증 프로그램이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맡습니다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시 ToolError로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API의 긴 응답 원문을 그대로 대화에 흘리는 대신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확인 프로그램과 접근 권한을 확인할 단서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남깁니다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677492"/>
            <a:ext cx="11091672" cy="833036"/>
          </a:xfrm>
          <a:prstGeom prst="roundRect">
            <a:avLst>
              <a:gd name="adj" fmla="val 6586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677492"/>
            <a:ext cx="54864" cy="833036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5677492"/>
            <a:ext cx="10707624" cy="8330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등록 명령은 uv --directory "/내/실습폴더" run --locked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--extra google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 run google_sheet_reader.py --transport stdio — 세 설정(Claude Code / OpenCode V1 / V2)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명령은 같고 호스트가 설정을 읽는 위치와 켜기·끄기 항목만 다릅니다.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로컬 MCP 설정에 원격 MCP용 OAuth 항목을 추가하는 단계는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호스트의 호출과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대조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0139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목록에 google-sheets-reader가 보이면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서버와 연결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 것. 이어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read_sheet_header가 선택되었는지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spreadsheet_id에 URL 속 ID가 전달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되었는지,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반환된 제목과 행이 원본과 같은지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표시 · 실제 도구 호출 · 원본 대조가 각각 다른 관찰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예제를 호출했다면 title은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 Spreadsheet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sheet는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 Data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values의 첫 목록은 헤더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 '처음 세 줄'을 썼다고 헤더 다음 세 명의 데이터가 오는 것은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도구는 헤더를 포함한 1–3행을 읽도록 작성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scope라도 접근 가능한 파일이 한 개로 제한된다는 뜻은 아니므로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허용받은 실제 범위를 별도로 확인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53187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53187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53187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표를 읽는 기능을 연결한 것이므로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순서만 적었다고 별도의 Skill이 필요한 것은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앞에서 만든 Skill이 Google 자료를 필요로 한다면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MCP를 자료를 읽는 수단으로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사용할 수 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JSON이나 토큰은 Skill 본문에 넣지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자료로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멈춘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예제 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인증과 읽기 경로를 확인하기 위한 자료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반환된 학생 명단을 주간 보고서 데이터로 사용하는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week-one·week-two의 기록을 연습용 Google 표에 옮기고 열 이름과 값의 의미를 정하는 단계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더 필요합니다 — 업무 ID·주차·진행 기록·배포 상태·운영 확인이 각각 어디에.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현재의 A1:C3만으로 모든 업무를 가져올 수 있는지 학생이 판단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위치를 Google 표로 바꿨다고 팀 규칙까지 새로 만들어야 하는 것은 아닙니다.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반대로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연결 설명만 적은 문서를 억지로 별도 Skill로 만들 필요도 없습니다</a:t>
            </a:r>
            <a:endParaRPr lang="en-US" sz="14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27629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오류·현상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access_denied / 테스트 사용자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화면에서 취소·거부했는지, 로그인 계정과 Test users 등록, 조직 정책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redirect_uri_mismatch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도구가 요구하는 앱 종류와 등록한 반환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API가 꺼져 있다는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credential을 만든 같은 프로젝트에서 API 사용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insufficient permissions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scope, 실제 동의한 범위, 대상 파일 접근 권한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invalid_grant / 재로그인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도구의 재인증 안내; 토큰 만료·철회 가능성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822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57822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557822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Sheets·Drive 등의 권한을 요청하는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앱이 Testing 상태이면 갱신 토큰은 7일 후 만료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됩니다(기본 사용자 정보 범위만 요청한 경우는 예외)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후 재로그인이 필요한 상황을 코드 오류로만 보지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바꿨다면 기존 인증에 새 권한이 자동 반영되는지 가정하지 말고 재인증 안내를 따릅니다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credentials.json과 token.json의 차이는?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앱이 로그인을 요청하는지 식별하는 설정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(콘솔에서 다운로드), 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동의한 사용자로 API를 요청하는 정보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(로그인 뒤 생성).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scope와 파일 공유 권한의 관계는?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조건.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 읽기를 동의해도 공유받지 않은 표는 못 읽고, 편집 권한이 있어도 읽기 전용 토큰으로 수정할 수 없다.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MCP를 먼저 등록하지 않는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프로그램의 결과로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인증과 API가 동작하는지 먼저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하면, 이후 호스트 연결에 문제가 생겨도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단계까지 성공했는지 구분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동의는 별도의 단계입니다 🔑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⑬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