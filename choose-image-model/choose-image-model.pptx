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5 · 이미지 생성 (6)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만들 것인가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예쁜 순서가 아니라 조건이 걸리는 순서로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 덱의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갈래(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· 코드 · 직접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)의 성격 차이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"오픈소스"라는 말에 걸려 넘어지는 자리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 함정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모델 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프롬프트로 안 되는 구도를 잡는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ControlNet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로컬 실행(Ollama·ComfyUI)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남의 서비스를 쓸 때의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3층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순서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915412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흔한 실수 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그림이 예쁘게 나오는 순서로 고르는 것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예뻐 보이는 것과 쓸 수 있는 것은 다르다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97611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97611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97611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회사 자료면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가, 자동화면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이, 사내 문서가 입력이면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어디로 나가는지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먼저다.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🔱 세 갈래를 가르는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3051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3051048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시작이 가장 빠름·감 잡기 좋음. 매번 눌러야 해 대량엔 부적합,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 조건이 서비스마다 제각각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8952" y="1517904"/>
            <a:ext cx="3051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68952" y="1847088"/>
            <a:ext cx="3051048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자동화에 들어감(목록→썸네일).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멈추면 파이프라인도 멈춤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무료 경로일수록 제한 예측 어려움.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8096" y="1517904"/>
            <a:ext cx="3051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88096" y="1847088"/>
            <a:ext cx="3051048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 밖으로 안 나감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(사내 도면·미공개 사진에 결정적), 요금이 사용량 비례 아님. 단 하드웨어 필요 +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모델마다 라이선스 다름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"직접" 갈래의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함정입니다 — 여기가 이 덱의 핵심.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🪤 "오픈소스"에 걸려 넘어지는 자리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"가중치가 공개됐다" ≠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"마음대로 써도 된다"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FLUX.2-klein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40억(4B)은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아파치 2.0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90억(9B)은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비상업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같은 이름·같은 회사·같은 날인데 큰 쪽은 회사 일에 못 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SDXL-Turbo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'Community'가 붙지만 비상업 전용은 아님.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연매출 100만$ 미만은 상업 무료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넘으면 엔터프라이즈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반대로 어떤 비상업 모델은 제약이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가중치를 쓰는 행위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걸리지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 낸 그림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 안 걸리기도 한다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63588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63588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63588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"비상업"이란 단어 하나만 보지 말고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무엇에 걸리는 제약인지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봐야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지금 골라 볼 만한 것들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211068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5351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351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FLUX.2-klein 4B (실습)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아파치 2.0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만들기·고치기·참조 한 모델에. ~13GB VRAM, 무료 T4에 알맞음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1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Z-Image-Turbo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아파치 2.0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16GB 미만에서 동작. 다운로드 커서 Colab 첫 수신 정체 잦음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1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Mage-Flow-Turbo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1024에서 최대 메모리 커 무료 GPU엔 빠듯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1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FLUX.2-klein 9B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비상업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이름은 4B와 같지만 상업 불가, 메모리도 무료 GPU 넘김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1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SDXL-Turbo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Stability 커뮤니티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100만$ 미만 상업 가능, 초과 시 엔터프라이즈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2897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72897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72897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읽을 것은 이름이 아니라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크기·라이선스·스텝 수가 서로 독립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사실. 큰 게 늘 좋은 것도, 유명한 게 늘 자유로운 것도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🎛️ 구도를 구부리는 보조 회로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ControlNet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프롬프트만으론 자세·구도를 정확히 통제하기 어렵다. ControlNet은 생성 모델 옆에 붙는 작은 신경망으로, 참조 그림에서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윤곽선·깊이·자세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구조를 뽑아 생성 조건으로 준다.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Canny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7436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840126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4990" y="1939671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13278" y="2232279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Depth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65853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131613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6477" y="1939671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관절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04765" y="2232279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057339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423099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7963" y="1939671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손그림 윤곽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96251" y="2232279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HED/Scribble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34882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714586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69450" y="1939671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조각으로 고정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787738" y="2232279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— 원하는 구도의 그림 준비 → 형태(선/깊이/관절) 추출 → 프롬프트와 함께 넣으면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내용은 프롬프트, 윤곽·자세는 참조 그림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따른다(보통 ComfyUI에서 노드로 조립).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🕺 예시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자세로 다른 사람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사진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OpenPose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관절·뼈대 추출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ControlNet + 프롬프트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자세, 다른 인물·배경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포즈는 그대로, 인물과 배경은 프롬프트가 바꾼 결과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나온다. FLUX 환경에서도 같은 흐름(원본 → pose 조건 → 결과).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로컬에서 돌리는 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(맥)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 한 줄. 2026-07 현재 이미지 생성은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macOS만 experimental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(Win/Linux는 예정). ollama run x/flux2-klein:4b "..." — 처음 ~5.7GB 받고 이후 즉시. 하루 한도 없음.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ComfyUI (Win/Linux)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노드를 선으로 잇는 파이프라인 도구. FLUX.2-klein 4B 기준 파일 ~12GB·VRAM ~8~13GB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RTX 4070 12GB급 이상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권장(9B는 4090급 24GB).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8437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8437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한국어보다 영어가 훨씬 안정적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(텍스트 인코더 Qwen3라 한국어도 되지만 눈에 띄게 차이) →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한국어로 정리 후 영어로 옮겨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넣기(에이전트에게). 이 원칙은 교안 전체에 일관.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📜 남의 서비스를 쓸 땐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3층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511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1511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라이선스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가중치를 직접 돌릴 때. 아파치/MIT면 상업 열림. 제약이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가중치냐 산출물이냐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구분.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60956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044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044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60956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약관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남의 서버를 쓸 때. 산출물 권리가 누구에게·내 입력을 어떻게 쓰는지·회사 규모 조건. 어떤 곳은 입력에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영구·취소불가 사용 라이선스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가져가고 기본값으로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갤러리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올린다.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50312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938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938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750312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 위에.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약관은 계약이지 저작권법이 아니다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"당신이 소유"라 적혀도 법이 AI 산출물에 저작권을 안 주면 없는 권리는 못 준다.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9453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9453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9453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셋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그림의 권리는 누구에게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침해 주장 시 누가 막아 주나(면책)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입력이 어디로 가나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면책은 대개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상업 요금제에만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무료 경로엔 거의 없다.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고르는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조건이 걸리는 순서로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결과물을 어디에 쓸 것인가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개인 습작이면 대부분 제약 미발동. 회사 자료·대외 발표면 라이선스·약관이 곧바로.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 밖으로 나가도 되나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안 되면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돌리기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말고 선택지가 없다.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장을 만들 것인가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다섯이면 브라우저, 오백이면 코드. 수량이 커질수록 무료 경로의 제한이 실질적 벽.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틀렸을 때 누가 감당하나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실제와 혼동·타인 권리 침해 시 결과를 지는 사람이 정해져 있어야. 대개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고른 사람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예쁜 순서가 아니라 이 순서로 물으면, 쓸 수 있는 후보가 자연히 좁혀진다.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갈래 — 브라우저(빠름·권리 제각각)·코드(자동화·가동 의존)·직접(입력 안 나감·라이선스 함정).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"가중치 공개"≠"마음대로" — 같은 이름도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크기에 따라 상업 가부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갈린다(FLUX 4B 아파치 vs 9B 비상업).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읽을 것은 이름이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크기·라이선스·스텝이 독립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사실. 제약이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가중치냐 산출물이냐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구도가 필요하면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ControlNet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(Pose 등), 로컬은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영어가 안정적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순서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 · 입력 유출 · 수량 · 책임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약관은 저작권법이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갈래 중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 밖으로 안 나가는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것은? 어떤 업무에 결정적인가?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"가중치 공개 = 마음대로"가 틀린 대표 사례(FLUX 4B/9B)는?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 표에서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읽어야 할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이름이 아니라 무엇인가?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프롬프트로 안 되는 자세를 잡는 도구와 그 원리는?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서비스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3층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과, 고르는 순서 네 질문은?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돌리기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사내 제품 사진·미공개 도면을 참조로 물릴 때 결정적(입력이 남의 서버로 안 감).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FLUX.2-klein인데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4B는 아파치 2.0(상업 OK), 9B는 비상업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이름만 보면 알 수 없다.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크기·라이선스·스텝 수가 서로 독립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사실. 그리고 제약이 가중치에 걸리는지 산출물에 걸리는지.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ControlNet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참조 그림에서 선·깊이·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자세(Pose)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뽑아 조건으로 줘, 내용은 프롬프트·구조는 참조를 따르게.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3층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라이선스·서비스 약관·저작권법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순서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 → 입력 유출 → 수량 → 책임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예쁜 순서가 아니라 조건 순서로 ⚖️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만들 것인가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2026-08-12T11:38:52Z</dcterms:created>
  <dcterms:modified xsi:type="dcterms:W3CDTF">2026-08-12T11:38:52Z</dcterms:modified>
</cp:coreProperties>
</file>