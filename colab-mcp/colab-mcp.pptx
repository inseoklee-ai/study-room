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⑫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MCP 연결과 실행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적힌 코드와 실행 중인 상태를 구분합니다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문서에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코드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일을 할 수 있는 문서가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노트북(notebook)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브라우저에서 노트북을 작성하고 Python을 실행하는 환경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셀(cell)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한 칸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있고, 코드 셀을 실행하면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아래에 출력이 나타납니다.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따라서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"어떤 코드를 실행해서 이 숫자가 나왔는가"를 같은 자리에서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읽을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보고서 Skill은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팀의 판단 기준을 재사용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데, Colab은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계산을 실행하고 그 과정을 남기는 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보고서에 계산이 필요하면 둘을 함께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중인 상태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코드를 작성했다고 Python이 실행되고 있는 것은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런타임(runtime)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필요합니다. 런타임은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Python을 실제로 실행하고, 실행 중 만든 변수와 설치한 라이브러리를 보관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환경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minutes = [20, 30, 40]이라 적으면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코드가 저장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셀을 실행해야 런타임 안에 minutes라는 변수가 만들어집니다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런타임이 새로 시작되면 노트북에 코드는 그대로 보여도 변수는 아직 없을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85140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적힌 코드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중인 상태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구분하는 것이  노트북 사용의 출발점입니다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나누어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내 컴퓨터, 계산은 Colab 런타임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 Colab MCP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컴퓨터의 Claude Code 또는 OpenCode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↓ 도구 호출 요청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컴퓨터에서 실행하는 Colab MCP 서버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↓ 연결된 노트북 조작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Chrome의 Colab 노트북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↓ 코드 셀 실행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런타임의 Python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305556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MCP 서버는 내 컴퓨터에서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됩니다. 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셀의 Python 계산은 Colab 런타임에서 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만든 weekly_records_server.py를 Colab 셀에 붙여 넣는 실습이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MCP 서버를 로컬 호스트에 등록하고, 그 서버를 통해 브라우저의 노트북을 조작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실습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44512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44512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44512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"셀을 하나 추가해 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문서를 바꿉니다.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 셀을 실행해 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런타임에 계산을 시킵니다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셀은 생겼는데 결과가 나오지 않았다면 두 동작 중 첫 번째까지만 된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Chrome과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실행 도구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수업에서는 Google Chrome을 권장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기존 실습에서 Chrome으로 승인 창과 셀 실행까지 확인했습니다.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저장소가 Chrome만 지원한다고 안내하는 것은 아니며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수업에서 확인한 환경을 맞추기 위한 권장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컴퓨터의 Chrome에서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 사용할 Google 계정으로 로그인.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Colab 페이지를 열어 둔 것만으로 MCP 연결이 끝난 것은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MCP 프로그램은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3.13 이상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요구합니다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이것은 내 컴퓨터에서 MCP 서버를 실행하는 Python의 조건이며, Colab 노트북 셀의 Python을 바꾸라는 뜻이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uvx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uv에 포함된 명령으로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필요한 패키지를 별도 환경에 설치하고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해 줍니다. 공식 저장소에서 프로그램을 가져오려면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필요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6786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46786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46786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앞에서는 uv sync·uv run으로 우리 프로젝트를 다뤘습니다.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공개된 Colab MCP를 별도 도구로 실행하므로 uvx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MCP의 패키지를 업무 기록 프로젝트에 섞어 설치할 필요는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0680"/>
          </a:xfrm>
          <a:prstGeom prst="roundRect">
            <a:avLst>
              <a:gd name="adj" fmla="val 8456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0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57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stdio --scope project colab-mcp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uvx --python 3.13 git+https://github.com/googlecolab/colab-mcp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30785"/>
            <a:ext cx="11091672" cy="2718213"/>
          </a:xfrm>
          <a:prstGeom prst="roundRect">
            <a:avLst>
              <a:gd name="adj" fmla="val 16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30785"/>
            <a:ext cx="54864" cy="2718213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122225"/>
            <a:ext cx="10707624" cy="25353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OpenCode V1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"colab-mcp":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"local",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"command": ["uvx","--python","3.13","git+https://github.com/googlecolab/colab-mcp"],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"enabled": true,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"timeout": 120000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OpenCode V2 — mcp.servers 아래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"colab-mcp":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"local",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"command": ["uvx","--python","3.13","git+https://github.com/googlecolab/colab-mcp"],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"timeout": { "execution": 120000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867503"/>
            <a:ext cx="11091672" cy="10801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--python 3.13은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로컬 도구를 실행할 Python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지정 — 없으면 uv가 내려받을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V1의 timeout: 120000은 밀리초이므로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측 120초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V2의 timeout은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대기 시간을 담는 객체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execution은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대기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지정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V1의 숫자형과 형태가 다릅니다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승인 단계에도 별도의 기다리는 시간이 있으므로 이 숫자를 늘리면 모든 제한 시간이 함께 늘어나는 것은 아닙니다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6066134"/>
            <a:ext cx="11091672" cy="444394"/>
          </a:xfrm>
          <a:prstGeom prst="roundRect">
            <a:avLst>
              <a:gd name="adj" fmla="val 12346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6066134"/>
            <a:ext cx="54864" cy="44439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6066134"/>
            <a:ext cx="10707624" cy="44439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V1과 V2 두 JSON을 함께 추가하지 않고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현재 설치 계열의 설정을 사용합니다. 같은 로컬 프로그램을 실행하지만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설정을 읽는 위치가 다릅니다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브라우저의 MCP 연결 승인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글자는 같지만 연결하는 대상이 다릅니다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 Colab MCP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연결하는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뒤 확인할 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 화면 오른쪽 위의 Connect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노트북에서 코드를 실행할 런타임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셀을 실행할 수 있는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가운데 승인 창의 Connect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노트북과 로컬 Colab MCP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에이전트가 연결된 노트북을 읽고 조작할 수 있는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70048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창의 제목은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to a local Colab MCP server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자신이 방금 요청한 연결인지 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누릅니다. 브라우저가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네트워크 접근 허용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묻는 경우에도 지금 요청한 로컬 연결인지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로컬 MCP 서버에 한 노트북 세션을 연결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한다는 내용이 있습니다 — 여기서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서버와 이어져 있는 노트북 연결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탭을 여러 개 열었다고 같은 서버가 그 모두를 동시에 조작할 준비가 된 것은 아닙니다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40858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0858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0858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연결을 승인했어도 런타임이 준비되지 않았다면 계산은 아직 실행되지 않을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 반대로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코드를 실행할 수 있어도 에이전트가 그 노트북을 조작할 연결은 없을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뒤 달라지는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885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전후에는 서버가 제공하는 도구 목록 자체가 달라질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 — 연결 전에는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편집할 노트북이 아직 정해지지 않았고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연결되면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노트북의 내용을 읽거나 셀을 추가·실행하는 기능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쓸 수 있게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중에 목록이 바뀌는 것을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도구 목록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합니다 — 서버가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"도구 목록이 바뀌었다"는 알림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보내고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이를 받아 목록을 갱신해야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 기능을 쓸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안내는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클라이언트와 도구 목록 변경 알림 지원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요구하며 지원 예시에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포함됩니다. OpenCode에서는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버전에서 연결 후 편집·실행 기능을 쓸 수 있게 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0385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40385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40385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Tool Search와 구분 — 여기서는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상태에 따라 서버가 제공하는 기능이 바뀝니다.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Tool Search는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가능한 많은 기능 중 지금 필요한 설명을 찾는 방식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1977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319778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4411218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연결된 노트북 이름과 지금 들어 있는 셀을 확인해 줘.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셀과 42 출력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따로 확인합니다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 Colab MCP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print(37 + 5)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0944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5161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5161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40944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셀에 생겼는지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2514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1318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1318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02514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셀이 실행되었는지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4083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7475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7475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64083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아래 출력이 예상값과 맞는지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311396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기록에서는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add_code_cell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코드를 담은 셀을 추가하고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run_code_cell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실행했습니다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호출은 노트북에 내용을 쓰는 단계, 두 번째는 Python 계산을 요청하는 단계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답변에 "42입니다"만 쓰여 있고 노트북에 변화가 없다면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'Colab에서 계산하기'는 아직 확인하지 못한 것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45096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45096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45096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캡처는 당시 연결에서의 실행 증거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환경에서도 실제 호출 결과와 노트북을 맞춰 보아야 현재 연결을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바꾸며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근거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minutes = [20, 30, 40]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= sum(minutes) / len(minutes)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print(average)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대괄호 안에 여러 값을 담은 자료를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리스트(list)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합니다. 이번 원소는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기록한 학습 시간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단위는 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sum(minutes)는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len(minutes)는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나누면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Python에서는 결과가 소수로 표시되어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30.0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나올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입력 40을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70으로 바꾸면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합계 90→120, 기록 수는 여전히 3이므로 평균은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40.0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관측값 중 하나가 30분 늘어났으므로 전체 평균은 10분 늘어난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으로도 설명할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이전의 30.0이 그대로라면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바꾼 셀과 계산 셀을 올바른 순서로 실행했는지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살펴봅니다.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고친 상태, 실행한 상태, 새 출력을 보고 있는 상태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서로 일치하는지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50570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50570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50570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코드가 맞는 것과 숫자의 의미가 맞는 것은 별개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이 30분은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있는 세 번의 평균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없는 나머지 날도 0분으로 보아 나누면 다른 숫자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나옵니다.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Colab은 선택한 계산을 실행해 주지만 "기록이 없는 날을 어떻게 다룬다"는 기준까지 정해 주지는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다시 실행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29019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화면 상단에는 Cannot save changes와 Copy to Drive가 보입니다 — 열린 scratchpad는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 노트북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계산이 성공했다는 사실과 노트북을 내 계정에 보관했다는 사실은 구분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보관할 결과가 있으면 Copy to Drive로 복사하고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알아볼 수 있는 제목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"결과는 30"이라고만 적기보다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입력의 단위와 평균의 뜻도 텍스트 셀에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열었을 때도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셀은 위에서부터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편이 이해하기 쉽습니다 — 첫 셀에서 minutes를 만들고 두 번째에서 계산했다면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런타임에서 두 번째만 실행하면 minutes를 찾지 못할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아래에 과거 출력이 보이더라도 지금 런타임에서 방금 계산한 결과와는 구분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노트북을 복사해 다른 탭으로 옮겼다면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조작 중인 노트북도 다시 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저장·복사가 기존 MCP 세션의 대상을 자동으로 바꿨다고 생각하지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연결이 멈춘 위치 찾기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확인한 성공이 어디였는지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 Colab MCP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다음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4835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관찰한 현상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멈췄을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등록부터 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환경·호스트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uvx와 Git 실행 가능 여부, Python 요구 사항, 설치 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 탭은 열렸지만 연결 대기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로그인·로컬 연결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컴퓨터의 Chrome인지, 도구가 연 탭인지, 승인 창의 Connect를 눌렀는지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도구만 계속 사용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연결 또는 도구 목록 갱신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성공 결과 → 호스트가 바뀐 목록을 읽었는지. 서버 재시작 후에는 새 연결 도구 호출로 만든 탭에서 다시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셀은 생겼지만 출력이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준비 또는 Python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오른쪽 위 런타임 상태와 셀 오류. 변수가 없다면 앞 셀을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작업하다 연결이 끊김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탭·로컬 프로세스·노트북 세션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탭과 MCP 프로세스 유지 여부. 새로 연결했다면 노트북 제목과 셀을 읽어 올바른 대상인지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6626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36626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36626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로그인 화면까지 열렸는데 시간이 지나 실패했다면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코드를 고칠 단계가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Colab MCP 연결 구현에는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UI_CONNECTION_TIMEOUT = 60.0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연결 대기 제한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별도로 있어,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호스트를 120초로 설정해도 서버 내부의 약 60초 대기가 함께 늘어나지는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남길 것과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남기지 않을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도구는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연결용 임시 값을 담은 URL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만듭니다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전체 주소를 과제·채팅·공개 캡처에 붙이지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결과로 남길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호스트와 Chrome, 연결 뒤 실제로 호출한 기능 하나, 계산 셀과 출력.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노트북에 숫자가 나온 근거를 보여 주는 데 연결용 임시 주소는 필요하지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정리할 때는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"Colab이 연결됐다"에서 한 걸음 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MCP 서버가 어느 노트북을 조작했고, Python은 어디에서 실행되었으며, 어떤 입력으로 어떤 결과가 나왔는지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2762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12762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12762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MCP 연결을 위해 다음 절의 Google Workspace용 credential JSON을 새로 만들 필요는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여기서는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로그인과 브라우저의 MCP 연결 승인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사용했습니다.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Colab에 로그인한 상태가 그 앱의 접근 동의까지 대신해 주는 것은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Colab MCP 서버와 Python 계산은 각각 어디에서 실행되나?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셀의 Python 계산은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런타임.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개의 Connect는?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오른쪽 위는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실행할 런타임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가운데 승인 창은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노트북과 로컬 MCP 서버.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하나만 되어 있어도 다른 쪽은 안 될 수 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셀은 생겼는데 출력이 없다면?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바꾸는 동작까지만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된 것일 수 있다. 런타임 상태와 셀 오류를 보고, 변수가 없으면 앞 셀을 실행한다.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계산을 남깁니다 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⑫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