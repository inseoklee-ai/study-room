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4 · AI는 문서와 사진에서 무엇을 꺼낼까 (2)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글자를 꺼내는 길, OCR 조립 라인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픽셀에서 시작해 구조로 끝나는 네 정거장 · 그리고 어디서 깨지나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흐름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PDF인데 왜 못 읽나 — 텍스트 레이어 vs 스캔 이미지, 그리고 OCR의 '광학'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도구의 계보와 PaddleOCR라는 조립 가능한 도구 상자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라인 네 정거장(전처리·검출·인식·레이아웃)과 각각이 깨지는 곳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한국어가 특히 어려운 이유, 그리고 오류 전파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한 줄: OCR은 하나의 알고리즘이 아니라 여러 정거장을 잇는 파이프라인이고, 화살표가 한 방향이라 앞의 실수가 뒤에서 다른 얼굴로 번집니다.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"PDF인데 왜 AI가 못 읽나요"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PDF는 완전히 다른 두 물건을 같은 확장자로 담습니다.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레이어 PDF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워드·한글 "PDF로 내보내기" → "이 위치·글꼴에 이 문자열" 정보가 그대로. 인식이 아니라 읽기 (파이썬 몇 줄)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이미지를 감싼 PDF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복합기·휴대폰 촬영 → 글자가 하나도 없음, 픽셀 덩어리뿐. 사람 눈엔 같아 보여도 프로그램엔 텍스트파일 vs 사진파일만큼 다름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문서 AI의 첫 갈림길: 이 문서는 글자를 꺼내면 되는가, 아니면 글자를 알아봐야 하는가. 뒤쪽에만 붙은 이름이 OCR.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OCR에서 가장 중요한 글자 — O (Optical)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Optical Character Recognition 광학 문자 인식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파일에 저장된 문자 코드를 꺼내는 게 아니라, 종이에 반사된 빛의 밝고 어두움을 측정해 모양을 문자로 판정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발상은 컴퓨터보다 먼저 나왔습니다 — 처음부터 "빛으로 종이를 본다"는 생각 위에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텍스트 레이어 PDF = 광학이 필요 없는 일 · 스캔 이미지 PDF = 광학이 필요한 일.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도구는 어떻게 지금 모습이 되었나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통제와 인식 알고리즘이 함께 변해온 계보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1912 → Tesseract → 문서 AI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빛으로 글자를 읽으려는 백 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1912 푸르니에 달브 — 밝고 어두운 무늬를 소리로 바꿔 사람이 해석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1920s 미리 만든 글자 모양과 포개는 템플릿 매칭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1950~60s 전용 글꼴·정해진 서식으로 입력을 기계에 맞춤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Tesseract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 1980~90s 개발 → 2005 오픈소스 → 2006~2017 Google. 3세대까지 전통 엔진, 4부터 LSTM 신경망(글자 줄의 앞뒤 맥락). 지금도 명령줄 한 줄로 로컬 실행 → 클라우드에 안 보내는 가벼운 기준선.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인식 방식의 변화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이름이 비슷해도 같은 종류가 아닙니다 — Tesseract=OCR 엔진, PaddleOCR=여러 모델·파이프라인을 묶은 도구 모음, PaddleOCR-VL=문서 구조를 생성하는 시각-언어 모델 계열.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기계가 한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 매칭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입력과 저장한 글자 모양 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글꼴·크기·기울기에 약함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 기반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획·모서리 특징으로 문자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분리·규칙 설계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 행 인식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줄의 맥락을 함께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표·구조는 별도 분석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글자·좌표·레이아웃·표를 함께 구조화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모델·언어·배포에 따라 결과 달라짐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PaddleOCR — 모델 하나가 아니라 도구 상자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가능한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재현하려면 무엇을 남겨야 하나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PP-OCR의 기본 흐름 = 전통 OCR의 현대식 구현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텍스트 탐지 — 글자가 있을 픽셀 영역 찾기 (초기 DB 계열 탐지기)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방향 판별 — 잘라낸 글자 줄이 0°인지 180° 뒤집혔는지 교정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텍스트 인식 — 줄 이미지를 문자열로 (CRNN → SVTR·CTC로 발전)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결과 조립 — 문자열·점수·원본 좌표를 묶어 다음 단계로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"PaddleOCR을 썼다"만으로는 재현 불가 — 어떤 탐지/인식 모델, 어떤 언어 가중치, 어떤 버전인지까지 남겨야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🌏 가중치 선택과 중간 결과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최신이라는 이유만으로 아무 가중치나 X — 언어 지원 범위가 모델마다 다름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 한국어 기준선 = 한국어를 명시 지원하는 PP-OCRv5 다국어 인식 모델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코딩 에이전트에게 모델명·버전·언어 설정을 run_manifest.json에 기록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이 구조의 장점 = 중간 결과를 볼 수 있다는 것. 영역을 못 찾았는지 / 찾았지만 잘못 읽었는지 / 읽은 걸 잘못 묶었는지를 단계별로 확인. 단, 표 병합·의미는 기본 OCR로 안 됨 → 레이아웃 분석기·문서 VLM이 이어짐.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라인의 네 정거장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정거장은 자기 일만 하고 다음으로 넘긴다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· 검출 · 인식 · 레이아웃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전통 OCR의 조립 라인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정거장마다 다루는 대상이 바뀝니다. 픽셀에서 시작해 구조로 끝납니다.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STEP 1전처리기울기 보정 · 잡음 제거 · 이진화 ▸ STEP 2검출글자가 어디 있나 줄·단어 상자 찾기 ▸ STEP 3인식그 조각이 무슨 글자인가 상자 → 문자열 ▸ STEP 4레이아웃 분석제목·표·항목-값 문자열 → 구조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깨끗해진 흑백 픽셀좌표가 붙은 상자 목록상자별 문자열 + 신뢰도표 · 문단 · 필드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화살표는 한 방향입니다. 뒤 정거장은 앞 정거장의 판단을 되돌릴 수 없습니다.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🧽 1번 — 전처리 (원본 → 정리된 이미지)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 보정 — 1도만 삐뚤어도 A4 폭 210mm를 가로지르며 줄이 3.7mm 어긋남(본문 한 줄 높이). 각도별로 돌려 가로 검은 픽셀 대비가 최대인 각을 찾음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이진화 — 픽셀을 흑/백으로 확정. 오츠(1979)는 페이지 전체에 한 경계값 → 반사 구역 글자가 통째로 사라짐 → 실무는 적응형(작은 창별 경계값)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 제거 — 세게 지우면 가는 획도 사라짐. 마침표가 사라지면 1.5 → 15 (열 배!)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눈에 안 띄지만 실무 실패의 상당 부분이 여기서 시작. 전처리가 지운 획은 존재한 적 없는 획이 되고, 이후 어느 단계에서도 복구되지 않습니다.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🔲 2번 — 검출 (이미지 → 좌표 목록)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옛날: 검은 픽셀을 가로·세로로 투영해 줄·단어 공백을 찾음(깨끗한 문서엔 훌륭)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문서엔 글자만 있는 게 아님 — 표 테두리·도장·밑줄·로고가 검출기를 혼란에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CNN: 작은 필터를 이미지 위로 밀며 국소 무늬 → 조합. 위치 무관하게 반응. DBNet은 경계값 자체를 학습해 이진화를 신경망 안으로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성격은 그대로 — 이 단계가 놓친 영역은 다음 단계에 아예 전달되지 않습니다. 검출되지 않은 글자는 인식기 입장에서 존재하지 않습니다.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🔤 3번 — 인식 (조각 → 문자열)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1세대 템플릿 매칭 — 정답 모양을 겹쳐 제일 잘 맞는 것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2세대 특징 추출 — 고리 개수·세로획 수로 분류(8=고리 2, 6=1, 1=0). 글꼴 바뀌어도 특징은 유지 → Tesseract가 이 계열에서 출발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3세대 CRNN(2015) — 글자를 하나씩 자르는 걸 포기(손글씨·이탤릭·한글 경계가 어려움). 줄 통째로 받아 CNN→양방향 LSTM→CTC. 글자 경계를 학습 문제 안으로 흡수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인식기가 보는 세계는 여전히 좁습니다 — 주어지는 건 잘려 나온 줄 하나뿐. 그 줄이 표 헤더인지 각주인지, 왼쪽 칸 항목명이 뭔지 모릅니다(알 필요 없게 설계).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4번 — 레이아웃 분석 · 파싱 (문자열 → 구조)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문자열을 표의 행·열, 제목·본문으로 묶는 일 = 파싱. 가장 자주 무너지는 정거장.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(x=112, y=340) "계약 금액" (x=318, y=340) "32,000,000" (x=112, y=372) "부가세" (x=318, y=372) "3,200,000"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기계에겐 숫자와 문자열이 흩어져 있을 뿐 → "y 비슷=같은 행, x 비슷=같은 열" 규칙을 세워야 하는데, 조금만 복잡해지면 무너집니다.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셀 병합 / 선 없는 표 / 다단 조판 / 페이지 넘는 표 — 모두 이 규칙을 깹니다. 표를 HTML로 생성하거나 행·열로 쪼갠 뒤 병합 셀 되붙이기 연구가 있지만, 병합 셀 있는 복잡한 표는 여전히 어렵습니다.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좌표 규칙이 무너지는 두 장면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병합된 셀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항목명의 y좌표가 두 값 사이에 걸쳐 어느 행에도 안 붙습니다.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테두리 없는 표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열을 가르는 선이 없어 여백 폭만으로 경계를 추정 → 자릿수가 달라지면 흔들립니다.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한국어의 어려움, 그리고 오류 전파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오차가 성질을 바꾸며 번진다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되짚을 수 있어야 하나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🇰🇷 한국어 문서가 특히 어려운 이유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글자 종류가 압도적 — 알파벳은 100여 개, 한글은 조합 음절만 11,172자(초성19×중성21×종성28). 미학습 음절을 만날 확률이 높음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글자 안에 구조 — 강/캉, 믿/민은 획 하나 차이. 전처리가 가는 획 하나 지우면 다른 글자. 자모 배치도 음절마다 다름(가·그·광)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한자·영문이 섞임 — 법률·공문서의 한자, 기술 문서의 영문 약어·단위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+ 분야별: 진료 기록 손글씨, 관공서 붉은 직인(획 가림), 팩스 저해상도(&lt;200dpi), 휴대폰 촬영 원근 왜곡.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오류는 사라지지 않고 쌓입니다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각 단계 성공률 98%라면 0.98 × 0.98 × 0.98 × 0.98 ≈ 92.2% 100장 중 약 8장이 어긋남 — 실측이 아니라 '작은 실패가 연쇄된다'는 조건부 모형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곤란한 건 오류가 성질을 바꾸며 번진다는 것 — 앞 단계는 자기가 틀렸다는 걸 뒤에 알려주지 않음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현상이 오류 전파(error propagation)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 작은 오차가 자라나는 방식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단계는 자기가 틀렸다는 사실을 뒤 단계에 알려 주지 않습니다.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전처리기울기 1도 어긋남 – 검출줄 상자가 두 줄에 걸침 – 인식두 줄이 섞인 문자열 – 레이아웃금액 칸에 부가세가 들어감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최종 결과만 보는 사람은 최초 원인이 "기울기 1도"였다는 것을 알 수 없습니다.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그래서 중간 산출물(좌표·신뢰도)을 남기는 일이 실무 핵심 기술. 감사 추적이 필요한 업무에서 전통 OCR이 선택되는 이유 — 틀리지 않아서가 아니라 왜 틀렸는지 되짚을 수 있어서.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글자는 다 있는데 관계가 사라질 수 있습니다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OCR이 글자를 정확히 읽었다고 문서를 이해한 건 아님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평평한 텍스트 한 줄로 내보내면 제목·본문·표의 공간 관계가 사라짐 → "계약 금액"과 "부가세"가 다 있어도 어느 숫자가 어느 항목인지 틀릴 수 있음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그렇다고 OCR이 항상 좌표를 버리는 건 아닙니다. Tesseract의 TSV·hOCR, PaddleOCR의 원시 결과는 좌표를 함께 보존. 좌표를 버리는 것은 OCR이 아니라 '평탄화된 출력 방식'입니다. 감사 가능한 시스템은 페이지 번호·상자 좌표·원문 조각을 함께 남깁니다.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핵심 7문장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PDF는 텍스트 레이어 vs 스캔 이미지 두 종류 — 뒤쪽만 OCR(광학)이 필요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OCR = 문자 코드가 아니라 빛의 명암으로 모양을 문자로 판정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조립 라인 네 정거장: 전처리 → 검출 → 인식 → 레이아웃 (픽셀 → 구조)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전처리가 지운 획은 복구 불가, 검출이 놓친 글자는 인식기에 존재하지 않음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인식기는 줄 하나만 봄 → 표 구조·항목값 잇기는 레이아웃의 몫(가장 자주 붕괴)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화살표가 한 방향 → 오류 전파, 성질을 바꾸며 번짐(1도 → 부가세 오배치)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전통 OCR의 값어치 = 중간 산출물로 왜 틀렸는지 되짚을 수 있음 (좌표 보존은 출력 설계의 문제)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같은 PDF인데 왜 어떤 건 AI가 못 읽나? 두 종류와 첫 갈림길은?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OCR의 'Optical(광학)'이 뜻하는 것은? 텍스트 레이어 PDF와 무엇이 다른가?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조립 라인 네 정거장과, 화살표가 한 방향이라 생기는 근본 문제는?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전처리의 잡음 제거가 "조용히 위험한" 이유는? (예시 하나)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4번 정거장(레이아웃·파싱)이 무너지는 대표 경우들은?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오류 전파란? 전통 OCR이 감사 업무에 여전히 선택되는 이유는?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PDF가 텍스트 레이어(문자열 내장)와 스캔 이미지(픽셀뿐) 두 종류라서. 첫 갈림길 = 글자를 꺼내면 되나 vs 알아봐야 하나.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파일 속 문자 코드가 아니라 빛의 밝고 어두움을 측정해 모양을 문자로 판정. 텍스트 레이어 PDF는 광학이 필요 없는 '읽기'.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전처리·검출·인식·레이아웃. 화살표가 한 방향이라 앞 단계의 실수를 뒤가 복구 못 함(오류 전파).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세게 지우면 가는 획도 사라져 다른 글자가 됨. 예: 마침표가 사라지면 1.5 → 15(열 배). 지운 획은 복구 불가.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셀 병합 · 선 없는 표 · 다단 조판 · 페이지 넘는 표 — "y 비슷=행, x 비슷=열" 규칙이 깨짐.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 앞의 작은 오류가 성질을 바꾸며 뒤로 번지는 것. 전통 OCR은 중간 산출물(좌표·신뢰도)로 어디서 틀렸는지 되짚을 수 있어서 선택됨.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사진 쪽으로 건너가 위치를 짚고 경계를 긋는 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2026-07-29T08:24:53Z</dcterms:created>
  <dcterms:modified xsi:type="dcterms:W3CDTF">2026-07-29T08:24:53Z</dcterms:modified>
</cp:coreProperties>
</file>