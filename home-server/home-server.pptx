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백엔드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컴퓨터를 서버로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집에서 돌려보기 — 왜 기본적으로는 안 되나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안 되나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방법의 주의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터널로 연결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안 기기는 왜 밖에서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곧장 연결이 안 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사설 IP · NAT · 유동 IP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방법인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포워딩 + DDNS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그 주의점(직접 노출 · CGNAT)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포트를 열 필요 없는 요즘 무료 방법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'터널'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도구 비교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서버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맞고 언제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맞나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밖에서 문을 여는 대신,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컴퓨터가 먼저 밖으로 연결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편해진다.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기본적으로는 안 되나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노트북은 밖에서 곧장 보이지 않는다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46804" y="5486400"/>
            <a:ext cx="389534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46804" y="5486400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사설 IP · NAT · 유동 IP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 집 안 주소 vs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바깥에서 본 우리 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안 기기들은 공유기가 나눠 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안 전용 주소(사설 IP, 192.168.…)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바깥에서 우리 집은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공유기 한 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로만 보인다 — 이것이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밖에서 곧장 내 노트북으로 연결이 안 된다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덕분에 평소 안전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인터넷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공유기 한 대로만  보임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하나로 묶기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575179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684907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노트북(192.168.…)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977515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곧장 연결 불가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덕분에 밖에서 내 기기로 곧장 못 들어온다 — 불편의 원인이자,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평소의 안전장치.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 주소도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바뀐다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그래서 필요했던 두 가지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회선의 바깥 주소는 대개 고정이 아니라, 통신사가 수시로 바꾸는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 IP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944243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944243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829943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포워딩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공유기에게 "이 문(포트)으로 온 손님은 내 노트북으로" 알려주기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0879"/>
            <a:ext cx="11091672" cy="539496"/>
          </a:xfrm>
          <a:prstGeom prst="roundRect">
            <a:avLst>
              <a:gd name="adj" fmla="val 1525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575179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2575179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460879"/>
            <a:ext cx="10378440" cy="5394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DNS(DDNS)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계속 바뀌는 집 주소를 따라갈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466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1466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31466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요즘은 이 두 가지를 훨씬 수월하게 해 주는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도구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 나왔다 — 뒤에서 본다.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방법과 그 주의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포워딩 + DDNS — 원리 학습엔 좋지만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30852" y="5486400"/>
            <a:ext cx="312724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30852" y="5486400"/>
            <a:ext cx="3127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노출 · CGNAT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문을 여는 순간의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문제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공유기 설정에서 특정 '문(포트)'을 내 서버로 열고, DDNS로 바뀌는 집 주소를 따라가게 한다. 원리를 배우기엔 좋지만 주의가 크다.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직접 노출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 네트워크가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인터넷에 직접 노출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 — 열어 둔 문으로 전 세계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공격 프로그램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끊임없이 문을 두드린다.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CGNAT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많은 가정 회선은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통신사가 주소 하나를 여러 집이 나눠 쓰는 방식(CGNAT)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포트 포워딩 자체가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아예 안 되는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경우가 많다.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원리 학습엔 훌륭하지만,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서비스로는 위험하거나 아예 불가능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터널로 문 없이 연결하기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발상을 뒤집는다 — 밖에서 여는 대신 안에서 먼저 나간다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2676" y="548640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22676" y="5486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Tunnel · ngrok · Tailscale Funnel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방향을 뒤집는다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서비스로  먼저 연결을 맺음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터널(통로)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통로로  손님을 받음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방문자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주소로 접속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밖에서 들어오게 여는 대신,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컴퓨터가 바깥으로 먼저 나간다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결과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포트를 열 필요가 없고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CGNAT도 통과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문을 여는 게 아니라, 내가 먼저 나가서 통로를 만드는 방식.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터널 세 도구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717548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 한도·주의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Cloudflare Tunnel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포트 개방 불필요, 정식 주소·인증서까지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대역폭 무제한·무료, 초기 설정 약간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든든한 상시용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ngrok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명령으로 즉시 공개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무료는 고정 주소 1개·동시 3개 제한, 첫 방문 때 경고 페이지 한 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잠깐 시연·테스트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3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Tailscale Funnel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기기끼리 사설망으로 묶고 일부만 공개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무료·고정 주소, HTTPS 포트만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개인·팀 내부 공유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354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2354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2354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개방 없이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밖에서 접속하게 해 준다 — 용도에 맞게 고르면 된다.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그래서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무엇을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쓰나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빠른 건 ngrok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"지금 이 화면을 잠깐 친구에게" 할 때 한 줄이면 공개 주소가 나온다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켜 둘 상시 서비스면 Cloudflare Tunnel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무료인데도 대역폭 제한 없고 보안까지 챙겨 든든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보여주기라면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사실 앞서 배운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클라우드에 배포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게 더 간단할 때가 많다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터널은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컴퓨터에서 도는 것을 그대로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보여주고 싶을 때 빛난다.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🍓 라즈베리파이와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손바닥만 한 저전력 컴퓨터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라즈베리파이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24시간 켜 두고 개인 서버로 쓰는 문화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홈랩·셀프호스팅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와트밖에 안 먹어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가족용 미디어 저장소·집안 자동화·개인 위키·토이 프로젝트에 좋다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얹으면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개방 없이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안전하게 밖에서도 접속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저전력 미니 컴퓨터 + 터널 =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개방 없는 나만의 상시 개인 서버.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집 서버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클라우드 — 언제 무엇이 맞나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 서버가 맞을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클라우드가 맞을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원리를 직접 만지고 배우기, 잠깐 시연·개인용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많은 사람에게 안정적으로 24시간 제공하는 상시 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재미있고 저렴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안정성·확장·관리 부담 대신 맡김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집 컴퓨터가 꺼지면 서비스도 멈춤 · 대역폭·전원·보안 관리 부담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비용은 들지만 상시 운영에 유리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배우고 즐기려면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집 서버,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많은 사람에게 24시간 안정적으로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제공하려면 클라우드.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밖에서 곧장 안 되는 이유 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사설 IP · NAT · 유동 IP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 구조가 평소엔 안전장치다.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전통 방법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포워딩 + DDNS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원리 학습엔 좋지만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노출·CGNAT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걸린다.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내가 먼저 밖으로 나가 통로를 만든다 — 포트 개방 불필요, CGNAT도 통과.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잠깐이면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ngrok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상시면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Tunnel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많은 사람 상시 서비스면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밖에서 내 노트북으로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곧장 연결이 안 되는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이유를 세 가지로 말하면?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전통 방법에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필요했던 두 가지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포트 포워딩이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아예 안 되는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경우가 많은 요즘 회선 방식의 이름은?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포트를 열지 않고도 되는 까닭은 무엇인가?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잠깐 시연엔 어떤 도구, 상시 서비스엔 어떤 도구가 좋은가?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사설 IP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(집 안 전용 주소)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(바깥에선 공유기 한 대로만 보임)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유동 IP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(바깥 주소가 수시로 바뀜).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포워딩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(손님을 내 노트북으로 안내)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DNS(DDNS)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(바뀌는 주소를 따라갈 이름표).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CGNAT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통신사가 주소 하나를 여러 집이 나눠 쓰는 방식.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밖에서 여는 대신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컴퓨터가 바깥으로 먼저 연결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그 통로로 손님을 받기 때문 — 그래서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CGNAT도 통과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잠깐 시연은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ngrok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상시 서비스는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Cloudflare Tunnel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(많은 사람 상시라면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컴퓨터를 서버로 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컴퓨터를 서버로 — 여기까지 · 다음: 바이브 코딩으로 프론트-백엔드 연결하기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2026-08-27T08:19:49Z</dcterms:created>
  <dcterms:modified xsi:type="dcterms:W3CDTF">2026-08-27T08:19:49Z</dcterms:modified>
</cp:coreProperties>
</file>