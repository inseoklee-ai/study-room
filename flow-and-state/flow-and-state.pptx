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하네스 만들기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흐름과 상태 설계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목록만으로는 이런 상황의 동작이 정해지지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끝까지 따라가는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경로 다음에 실패 경로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흐름과 상태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하네스의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실행하고  싶은지 표현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하네스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요청을 검사한 뒤  실행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읽었다는 문장만 모델이 답했다고 실제 파일 읽기가 이루어진 것은 아닙니다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경로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없다는 오류를 모델에게 전달하면 다른 파일을 찾아볼 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있습니다. 반면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오류로 모델 연결 자체가 실패했다면 도구 결과를 더 보내는 것으로 해결되지 않을 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계속할 수 있는 오류와 작업을 끝내야 할 오류를 구별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0949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0949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40949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제품에서 반드시 같은 상태 이름이나 함수 구조를 사용해야 한다는 뜻은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출발점으로 쓸 흐름입니다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 주는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304288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사용자가 알 수 있어야 할 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아직 실행하지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어떤 작업을 요청할 수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 또는 도구 처리가 진행됨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진행 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대기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판단 없이는 다음 행동을 하지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승인할 구체적인 변경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종료 조건을 만족함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결과와 수행한 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실패·중단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진행할 수 없거나 정책상 멈춤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이유와 이미 수행한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2219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82219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82219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내부 단계를 모두 별도 화면 상태로 만들 필요는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모델 대기와 도구 실행을 같은 "실행 중"으로 표시하되 기록에서 구별할 수도 있습니다. 중요한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실행이 멈춰 있는데 완료라고 표시하거나, 승인을 기다리면서 이유를 숨기지 않는 것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승인과 거절 이후의 동작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승인은 제시한 변경에 대한 허용입니다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흐름과 상태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거절 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335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코딩 작업이라면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수정할 파일과 변경 내용을 보여 준 뒤 적용을 승인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방식 — 이때 승인은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"앞으로 모든 파일을 바꿔도 된다"는 뜻이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제시한 변경에 대한 허용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거절했을 때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전체를 멈출 수도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변경하지 않았다는 결과를 모델에게 전달해 읽기만으로 가능한 답변을 작성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할 수도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쪽이든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변경을 계속 다시 요청하거나 거절된 행동을 다른 도구 이름으로 실행하는 흐름은 허용하지 않아야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85140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85140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85140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작업 범위 밖의 경로 접근은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승인을 묻기 전에 거절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하도록 설계할 수 있습니다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"승인 버튼이 있으니 무엇이든 요청할 수 있다"는 구조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제품이 허용한 범위 안에서 추가 확인을 받는 구조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다릅니다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반복을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끝내는 조건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계속 도구를 요청하면 프로그램도 계속 실행할 수 있습니다 — 따라서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조건을 모델의 최종 답변 하나에만 맡기지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정할 것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횟수와 대기 시간의 상한, 같은 실패가 반복될 때의 처리 방식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 제한에 도달했다면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"완료"가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"제한에 도달해 중단"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이라고 알려야 합니다.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읽은 자료나 적용한 변경이 있다면 그 사실도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남깁니다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제한은 모든 작업이 끝난다는 보장이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끝없이 실행되는 상황을 다루는 장치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15412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15412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006852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파일을 못 찾으면 모델이 다른 경로를 한 번 확인할 수 있게 하자.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권한 밖 경로는 실행하지 말고, 반복 제한에 도달하면 이유를 보여 주고 멈추자.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세션과 작업 구별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작업이지만 같은 세션일 수 있습니다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50892" y="5486400"/>
            <a:ext cx="248716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0892" y="5486400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흐름과 상태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범위와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67373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안내문을 정리한 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"그중 내일 필요한 것만 골라 줘"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후속 요청했다면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작업이지만 같은 세션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볼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D07에서 첫 버전의 저장 범위 선택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중에만 대화를 유지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하거나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메시지와 기록을 파일에 저장해 재시작 후 이어가기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메모리만 사용해도 되지만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종료하면 대화가 사라진다는 한계를 명확히 설명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저장과 변경 파일의 이전 버전 복원은 별도 기능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버튼이나 실행 중 중단 명령은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D09의 선택 확장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넣지 않는다면 미뤘다고 기록하고, 넣는다면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표시만 바꾸는지 실행 중인 프로세스도 정리하는지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19163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19163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19163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거절, 반복 상한에 따른 중단, 사용자가 누른 취소를 같은 동작으로 뭉뚱그리지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제품의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정상적인  읽기 작업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찾지 못한  작업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변경을  거절한 작업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경우의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상태와 사용자에게 보여 줄 문장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말할 수 있는지 확인하세요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합의한 정책은 PRD와 결정 기록에 남기고,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상태와 도구 결과가 주고받는 값은 다음 인터페이스 설계로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연결합니다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569970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 세 가지 상황을 우리 흐름에 대입해서 빈틈을 찾아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합의한 상태와 종료 조건을 문서에 반영해 줘.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2923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23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2923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그림에 화살표가 있다는 것만으로 동작이 구현된 것은 아닙니다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소스코드와 실행 검증에서 같은 흐름이 실제로 지켜지는지 확인할 기준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만든 것입니다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반복 제한에 도달했을 때의 표시는?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"완료"가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"제한에 도달해 중단"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이미 읽은 자료나 적용한 변경도 남긴다.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승인은 무엇에 대한 허용인가?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제시한 변경 하나에 대한 허용.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"앞으로 모든 파일을 바꿔도 된다"는 뜻이 아니다.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작업과 세션의 차이는?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작업은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하나를 처리하는 실행 단위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세션은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 대화 맥락을 묶는 단위.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후속 요청은 새 작업이지만 같은 세션일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멈추는 방식까지 설계합니다 🚦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에이전트 하네스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2026-09-08T01:39:01Z</dcterms:created>
  <dcterms:modified xsi:type="dcterms:W3CDTF">2026-09-08T01:39:01Z</dcterms:modified>
</cp:coreProperties>
</file>